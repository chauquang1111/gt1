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4"/>
  </p:notesMasterIdLst>
  <p:sldIdLst>
    <p:sldId id="267" r:id="rId2"/>
    <p:sldId id="37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D2D02-4A4C-4532-98AE-E3888AF25586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3A10D-47F7-49AC-B769-3F5E32E6F09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3/26/2023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9941" y="5283444"/>
            <a:ext cx="4155345" cy="1585913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  <a:t>HỌP GIAO BAN</a:t>
            </a:r>
            <a:b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</a:br>
            <a: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  <a:t>Tuần 20 - 2021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93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79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HungHau</vt:lpstr>
      <vt:lpstr>5_Office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HỌP GIAO BAN TUẦN 2 - 2021</dc:title>
  <dc:creator>Thai Tran Manh</dc:creator>
  <cp:lastModifiedBy>Nguyễn Quốc Hào 221A320055</cp:lastModifiedBy>
  <cp:revision>86</cp:revision>
  <dcterms:created xsi:type="dcterms:W3CDTF">2021-01-14T01:46:00Z</dcterms:created>
  <dcterms:modified xsi:type="dcterms:W3CDTF">2023-03-26T14:14:00Z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1033-11.2.0.10258</vt:lpwstr>
  </property>
  <property fmtid="{D5CDD505-2E9C-101B-9397-08002B2CF9AE}" pid="3" name="ICV">
    <vt:lpwstr>98EFB2D6246A446EBE331CC2BD7585E2</vt:lpwstr>
  </property>
</Properties>
</file>