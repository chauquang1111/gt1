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2" r:id="rId2"/>
    <p:sldId id="315" r:id="rId3"/>
    <p:sldId id="271" r:id="rId4"/>
    <p:sldId id="279" r:id="rId5"/>
    <p:sldId id="269" r:id="rId6"/>
    <p:sldId id="3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3" autoAdjust="0"/>
    <p:restoredTop sz="94660"/>
  </p:normalViewPr>
  <p:slideViewPr>
    <p:cSldViewPr snapToGrid="0">
      <p:cViewPr varScale="1">
        <p:scale>
          <a:sx n="45" d="100"/>
          <a:sy n="45" d="100"/>
        </p:scale>
        <p:origin x="16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B6250-229E-4EB9-9B07-C15A6B53CAAD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C04D0-CB01-4345-91A8-15ED0A2E4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30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195703-381E-4D13-9EA2-BC83D76C34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649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53908D-DF86-47A2-8182-91E67DAF97CC}" type="slidenum">
              <a:rPr kumimoji="0" lang="vi-V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1729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9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1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39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6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112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92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31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936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D40311-D2C8-4007-B8EC-A7E1A9E8CEE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6D83D6-630B-4019-815A-F2FC81903338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059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D40311-D2C8-4007-B8EC-A7E1A9E8CEE2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66D83D6-630B-4019-815A-F2FC819033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84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6281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0057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ADDBA6-7898-4A7E-81D8-4315F9153EB6}" type="datetimeFigureOut">
              <a:rPr lang="en-US" smtClean="0"/>
              <a:t>24-Sep-25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2A7F9-E658-489E-9D02-A8C67FB1B4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37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rtboard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82"/>
            <a:ext cx="12190730" cy="6857365"/>
          </a:xfrm>
          <a:prstGeom prst="rect">
            <a:avLst/>
          </a:prstGeom>
        </p:spPr>
      </p:pic>
      <p:sp>
        <p:nvSpPr>
          <p:cNvPr id="5" name="TextBox 6"/>
          <p:cNvSpPr txBox="1"/>
          <p:nvPr/>
        </p:nvSpPr>
        <p:spPr>
          <a:xfrm>
            <a:off x="6941584" y="4196532"/>
            <a:ext cx="4562946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Giảng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viên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Lý Liệt Thanh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Thời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lượng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45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tiết</a:t>
            </a:r>
            <a:endParaRPr kumimoji="0" lang="vi-VN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Picture 8" descr="Untitled-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055" y="985520"/>
            <a:ext cx="4866005" cy="1176020"/>
          </a:xfrm>
          <a:prstGeom prst="rect">
            <a:avLst/>
          </a:prstGeom>
        </p:spPr>
      </p:pic>
      <p:sp>
        <p:nvSpPr>
          <p:cNvPr id="7" name="TextBox 16">
            <a:extLst>
              <a:ext uri="{FF2B5EF4-FFF2-40B4-BE49-F238E27FC236}">
                <a16:creationId xmlns:a16="http://schemas.microsoft.com/office/drawing/2014/main" id="{F4DAA269-80D9-0965-13FC-31B6B3CE4AAD}"/>
              </a:ext>
            </a:extLst>
          </p:cNvPr>
          <p:cNvSpPr txBox="1"/>
          <p:nvPr/>
        </p:nvSpPr>
        <p:spPr>
          <a:xfrm>
            <a:off x="5539555" y="3095931"/>
            <a:ext cx="7017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MÔI TRƯỜNG VÀ CON NGƯỜI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13C165-78AF-FA6C-0ECE-9DFD5530E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86934" y="4196532"/>
            <a:ext cx="12192000" cy="6958484"/>
          </a:xfrm>
          <a:prstGeom prst="rect">
            <a:avLst/>
          </a:prstGeom>
        </p:spPr>
      </p:pic>
      <p:pic>
        <p:nvPicPr>
          <p:cNvPr id="2" name="Picture 1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4359BAEF-0D6C-DD32-1996-5B7F919E23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79182"/>
            <a:ext cx="9047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75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331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41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442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/>
          <p:cNvSpPr txBox="1"/>
          <p:nvPr/>
        </p:nvSpPr>
        <p:spPr>
          <a:xfrm>
            <a:off x="871694" y="3026576"/>
            <a:ext cx="806185" cy="57445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ngHau" panose="02000503050000020004" pitchFamily="50" charset="0"/>
                <a:ea typeface="맑은 고딕" panose="020B0503020000020004" pitchFamily="34" charset="-127"/>
                <a:cs typeface="Arial" pitchFamily="34" charset="0"/>
              </a:rPr>
              <a:t>02</a:t>
            </a:r>
            <a:endParaRPr kumimoji="0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ngHau" panose="02000503050000020004" pitchFamily="50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71694" y="3957078"/>
            <a:ext cx="806185" cy="57445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ngHau" panose="02000503050000020004" pitchFamily="50" charset="0"/>
                <a:ea typeface="맑은 고딕" panose="020B0503020000020004" pitchFamily="34" charset="-127"/>
                <a:cs typeface="Arial" pitchFamily="34" charset="0"/>
              </a:rPr>
              <a:t>03</a:t>
            </a:r>
            <a:endParaRPr kumimoji="0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ngHau" panose="02000503050000020004" pitchFamily="50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71694" y="4887576"/>
            <a:ext cx="806185" cy="57445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ngHau" panose="02000503050000020004" pitchFamily="50" charset="0"/>
                <a:ea typeface="맑은 고딕" panose="020B0503020000020004" pitchFamily="34" charset="-127"/>
                <a:cs typeface="Arial" pitchFamily="34" charset="0"/>
              </a:rPr>
              <a:t>04</a:t>
            </a:r>
            <a:endParaRPr kumimoji="0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ngHau" panose="02000503050000020004" pitchFamily="50" charset="0"/>
              <a:ea typeface="맑은 고딕" panose="020B0503020000020004" pitchFamily="34" charset="-127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71694" y="5815791"/>
            <a:ext cx="806185" cy="57445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733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ungHau" panose="02000503050000020004" pitchFamily="50" charset="0"/>
                <a:ea typeface="맑은 고딕" panose="020B0503020000020004" pitchFamily="34" charset="-127"/>
                <a:cs typeface="Arial" pitchFamily="34" charset="0"/>
              </a:rPr>
              <a:t>05</a:t>
            </a:r>
            <a:endParaRPr kumimoji="0" lang="en-US" altLang="ko-KR" sz="3733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ngHau" panose="02000503050000020004" pitchFamily="50" charset="0"/>
              <a:ea typeface="맑은 고딕" panose="020B0503020000020004" pitchFamily="34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168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B16DF-09CB-54BA-FCEC-4291FB4E5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rtboard 1 copy 2">
            <a:extLst>
              <a:ext uri="{FF2B5EF4-FFF2-40B4-BE49-F238E27FC236}">
                <a16:creationId xmlns:a16="http://schemas.microsoft.com/office/drawing/2014/main" id="{E6A4F3F9-0FEC-4E3F-08A2-4A448598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pic>
        <p:nvPicPr>
          <p:cNvPr id="2" name="Picture 1" descr="Artboard 1 copy 2">
            <a:extLst>
              <a:ext uri="{FF2B5EF4-FFF2-40B4-BE49-F238E27FC236}">
                <a16:creationId xmlns:a16="http://schemas.microsoft.com/office/drawing/2014/main" id="{53769216-72F2-774D-261C-BF7C2A666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730" cy="6857365"/>
          </a:xfrm>
          <a:prstGeom prst="rect">
            <a:avLst/>
          </a:prstGeom>
        </p:spPr>
      </p:pic>
      <p:pic>
        <p:nvPicPr>
          <p:cNvPr id="5" name="Picture 4" descr="A black screen with a black background&#10;&#10;AI-generated content may be incorrect.">
            <a:extLst>
              <a:ext uri="{FF2B5EF4-FFF2-40B4-BE49-F238E27FC236}">
                <a16:creationId xmlns:a16="http://schemas.microsoft.com/office/drawing/2014/main" id="{D5AE7117-3E90-A63B-048E-1FC0045AD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635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256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</Words>
  <Application>Microsoft Office PowerPoint</Application>
  <PresentationFormat>Widescreen</PresentationFormat>
  <Paragraphs>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HungHau</vt:lpstr>
      <vt:lpstr>Times New Roman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VHU ThanhLL</dc:creator>
  <cp:lastModifiedBy>VHU ThanhLL</cp:lastModifiedBy>
  <cp:revision>1</cp:revision>
  <dcterms:created xsi:type="dcterms:W3CDTF">2025-09-24T10:43:32Z</dcterms:created>
  <dcterms:modified xsi:type="dcterms:W3CDTF">2025-09-24T10:45:34Z</dcterms:modified>
</cp:coreProperties>
</file>