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60" r:id="rId3"/>
  </p:sldMasterIdLst>
  <p:notesMasterIdLst>
    <p:notesMasterId r:id="rId85"/>
  </p:notesMasterIdLst>
  <p:sldIdLst>
    <p:sldId id="1068" r:id="rId4"/>
    <p:sldId id="1069" r:id="rId5"/>
    <p:sldId id="1070" r:id="rId6"/>
    <p:sldId id="1255" r:id="rId7"/>
    <p:sldId id="1072" r:id="rId8"/>
    <p:sldId id="1073" r:id="rId9"/>
    <p:sldId id="1074" r:id="rId10"/>
    <p:sldId id="1075" r:id="rId11"/>
    <p:sldId id="1076" r:id="rId12"/>
    <p:sldId id="1256" r:id="rId13"/>
    <p:sldId id="1257" r:id="rId14"/>
    <p:sldId id="1258" r:id="rId15"/>
    <p:sldId id="1259" r:id="rId16"/>
    <p:sldId id="1260" r:id="rId17"/>
    <p:sldId id="1261" r:id="rId18"/>
    <p:sldId id="1262" r:id="rId19"/>
    <p:sldId id="1263" r:id="rId20"/>
    <p:sldId id="1077" r:id="rId21"/>
    <p:sldId id="1078" r:id="rId22"/>
    <p:sldId id="1079" r:id="rId23"/>
    <p:sldId id="1264" r:id="rId24"/>
    <p:sldId id="1265" r:id="rId25"/>
    <p:sldId id="1266" r:id="rId26"/>
    <p:sldId id="1267" r:id="rId27"/>
    <p:sldId id="1268" r:id="rId28"/>
    <p:sldId id="1080" r:id="rId29"/>
    <p:sldId id="1081" r:id="rId30"/>
    <p:sldId id="1082" r:id="rId31"/>
    <p:sldId id="1083" r:id="rId32"/>
    <p:sldId id="1269" r:id="rId33"/>
    <p:sldId id="1084" r:id="rId34"/>
    <p:sldId id="1085" r:id="rId35"/>
    <p:sldId id="1086" r:id="rId36"/>
    <p:sldId id="965" r:id="rId37"/>
    <p:sldId id="966" r:id="rId38"/>
    <p:sldId id="967" r:id="rId39"/>
    <p:sldId id="968" r:id="rId40"/>
    <p:sldId id="1008" r:id="rId41"/>
    <p:sldId id="1007" r:id="rId42"/>
    <p:sldId id="1087" r:id="rId43"/>
    <p:sldId id="1088" r:id="rId44"/>
    <p:sldId id="1089" r:id="rId45"/>
    <p:sldId id="1095" r:id="rId46"/>
    <p:sldId id="1093" r:id="rId47"/>
    <p:sldId id="1208" r:id="rId48"/>
    <p:sldId id="1214" r:id="rId49"/>
    <p:sldId id="1097" r:id="rId50"/>
    <p:sldId id="1100" r:id="rId51"/>
    <p:sldId id="1098" r:id="rId52"/>
    <p:sldId id="1099" r:id="rId53"/>
    <p:sldId id="1160" r:id="rId54"/>
    <p:sldId id="1049" r:id="rId55"/>
    <p:sldId id="1101" r:id="rId56"/>
    <p:sldId id="1102" r:id="rId57"/>
    <p:sldId id="1103" r:id="rId58"/>
    <p:sldId id="1104" r:id="rId59"/>
    <p:sldId id="1209" r:id="rId60"/>
    <p:sldId id="1108" r:id="rId61"/>
    <p:sldId id="1109" r:id="rId62"/>
    <p:sldId id="1110" r:id="rId63"/>
    <p:sldId id="1050" r:id="rId64"/>
    <p:sldId id="1112" r:id="rId65"/>
    <p:sldId id="1113" r:id="rId66"/>
    <p:sldId id="1270" r:id="rId67"/>
    <p:sldId id="1271" r:id="rId68"/>
    <p:sldId id="1272" r:id="rId69"/>
    <p:sldId id="1273" r:id="rId70"/>
    <p:sldId id="1212" r:id="rId71"/>
    <p:sldId id="1114" r:id="rId72"/>
    <p:sldId id="1115" r:id="rId73"/>
    <p:sldId id="1213" r:id="rId74"/>
    <p:sldId id="1116" r:id="rId75"/>
    <p:sldId id="1125" r:id="rId76"/>
    <p:sldId id="1117" r:id="rId77"/>
    <p:sldId id="1118" r:id="rId78"/>
    <p:sldId id="1119" r:id="rId79"/>
    <p:sldId id="1120" r:id="rId80"/>
    <p:sldId id="1121" r:id="rId81"/>
    <p:sldId id="1122" r:id="rId82"/>
    <p:sldId id="1123" r:id="rId83"/>
    <p:sldId id="1124"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04"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9CDFF9"/>
    <a:srgbClr val="010086"/>
    <a:srgbClr val="CCCCFF"/>
    <a:srgbClr val="3C6CDF"/>
    <a:srgbClr val="0000A8"/>
    <a:srgbClr val="C96B72"/>
    <a:srgbClr val="B8C2C9"/>
    <a:srgbClr val="D6DCE0"/>
    <a:srgbClr val="01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593"/>
  </p:normalViewPr>
  <p:slideViewPr>
    <p:cSldViewPr snapToGrid="0" snapToObjects="1">
      <p:cViewPr varScale="1">
        <p:scale>
          <a:sx n="57" d="100"/>
          <a:sy n="57" d="100"/>
        </p:scale>
        <p:origin x="1680" y="274"/>
      </p:cViewPr>
      <p:guideLst>
        <p:guide orient="horz" pos="1104"/>
        <p:guide pos="576"/>
      </p:guideLst>
    </p:cSldViewPr>
  </p:slideViewPr>
  <p:outlineViewPr>
    <p:cViewPr>
      <p:scale>
        <a:sx n="33" d="100"/>
        <a:sy n="33" d="100"/>
      </p:scale>
      <p:origin x="0" y="-4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8/5/2025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8180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6898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8282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336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0244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8747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8622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2681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708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0093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6501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3101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9146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nc</a:t>
            </a:r>
            <a:r>
              <a:rPr lang="en-US" dirty="0"/>
              <a:t> -v gaia.cs.umass.edu 80 </a:t>
            </a:r>
          </a:p>
          <a:p>
            <a:r>
              <a:rPr lang="en-US" dirty="0"/>
              <a:t>In Linux</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3136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8649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790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4268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3792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CF841B-2E0C-D644-8ADE-1DB30A60E6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986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CF841B-2E0C-D644-8ADE-1DB30A60E6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9432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CF841B-2E0C-D644-8ADE-1DB30A60E6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2694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CF841B-2E0C-D644-8ADE-1DB30A60E6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28031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CF841B-2E0C-D644-8ADE-1DB30A60E6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15801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CF841B-2E0C-D644-8ADE-1DB30A60E6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2225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2231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t>
            </a:r>
            <a:r>
              <a:rPr lang="en-US" baseline="0" dirty="0"/>
              <a:t> poor content providers – like in real-estate, location is everything.  servers want to be close to clients.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2485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minutes (recall earlier delay versus arrival rate curve from Chapter 1)</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85438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40093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31645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93311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23955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92928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1702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83941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shortest job first: decreased average delay!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57299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10803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52</a:t>
            </a:fld>
            <a:endParaRPr lang="en-US" dirty="0"/>
          </a:p>
        </p:txBody>
      </p:sp>
    </p:spTree>
    <p:extLst>
      <p:ext uri="{BB962C8B-B14F-4D97-AF65-F5344CB8AC3E}">
        <p14:creationId xmlns:p14="http://schemas.microsoft.com/office/powerpoint/2010/main" val="33531064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47949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58089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14080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29713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02122"/>
                </a:solidFill>
                <a:effectLst/>
                <a:latin typeface="Arial" panose="020B0604020202020204" pitchFamily="34" charset="0"/>
              </a:rPr>
              <a:t>250</a:t>
            </a:r>
            <a:r>
              <a:rPr lang="en-US" b="0" i="0" dirty="0">
                <a:solidFill>
                  <a:srgbClr val="202122"/>
                </a:solidFill>
                <a:effectLst/>
                <a:latin typeface="Arial" panose="020B0604020202020204" pitchFamily="34" charset="0"/>
              </a:rPr>
              <a:t> </a:t>
            </a:r>
            <a:r>
              <a:rPr lang="en-US" b="0" i="1" dirty="0">
                <a:solidFill>
                  <a:srgbClr val="202122"/>
                </a:solidFill>
                <a:effectLst/>
                <a:latin typeface="Arial" panose="020B0604020202020204" pitchFamily="34" charset="0"/>
              </a:rPr>
              <a:t>Requested mail action okay, completed</a:t>
            </a:r>
            <a:endParaRPr lang="vi-VN" b="0" i="1" dirty="0">
              <a:solidFill>
                <a:srgbClr val="202122"/>
              </a:solidFill>
              <a:effectLst/>
              <a:latin typeface="Arial" panose="020B0604020202020204" pitchFamily="34" charset="0"/>
            </a:endParaRPr>
          </a:p>
          <a:p>
            <a:r>
              <a:rPr lang="en-US" b="0" i="0" dirty="0">
                <a:solidFill>
                  <a:srgbClr val="737373"/>
                </a:solidFill>
                <a:effectLst/>
                <a:latin typeface="Open Sans" panose="020B0606030504020204" pitchFamily="34" charset="0"/>
              </a:rPr>
              <a:t>The SMTP HELO clause is the stage of the SMTP protocol where a SMTP server introduce them selves to each other</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97924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51939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18321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53792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61</a:t>
            </a:fld>
            <a:endParaRPr lang="en-US" dirty="0"/>
          </a:p>
        </p:txBody>
      </p:sp>
    </p:spTree>
    <p:extLst>
      <p:ext uri="{BB962C8B-B14F-4D97-AF65-F5344CB8AC3E}">
        <p14:creationId xmlns:p14="http://schemas.microsoft.com/office/powerpoint/2010/main" val="5448786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26978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35963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err="1"/>
              <a:t>Humongous</a:t>
            </a:r>
            <a:r>
              <a:rPr lang="vi-VN" dirty="0"/>
              <a:t>: khổng lồ</a:t>
            </a:r>
          </a:p>
          <a:p>
            <a:r>
              <a:rPr lang="vi-VN" dirty="0" err="1"/>
              <a:t>Trillions</a:t>
            </a:r>
            <a:r>
              <a:rPr lang="vi-VN" dirty="0"/>
              <a:t>: hàng nghìn tỉ</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82638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Aut</a:t>
            </a:r>
            <a:r>
              <a:rPr lang="vi-VN" dirty="0" err="1"/>
              <a:t>horitative</a:t>
            </a:r>
            <a:r>
              <a:rPr lang="vi-VN" dirty="0"/>
              <a:t>: có thẩm quyền</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25654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53366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257393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1373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78360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altLang="en-US" sz="1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Iterated: </a:t>
            </a:r>
            <a:r>
              <a:rPr kumimoji="0" lang="vi-VN" altLang="en-US" sz="1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lặp lại</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53891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932039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25058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615589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78221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33987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89164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7821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Application Layer: 2-</a:t>
            </a:r>
            <a:fld id="{C4204591-24BD-A542-B9D5-F8D8A88D2FEE}" type="slidenum">
              <a:rPr lang="en-US" smtClean="0"/>
              <a:pPr/>
              <a:t>‹#›</a:t>
            </a:fld>
            <a:endParaRPr lang="en-US"/>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Application Layer: 2-</a:t>
            </a:r>
            <a:fld id="{C4204591-24BD-A542-B9D5-F8D8A88D2FEE}" type="slidenum">
              <a:rPr lang="en-US" smtClean="0"/>
              <a:pPr/>
              <a:t>‹#›</a:t>
            </a:fld>
            <a:endParaRPr lang="en-US"/>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Application Layer: 2-</a:t>
            </a:r>
            <a:fld id="{C4204591-24BD-A542-B9D5-F8D8A88D2FEE}" type="slidenum">
              <a:rPr lang="en-US" smtClean="0"/>
              <a:pPr/>
              <a:t>‹#›</a:t>
            </a:fld>
            <a:endParaRPr lang="en-US"/>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lstStyle/>
          <a:p>
            <a:r>
              <a:rPr lang="en-US"/>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Application Layer: 2-</a:t>
            </a:r>
            <a:fld id="{C4204591-24BD-A542-B9D5-F8D8A88D2FEE}" type="slidenum">
              <a:rPr lang="en-US" smtClean="0"/>
              <a:pPr/>
              <a:t>‹#›</a:t>
            </a:fld>
            <a:endParaRPr lang="en-US"/>
          </a:p>
        </p:txBody>
      </p:sp>
    </p:spTree>
    <p:extLst>
      <p:ext uri="{BB962C8B-B14F-4D97-AF65-F5344CB8AC3E}">
        <p14:creationId xmlns:p14="http://schemas.microsoft.com/office/powerpoint/2010/main" val="3762131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2768030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2793364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1889856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143773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C28B-A937-8946-A8B8-E96C4D7F4A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9AB3BC-CF18-5B4B-9EDE-A1DEE9E687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93802E-DCBB-6942-892B-5E006FD43DA1}"/>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5" name="Footer Placeholder 4">
            <a:extLst>
              <a:ext uri="{FF2B5EF4-FFF2-40B4-BE49-F238E27FC236}">
                <a16:creationId xmlns:a16="http://schemas.microsoft.com/office/drawing/2014/main" id="{DCEC76A4-9D88-F940-8D92-FD0FBF3010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DAAEC3-9D1A-CF41-9E08-BEB07758324D}"/>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2630770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0621-8E97-B349-82B8-F5BEB8BB9E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EEF4EB-0030-4E4F-9E18-F12D2E22AD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E1B396-855F-5544-9249-E53712C50958}"/>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5" name="Footer Placeholder 4">
            <a:extLst>
              <a:ext uri="{FF2B5EF4-FFF2-40B4-BE49-F238E27FC236}">
                <a16:creationId xmlns:a16="http://schemas.microsoft.com/office/drawing/2014/main" id="{0F82F17E-A703-FC4C-9DBC-37F173C9B3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E0F0E7-19E4-134F-9E84-35EA99DAAAB7}"/>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4068733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E3A18-9CC1-1341-AF96-7184EEE9E6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C89520-6876-074C-9D1E-480E252E7D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D41A40-B683-6D40-ADC6-D403C9B2DF84}"/>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5" name="Footer Placeholder 4">
            <a:extLst>
              <a:ext uri="{FF2B5EF4-FFF2-40B4-BE49-F238E27FC236}">
                <a16:creationId xmlns:a16="http://schemas.microsoft.com/office/drawing/2014/main" id="{3F18FEEC-B9ED-7545-B62E-2405FF75F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7D7674-65A6-9346-ACDD-85E2D4433B83}"/>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595406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B807-2E2B-DF4F-AA06-273A39CC4D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DCA3A2-9A5D-1D4E-BCC4-2CA4EEC2E3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77D900-B000-364D-BFD2-F6CD6080A5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152A66-19E1-D541-B7E0-104E938B0EC6}"/>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6" name="Footer Placeholder 5">
            <a:extLst>
              <a:ext uri="{FF2B5EF4-FFF2-40B4-BE49-F238E27FC236}">
                <a16:creationId xmlns:a16="http://schemas.microsoft.com/office/drawing/2014/main" id="{70AC81DD-4A04-1E4B-B64C-43B9657EC9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5D67D9-2DCB-AB4D-B8A5-0CAF567FC76C}"/>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1505188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3A7B7-5559-064B-8A50-9F1CBA7A03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67FAB1-A4C9-F747-A0BA-DBA0C0C4BF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32C787-CD6F-1F4A-9B1D-ACB05AA614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47F7A3-F4D2-F04B-86DF-43E53ADD2A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B89BA5-1CD5-EB43-A6A4-9F79325D7A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049E35-AF34-354F-AAD8-67D4DAD8763E}"/>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8" name="Footer Placeholder 7">
            <a:extLst>
              <a:ext uri="{FF2B5EF4-FFF2-40B4-BE49-F238E27FC236}">
                <a16:creationId xmlns:a16="http://schemas.microsoft.com/office/drawing/2014/main" id="{17D7A093-D80D-DD4D-91AF-D56DBB7AD9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E78129-3724-4544-9DCF-17FAAC1B7077}"/>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3963425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4727-9AE4-9147-9FE1-6B42D7C079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12623B-0F62-D64A-BF9C-BEC5EBC207D9}"/>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4" name="Footer Placeholder 3">
            <a:extLst>
              <a:ext uri="{FF2B5EF4-FFF2-40B4-BE49-F238E27FC236}">
                <a16:creationId xmlns:a16="http://schemas.microsoft.com/office/drawing/2014/main" id="{00AF4969-6D6D-D94E-8509-410729017D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0EC60E-29D6-F448-A9BD-AC7925F73A1B}"/>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2939426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63E131-141F-2F4C-94A8-B696A277DAAB}"/>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3" name="Footer Placeholder 2">
            <a:extLst>
              <a:ext uri="{FF2B5EF4-FFF2-40B4-BE49-F238E27FC236}">
                <a16:creationId xmlns:a16="http://schemas.microsoft.com/office/drawing/2014/main" id="{39F01CA5-D982-D047-B405-732BD81FE8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9B4559-0995-B147-8DE6-A506023D2436}"/>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972739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10973-7C62-9041-8B54-8E64AA52C8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32A1D9-7602-5F46-ADC9-04629AF3E0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B69871-F446-514D-A4D0-A0492C3C6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E37C1A-E6EB-B349-A191-23573F89EFDF}"/>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6" name="Footer Placeholder 5">
            <a:extLst>
              <a:ext uri="{FF2B5EF4-FFF2-40B4-BE49-F238E27FC236}">
                <a16:creationId xmlns:a16="http://schemas.microsoft.com/office/drawing/2014/main" id="{DEE5AF63-95CF-AB44-A078-25763A8E2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728E78-495A-F640-8460-A92A9EAC0C23}"/>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1069862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A3374-1714-A242-B3DB-DCDD0B59CB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F959A6-24BD-AF43-A38F-D0405076E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155C31-DF90-8747-B196-67292A0E0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FDEC8-AC94-4A43-B9A6-707A4F26AAB6}"/>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6" name="Footer Placeholder 5">
            <a:extLst>
              <a:ext uri="{FF2B5EF4-FFF2-40B4-BE49-F238E27FC236}">
                <a16:creationId xmlns:a16="http://schemas.microsoft.com/office/drawing/2014/main" id="{65D4BBFF-DB69-A44C-BA93-6F66689897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197DC4-8EE7-5D49-A5DE-1B19FF6ECCD4}"/>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10804646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2641-EF8E-7C40-8100-AD8B6C42D3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118B34-9C39-1047-9303-6694EC83B5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91113-D5AC-934B-96D3-7BC31020FDE4}"/>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5" name="Footer Placeholder 4">
            <a:extLst>
              <a:ext uri="{FF2B5EF4-FFF2-40B4-BE49-F238E27FC236}">
                <a16:creationId xmlns:a16="http://schemas.microsoft.com/office/drawing/2014/main" id="{0BB59E4E-92CC-2345-838F-5B92552B41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36054-3F34-4A45-9159-95896DF3D97F}"/>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2036584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DCFEDA-4104-A94B-8E13-19FBF6A0DE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5A2AC8-130C-2F4C-8925-8FC3934A1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5F5612-79E8-0745-B639-AF2BB505A269}"/>
              </a:ext>
            </a:extLst>
          </p:cNvPr>
          <p:cNvSpPr>
            <a:spLocks noGrp="1"/>
          </p:cNvSpPr>
          <p:nvPr>
            <p:ph type="dt" sz="half" idx="10"/>
          </p:nvPr>
        </p:nvSpPr>
        <p:spPr/>
        <p:txBody>
          <a:bodyPr/>
          <a:lstStyle/>
          <a:p>
            <a:fld id="{F18ABAAA-56F6-2745-AE94-1EE02FE78392}" type="datetimeFigureOut">
              <a:rPr lang="en-US" smtClean="0"/>
              <a:t>8/5/2025</a:t>
            </a:fld>
            <a:endParaRPr lang="en-US"/>
          </a:p>
        </p:txBody>
      </p:sp>
      <p:sp>
        <p:nvSpPr>
          <p:cNvPr id="5" name="Footer Placeholder 4">
            <a:extLst>
              <a:ext uri="{FF2B5EF4-FFF2-40B4-BE49-F238E27FC236}">
                <a16:creationId xmlns:a16="http://schemas.microsoft.com/office/drawing/2014/main" id="{8FF80366-4ED4-1A4A-8EA5-DC56122A3E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A9E45A-CB98-F844-AD9A-FEF0004A8BA1}"/>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20489051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Application Layer: 2-</a:t>
            </a:r>
            <a:fld id="{C4204591-24BD-A542-B9D5-F8D8A88D2FEE}" type="slidenum">
              <a:rPr lang="en-US" smtClean="0"/>
              <a:pPr/>
              <a:t>‹#›</a:t>
            </a:fld>
            <a:endParaRPr lang="en-US"/>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Introduction: 1-</a:t>
            </a:r>
            <a:fld id="{C4204591-24BD-A542-B9D5-F8D8A88D2FEE}" type="slidenum">
              <a:rPr lang="en-US" smtClean="0"/>
              <a:pPr/>
              <a:t>‹#›</a:t>
            </a:fld>
            <a:endParaRPr lang="en-US"/>
          </a:p>
        </p:txBody>
      </p:sp>
    </p:spTree>
    <p:extLst>
      <p:ext uri="{BB962C8B-B14F-4D97-AF65-F5344CB8AC3E}">
        <p14:creationId xmlns:p14="http://schemas.microsoft.com/office/powerpoint/2010/main" val="2728448782"/>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D1C0D8-3EF9-F24C-8AF1-390E042D49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DBBBAD-1D0F-1242-B4FE-CCE298C919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9FD964-692F-454A-9E0F-C006144D41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8ABAAA-56F6-2745-AE94-1EE02FE78392}" type="datetimeFigureOut">
              <a:rPr lang="en-US" smtClean="0"/>
              <a:t>8/5/2025</a:t>
            </a:fld>
            <a:endParaRPr lang="en-US"/>
          </a:p>
        </p:txBody>
      </p:sp>
      <p:sp>
        <p:nvSpPr>
          <p:cNvPr id="5" name="Footer Placeholder 4">
            <a:extLst>
              <a:ext uri="{FF2B5EF4-FFF2-40B4-BE49-F238E27FC236}">
                <a16:creationId xmlns:a16="http://schemas.microsoft.com/office/drawing/2014/main" id="{36E98797-5417-4944-A83D-4D5FE16130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CE7634-0EA9-654E-96D2-65A8FB16F0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CB2281-298D-ED49-BD76-0C3B3524713C}" type="slidenum">
              <a:rPr lang="en-US" smtClean="0"/>
              <a:t>‹#›</a:t>
            </a:fld>
            <a:endParaRPr lang="en-US"/>
          </a:p>
        </p:txBody>
      </p:sp>
    </p:spTree>
    <p:extLst>
      <p:ext uri="{BB962C8B-B14F-4D97-AF65-F5344CB8AC3E}">
        <p14:creationId xmlns:p14="http://schemas.microsoft.com/office/powerpoint/2010/main" val="1318432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Web and HTTP</a:t>
            </a:r>
            <a:endParaRPr lang="en-US" sz="4400" dirty="0"/>
          </a:p>
        </p:txBody>
      </p:sp>
      <p:sp>
        <p:nvSpPr>
          <p:cNvPr id="8" name="Rectangle 3">
            <a:extLst>
              <a:ext uri="{FF2B5EF4-FFF2-40B4-BE49-F238E27FC236}">
                <a16:creationId xmlns:a16="http://schemas.microsoft.com/office/drawing/2014/main" id="{2AB7AFB9-05B7-8F45-B2AB-A2B2DBC22CCE}"/>
              </a:ext>
            </a:extLst>
          </p:cNvPr>
          <p:cNvSpPr txBox="1">
            <a:spLocks noChangeArrowheads="1"/>
          </p:cNvSpPr>
          <p:nvPr/>
        </p:nvSpPr>
        <p:spPr>
          <a:xfrm>
            <a:off x="669395" y="1559756"/>
            <a:ext cx="10774192"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First, a quick review…</a:t>
            </a:r>
          </a:p>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web page consists of </a:t>
            </a:r>
            <a:r>
              <a:rPr kumimoji="0" lang="en-US" altLang="en-US" sz="3200" b="0" i="1"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objects, </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each of</a:t>
            </a:r>
            <a:r>
              <a:rPr kumimoji="0" lang="en-US" altLang="en-US" sz="3200" b="0" i="1"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which can be stored on different Web servers</a:t>
            </a:r>
          </a:p>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object can be HTML file, JPEG image, Java applet, audio file,…</a:t>
            </a:r>
          </a:p>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web page consists of </a:t>
            </a: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base HTML-file</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which includes </a:t>
            </a: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several referenced objects, each </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addressable by a </a:t>
            </a: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URL, </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e.g.,</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13" name="Group 10">
            <a:extLst>
              <a:ext uri="{FF2B5EF4-FFF2-40B4-BE49-F238E27FC236}">
                <a16:creationId xmlns:a16="http://schemas.microsoft.com/office/drawing/2014/main" id="{A0C8A734-DC35-F347-AF3E-C7E64B7D785E}"/>
              </a:ext>
            </a:extLst>
          </p:cNvPr>
          <p:cNvGrpSpPr>
            <a:grpSpLocks/>
          </p:cNvGrpSpPr>
          <p:nvPr/>
        </p:nvGrpSpPr>
        <p:grpSpPr bwMode="auto">
          <a:xfrm>
            <a:off x="2463366" y="4853073"/>
            <a:ext cx="6835775" cy="1144588"/>
            <a:chOff x="788" y="2955"/>
            <a:chExt cx="4306" cy="721"/>
          </a:xfrm>
        </p:grpSpPr>
        <p:sp>
          <p:nvSpPr>
            <p:cNvPr id="14" name="Text Box 5">
              <a:extLst>
                <a:ext uri="{FF2B5EF4-FFF2-40B4-BE49-F238E27FC236}">
                  <a16:creationId xmlns:a16="http://schemas.microsoft.com/office/drawing/2014/main" id="{07B49400-3628-264C-8D3A-69378F85C8C1}"/>
                </a:ext>
              </a:extLst>
            </p:cNvPr>
            <p:cNvSpPr txBox="1">
              <a:spLocks noChangeArrowheads="1"/>
            </p:cNvSpPr>
            <p:nvPr/>
          </p:nvSpPr>
          <p:spPr bwMode="auto">
            <a:xfrm>
              <a:off x="788" y="2955"/>
              <a:ext cx="41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www.someschool.edu/someDept/pic.gif</a:t>
              </a:r>
            </a:p>
          </p:txBody>
        </p:sp>
        <p:sp>
          <p:nvSpPr>
            <p:cNvPr id="15" name="AutoShape 6">
              <a:extLst>
                <a:ext uri="{FF2B5EF4-FFF2-40B4-BE49-F238E27FC236}">
                  <a16:creationId xmlns:a16="http://schemas.microsoft.com/office/drawing/2014/main" id="{5B0BF68B-EFB6-904F-A81E-8D4DB716D3BA}"/>
                </a:ext>
              </a:extLst>
            </p:cNvPr>
            <p:cNvSpPr>
              <a:spLocks/>
            </p:cNvSpPr>
            <p:nvPr/>
          </p:nvSpPr>
          <p:spPr bwMode="auto">
            <a:xfrm rot="-5400000">
              <a:off x="1821" y="2281"/>
              <a:ext cx="57" cy="2083"/>
            </a:xfrm>
            <a:prstGeom prst="leftBrace">
              <a:avLst>
                <a:gd name="adj1" fmla="val 30453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p:txBody>
        </p:sp>
        <p:sp>
          <p:nvSpPr>
            <p:cNvPr id="16" name="AutoShape 7">
              <a:extLst>
                <a:ext uri="{FF2B5EF4-FFF2-40B4-BE49-F238E27FC236}">
                  <a16:creationId xmlns:a16="http://schemas.microsoft.com/office/drawing/2014/main" id="{BF004AC2-43AC-6449-B799-0D73A5E5822D}"/>
                </a:ext>
              </a:extLst>
            </p:cNvPr>
            <p:cNvSpPr>
              <a:spLocks/>
            </p:cNvSpPr>
            <p:nvPr/>
          </p:nvSpPr>
          <p:spPr bwMode="auto">
            <a:xfrm rot="-5400000">
              <a:off x="4024" y="2277"/>
              <a:ext cx="57" cy="2083"/>
            </a:xfrm>
            <a:prstGeom prst="leftBrace">
              <a:avLst>
                <a:gd name="adj1" fmla="val 30453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p:txBody>
        </p:sp>
        <p:sp>
          <p:nvSpPr>
            <p:cNvPr id="17" name="Text Box 8">
              <a:extLst>
                <a:ext uri="{FF2B5EF4-FFF2-40B4-BE49-F238E27FC236}">
                  <a16:creationId xmlns:a16="http://schemas.microsoft.com/office/drawing/2014/main" id="{4D5B851A-267A-1546-B45E-931C3F7AF0F8}"/>
                </a:ext>
              </a:extLst>
            </p:cNvPr>
            <p:cNvSpPr txBox="1">
              <a:spLocks noChangeArrowheads="1"/>
            </p:cNvSpPr>
            <p:nvPr/>
          </p:nvSpPr>
          <p:spPr bwMode="auto">
            <a:xfrm>
              <a:off x="1389" y="3388"/>
              <a:ext cx="10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host name</a:t>
              </a:r>
            </a:p>
          </p:txBody>
        </p:sp>
        <p:sp>
          <p:nvSpPr>
            <p:cNvPr id="18" name="Text Box 9">
              <a:extLst>
                <a:ext uri="{FF2B5EF4-FFF2-40B4-BE49-F238E27FC236}">
                  <a16:creationId xmlns:a16="http://schemas.microsoft.com/office/drawing/2014/main" id="{4EA9C80E-6BB3-B44E-A522-3C7B027B4CFC}"/>
                </a:ext>
              </a:extLst>
            </p:cNvPr>
            <p:cNvSpPr txBox="1">
              <a:spLocks noChangeArrowheads="1"/>
            </p:cNvSpPr>
            <p:nvPr/>
          </p:nvSpPr>
          <p:spPr bwMode="auto">
            <a:xfrm>
              <a:off x="3485" y="3338"/>
              <a:ext cx="10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path</a:t>
              </a:r>
              <a:r>
                <a:rPr kumimoji="0" lang="en-US" altLang="en-US" sz="24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name</a:t>
              </a:r>
            </a:p>
          </p:txBody>
        </p:sp>
      </p:grpSp>
      <p:sp>
        <p:nvSpPr>
          <p:cNvPr id="10" name="Slide Number Placeholder 2">
            <a:extLst>
              <a:ext uri="{FF2B5EF4-FFF2-40B4-BE49-F238E27FC236}">
                <a16:creationId xmlns:a16="http://schemas.microsoft.com/office/drawing/2014/main" id="{31E9D565-6810-E44B-9B1D-6FAB7B7F8E1A}"/>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636725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HTTP overview</a:t>
            </a:r>
            <a:endParaRPr lang="en-US" sz="4400" dirty="0"/>
          </a:p>
        </p:txBody>
      </p:sp>
      <p:sp>
        <p:nvSpPr>
          <p:cNvPr id="71" name="Rectangle 3">
            <a:extLst>
              <a:ext uri="{FF2B5EF4-FFF2-40B4-BE49-F238E27FC236}">
                <a16:creationId xmlns:a16="http://schemas.microsoft.com/office/drawing/2014/main" id="{D0A9535F-9718-644A-A429-D02A2397C27B}"/>
              </a:ext>
            </a:extLst>
          </p:cNvPr>
          <p:cNvSpPr txBox="1">
            <a:spLocks noChangeArrowheads="1"/>
          </p:cNvSpPr>
          <p:nvPr/>
        </p:nvSpPr>
        <p:spPr bwMode="auto">
          <a:xfrm>
            <a:off x="791849" y="1608374"/>
            <a:ext cx="5988172"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8" charset="0"/>
              </a:defRPr>
            </a:lvl9pPr>
          </a:lstStyle>
          <a:p>
            <a:pPr marL="342900" marR="0" lvl="0" indent="-342900" algn="l" defTabSz="914400" rtl="0" eaLnBrk="0" fontAlgn="base" latinLnBrk="0" hangingPunct="0">
              <a:lnSpc>
                <a:spcPct val="75000"/>
              </a:lnSpc>
              <a:spcBef>
                <a:spcPct val="20000"/>
              </a:spcBef>
              <a:spcAft>
                <a:spcPct val="0"/>
              </a:spcAft>
              <a:buClr>
                <a:srgbClr val="000099"/>
              </a:buClr>
              <a:buSzPct val="100000"/>
              <a:buFont typeface="Wingdings" pitchFamily="2" charset="2"/>
              <a:buNone/>
              <a:tabLst/>
              <a:defRPr/>
            </a:pPr>
            <a:r>
              <a:rPr kumimoji="0" lang="en-US" altLang="en-US" sz="3200" b="0" i="0" u="none" strike="noStrike" kern="0" cap="none" spc="0" normalizeH="0" baseline="0" noProof="0" dirty="0">
                <a:ln>
                  <a:noFill/>
                </a:ln>
                <a:solidFill>
                  <a:srgbClr val="CC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HTTP: hypertext transfer protocol</a:t>
            </a:r>
          </a:p>
          <a:p>
            <a:pPr marL="342900" marR="0" lvl="0" indent="-342900" algn="l" defTabSz="914400" rtl="0" eaLnBrk="0" fontAlgn="base" latinLnBrk="0" hangingPunct="0">
              <a:lnSpc>
                <a:spcPct val="75000"/>
              </a:lnSpc>
              <a:spcBef>
                <a:spcPct val="20000"/>
              </a:spcBef>
              <a:spcAft>
                <a:spcPct val="0"/>
              </a:spcAft>
              <a:buClr>
                <a:srgbClr val="000099"/>
              </a:buClr>
              <a:buSzPct val="100000"/>
              <a:buFont typeface="Wingdings" pitchFamily="2" charset="2"/>
              <a:buChar char="§"/>
              <a:tabLst/>
              <a:defRPr/>
            </a:pPr>
            <a:r>
              <a:rPr kumimoji="0" lang="en-US" altLang="en-US" sz="3200" b="0" i="0" u="none" strike="noStrike" kern="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Web’</a:t>
            </a:r>
            <a:r>
              <a:rPr kumimoji="0" lang="en-US" altLang="ja-JP" sz="3200" b="0" i="0" u="none" strike="noStrike" kern="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s application-layer protocol</a:t>
            </a:r>
          </a:p>
          <a:p>
            <a:pPr marL="342900" marR="0" lvl="0" indent="-342900" algn="l" defTabSz="914400" rtl="0" eaLnBrk="0" fontAlgn="base" latinLnBrk="0" hangingPunct="0">
              <a:lnSpc>
                <a:spcPct val="75000"/>
              </a:lnSpc>
              <a:spcBef>
                <a:spcPct val="20000"/>
              </a:spcBef>
              <a:spcAft>
                <a:spcPct val="0"/>
              </a:spcAft>
              <a:buClr>
                <a:srgbClr val="000099"/>
              </a:buClr>
              <a:buSzPct val="100000"/>
              <a:buFont typeface="Wingdings" pitchFamily="2" charset="2"/>
              <a:buChar char="§"/>
              <a:tabLst/>
              <a:defRPr/>
            </a:pPr>
            <a:r>
              <a:rPr kumimoji="0" lang="en-US" altLang="en-US" sz="3200" b="0" i="0" u="none" strike="noStrike" kern="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client/server model:</a:t>
            </a:r>
          </a:p>
          <a:p>
            <a:pPr marL="685800" marR="0" lvl="1" indent="-228600" algn="l" defTabSz="914400" rtl="0" eaLnBrk="0" fontAlgn="base" latinLnBrk="0" hangingPunct="0">
              <a:lnSpc>
                <a:spcPct val="90000"/>
              </a:lnSpc>
              <a:spcBef>
                <a:spcPct val="20000"/>
              </a:spcBef>
              <a:spcAft>
                <a:spcPct val="0"/>
              </a:spcAft>
              <a:buClr>
                <a:srgbClr val="000099"/>
              </a:buClr>
              <a:buSzTx/>
              <a:buFont typeface="Arial" panose="020B0604020202020204" pitchFamily="34" charset="0"/>
              <a:buChar char="•"/>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client</a:t>
            </a:r>
            <a:r>
              <a:rPr kumimoji="0" lang="en-US" altLang="en-US" sz="2800" b="0" i="1" u="none" strike="noStrike" kern="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t>
            </a:r>
            <a:r>
              <a:rPr kumimoji="0" lang="en-US" altLang="en-US" sz="2800" b="0" i="0" u="none" strike="noStrike" kern="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browser that requests, receives, (using HTTP protocol) and </a:t>
            </a:r>
            <a:r>
              <a:rPr kumimoji="0" lang="ja-JP" altLang="en-US" sz="2800" b="0" i="0" u="none" strike="noStrike" kern="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a:t>
            </a:r>
            <a:r>
              <a:rPr kumimoji="0" lang="en-US" altLang="ja-JP" sz="2800" b="0" i="0" u="none" strike="noStrike" kern="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displays</a:t>
            </a:r>
            <a:r>
              <a:rPr kumimoji="0" lang="ja-JP" altLang="en-US" sz="2800" b="0" i="0" u="none" strike="noStrike" kern="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a:t>
            </a:r>
            <a:r>
              <a:rPr kumimoji="0" lang="en-US" altLang="ja-JP" sz="2800" b="0" i="0" u="none" strike="noStrike" kern="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Web objects </a:t>
            </a:r>
          </a:p>
          <a:p>
            <a:pPr marL="685800" marR="0" lvl="1" indent="-228600" algn="l" defTabSz="914400" rtl="0" eaLnBrk="0" fontAlgn="base" latinLnBrk="0" hangingPunct="0">
              <a:lnSpc>
                <a:spcPct val="90000"/>
              </a:lnSpc>
              <a:spcBef>
                <a:spcPct val="20000"/>
              </a:spcBef>
              <a:spcAft>
                <a:spcPct val="0"/>
              </a:spcAft>
              <a:buClr>
                <a:srgbClr val="000099"/>
              </a:buClr>
              <a:buSzTx/>
              <a:buFont typeface="Arial" panose="020B0604020202020204" pitchFamily="34" charset="0"/>
              <a:buChar char="•"/>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server:</a:t>
            </a:r>
            <a:r>
              <a:rPr kumimoji="0" lang="en-US" altLang="en-US" sz="2800" b="0" i="0" u="none" strike="noStrike" kern="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Web server sends (using HTTP protocol) objects in response to requests</a:t>
            </a:r>
          </a:p>
          <a:p>
            <a:pPr marL="342900" marR="0" lvl="0" indent="-342900" algn="l" defTabSz="914400" rtl="0" eaLnBrk="0" fontAlgn="base" latinLnBrk="0" hangingPunct="0">
              <a:lnSpc>
                <a:spcPct val="75000"/>
              </a:lnSpc>
              <a:spcBef>
                <a:spcPct val="20000"/>
              </a:spcBef>
              <a:spcAft>
                <a:spcPct val="0"/>
              </a:spcAft>
              <a:buClr>
                <a:srgbClr val="000099"/>
              </a:buClr>
              <a:buSzPct val="100000"/>
              <a:buFont typeface="Wingdings" pitchFamily="2" charset="2"/>
              <a:buNone/>
              <a:tabLst/>
              <a:defRPr/>
            </a:pPr>
            <a:endParaRPr kumimoji="0" lang="en-US" altLang="en-US" sz="3200" b="0" i="0" u="none" strike="noStrike" kern="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75" name="Group 35">
            <a:extLst>
              <a:ext uri="{FF2B5EF4-FFF2-40B4-BE49-F238E27FC236}">
                <a16:creationId xmlns:a16="http://schemas.microsoft.com/office/drawing/2014/main" id="{9F18C3DA-1F75-254F-8252-0752283DD6D8}"/>
              </a:ext>
            </a:extLst>
          </p:cNvPr>
          <p:cNvGrpSpPr>
            <a:grpSpLocks/>
          </p:cNvGrpSpPr>
          <p:nvPr/>
        </p:nvGrpSpPr>
        <p:grpSpPr bwMode="auto">
          <a:xfrm>
            <a:off x="8129954" y="2391117"/>
            <a:ext cx="2101850" cy="946150"/>
            <a:chOff x="3640" y="1346"/>
            <a:chExt cx="1324" cy="596"/>
          </a:xfrm>
        </p:grpSpPr>
        <p:sp>
          <p:nvSpPr>
            <p:cNvPr id="76" name="Line 19">
              <a:extLst>
                <a:ext uri="{FF2B5EF4-FFF2-40B4-BE49-F238E27FC236}">
                  <a16:creationId xmlns:a16="http://schemas.microsoft.com/office/drawing/2014/main" id="{32A5B725-224A-8641-84D7-5E247267A891}"/>
                </a:ext>
              </a:extLst>
            </p:cNvPr>
            <p:cNvSpPr>
              <a:spLocks noChangeShapeType="1"/>
            </p:cNvSpPr>
            <p:nvPr/>
          </p:nvSpPr>
          <p:spPr bwMode="auto">
            <a:xfrm>
              <a:off x="3640" y="1346"/>
              <a:ext cx="1324" cy="596"/>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 name="Text Box 24">
              <a:extLst>
                <a:ext uri="{FF2B5EF4-FFF2-40B4-BE49-F238E27FC236}">
                  <a16:creationId xmlns:a16="http://schemas.microsoft.com/office/drawing/2014/main" id="{AFF1AA49-1EC5-FD4D-A4C7-4E97FBE86C40}"/>
                </a:ext>
              </a:extLst>
            </p:cNvPr>
            <p:cNvSpPr txBox="1">
              <a:spLocks noChangeArrowheads="1"/>
            </p:cNvSpPr>
            <p:nvPr/>
          </p:nvSpPr>
          <p:spPr bwMode="auto">
            <a:xfrm rot="1422049">
              <a:off x="3860" y="1445"/>
              <a:ext cx="9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HTTP request</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8" name="Group 36">
            <a:extLst>
              <a:ext uri="{FF2B5EF4-FFF2-40B4-BE49-F238E27FC236}">
                <a16:creationId xmlns:a16="http://schemas.microsoft.com/office/drawing/2014/main" id="{CCF7DC4F-F784-E14E-9279-0C9C13F3B891}"/>
              </a:ext>
            </a:extLst>
          </p:cNvPr>
          <p:cNvGrpSpPr>
            <a:grpSpLocks/>
          </p:cNvGrpSpPr>
          <p:nvPr/>
        </p:nvGrpSpPr>
        <p:grpSpPr bwMode="auto">
          <a:xfrm>
            <a:off x="8241079" y="2599080"/>
            <a:ext cx="1971675" cy="904875"/>
            <a:chOff x="4141" y="394"/>
            <a:chExt cx="1242" cy="570"/>
          </a:xfrm>
        </p:grpSpPr>
        <p:sp>
          <p:nvSpPr>
            <p:cNvPr id="79" name="Line 20">
              <a:extLst>
                <a:ext uri="{FF2B5EF4-FFF2-40B4-BE49-F238E27FC236}">
                  <a16:creationId xmlns:a16="http://schemas.microsoft.com/office/drawing/2014/main" id="{162E51BA-C1E2-004B-832B-C97F73DD43E5}"/>
                </a:ext>
              </a:extLst>
            </p:cNvPr>
            <p:cNvSpPr>
              <a:spLocks noChangeShapeType="1"/>
            </p:cNvSpPr>
            <p:nvPr/>
          </p:nvSpPr>
          <p:spPr bwMode="auto">
            <a:xfrm flipH="1" flipV="1">
              <a:off x="4141" y="394"/>
              <a:ext cx="1242" cy="57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Text Box 26">
              <a:extLst>
                <a:ext uri="{FF2B5EF4-FFF2-40B4-BE49-F238E27FC236}">
                  <a16:creationId xmlns:a16="http://schemas.microsoft.com/office/drawing/2014/main" id="{8A281BFE-8385-CA42-BA62-2631AB1C4BEF}"/>
                </a:ext>
              </a:extLst>
            </p:cNvPr>
            <p:cNvSpPr txBox="1">
              <a:spLocks noChangeArrowheads="1"/>
            </p:cNvSpPr>
            <p:nvPr/>
          </p:nvSpPr>
          <p:spPr bwMode="auto">
            <a:xfrm rot="1411598">
              <a:off x="4304" y="706"/>
              <a:ext cx="101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HTTP response</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1" name="Group 37">
            <a:extLst>
              <a:ext uri="{FF2B5EF4-FFF2-40B4-BE49-F238E27FC236}">
                <a16:creationId xmlns:a16="http://schemas.microsoft.com/office/drawing/2014/main" id="{75AC8EC6-FB97-154F-8581-1A51362C9E51}"/>
              </a:ext>
            </a:extLst>
          </p:cNvPr>
          <p:cNvGrpSpPr>
            <a:grpSpLocks/>
          </p:cNvGrpSpPr>
          <p:nvPr/>
        </p:nvGrpSpPr>
        <p:grpSpPr bwMode="auto">
          <a:xfrm rot="-3183056">
            <a:off x="8106142" y="3884955"/>
            <a:ext cx="2101850" cy="946150"/>
            <a:chOff x="3640" y="1346"/>
            <a:chExt cx="1324" cy="596"/>
          </a:xfrm>
        </p:grpSpPr>
        <p:sp>
          <p:nvSpPr>
            <p:cNvPr id="82" name="Line 19">
              <a:extLst>
                <a:ext uri="{FF2B5EF4-FFF2-40B4-BE49-F238E27FC236}">
                  <a16:creationId xmlns:a16="http://schemas.microsoft.com/office/drawing/2014/main" id="{69FABD09-8D01-A244-A69C-7220481CAE7B}"/>
                </a:ext>
              </a:extLst>
            </p:cNvPr>
            <p:cNvSpPr>
              <a:spLocks noChangeShapeType="1"/>
            </p:cNvSpPr>
            <p:nvPr/>
          </p:nvSpPr>
          <p:spPr bwMode="auto">
            <a:xfrm>
              <a:off x="3640" y="1346"/>
              <a:ext cx="1324" cy="596"/>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 name="Text Box 24">
              <a:extLst>
                <a:ext uri="{FF2B5EF4-FFF2-40B4-BE49-F238E27FC236}">
                  <a16:creationId xmlns:a16="http://schemas.microsoft.com/office/drawing/2014/main" id="{96F64D17-51D6-0A4A-BDA6-07C403F43898}"/>
                </a:ext>
              </a:extLst>
            </p:cNvPr>
            <p:cNvSpPr txBox="1">
              <a:spLocks noChangeArrowheads="1"/>
            </p:cNvSpPr>
            <p:nvPr/>
          </p:nvSpPr>
          <p:spPr bwMode="auto">
            <a:xfrm rot="1422049">
              <a:off x="3860" y="1445"/>
              <a:ext cx="9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HTTP request</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4" name="Group 40">
            <a:extLst>
              <a:ext uri="{FF2B5EF4-FFF2-40B4-BE49-F238E27FC236}">
                <a16:creationId xmlns:a16="http://schemas.microsoft.com/office/drawing/2014/main" id="{B9736B82-D8C5-DA43-B8F2-093DA6AB6E5D}"/>
              </a:ext>
            </a:extLst>
          </p:cNvPr>
          <p:cNvGrpSpPr>
            <a:grpSpLocks/>
          </p:cNvGrpSpPr>
          <p:nvPr/>
        </p:nvGrpSpPr>
        <p:grpSpPr bwMode="auto">
          <a:xfrm rot="-3264937">
            <a:off x="8152179" y="4124667"/>
            <a:ext cx="1971675" cy="904875"/>
            <a:chOff x="4141" y="394"/>
            <a:chExt cx="1242" cy="570"/>
          </a:xfrm>
        </p:grpSpPr>
        <p:sp>
          <p:nvSpPr>
            <p:cNvPr id="85" name="Line 20">
              <a:extLst>
                <a:ext uri="{FF2B5EF4-FFF2-40B4-BE49-F238E27FC236}">
                  <a16:creationId xmlns:a16="http://schemas.microsoft.com/office/drawing/2014/main" id="{1D55C3D5-A428-CC44-8B43-7C6CB47D04C9}"/>
                </a:ext>
              </a:extLst>
            </p:cNvPr>
            <p:cNvSpPr>
              <a:spLocks noChangeShapeType="1"/>
            </p:cNvSpPr>
            <p:nvPr/>
          </p:nvSpPr>
          <p:spPr bwMode="auto">
            <a:xfrm flipH="1" flipV="1">
              <a:off x="4141" y="394"/>
              <a:ext cx="1242" cy="57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 name="Text Box 26">
              <a:extLst>
                <a:ext uri="{FF2B5EF4-FFF2-40B4-BE49-F238E27FC236}">
                  <a16:creationId xmlns:a16="http://schemas.microsoft.com/office/drawing/2014/main" id="{98847E99-AF68-1F43-AC46-9AD80D6458C5}"/>
                </a:ext>
              </a:extLst>
            </p:cNvPr>
            <p:cNvSpPr txBox="1">
              <a:spLocks noChangeArrowheads="1"/>
            </p:cNvSpPr>
            <p:nvPr/>
          </p:nvSpPr>
          <p:spPr bwMode="auto">
            <a:xfrm rot="1411598">
              <a:off x="4304" y="706"/>
              <a:ext cx="101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HTTP response</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067724E3-B9EF-784C-81CF-0208D90CEEBE}"/>
              </a:ext>
            </a:extLst>
          </p:cNvPr>
          <p:cNvGrpSpPr/>
          <p:nvPr/>
        </p:nvGrpSpPr>
        <p:grpSpPr>
          <a:xfrm>
            <a:off x="7046475" y="4540592"/>
            <a:ext cx="2210665" cy="1578194"/>
            <a:chOff x="7046475" y="4540592"/>
            <a:chExt cx="2210665" cy="1578194"/>
          </a:xfrm>
        </p:grpSpPr>
        <p:sp>
          <p:nvSpPr>
            <p:cNvPr id="74" name="Text Box 23">
              <a:extLst>
                <a:ext uri="{FF2B5EF4-FFF2-40B4-BE49-F238E27FC236}">
                  <a16:creationId xmlns:a16="http://schemas.microsoft.com/office/drawing/2014/main" id="{61B2A806-9EFC-9449-97BE-336492E83009}"/>
                </a:ext>
              </a:extLst>
            </p:cNvPr>
            <p:cNvSpPr txBox="1">
              <a:spLocks noChangeArrowheads="1"/>
            </p:cNvSpPr>
            <p:nvPr/>
          </p:nvSpPr>
          <p:spPr bwMode="auto">
            <a:xfrm>
              <a:off x="7046475" y="5472455"/>
              <a:ext cx="22106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iPhone running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Safari browser</a:t>
              </a:r>
              <a:endParaRPr kumimoji="0" lang="en-US" altLang="en-US" sz="32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pic>
          <p:nvPicPr>
            <p:cNvPr id="87" name="Picture 43" descr="iphone_stylized_small">
              <a:extLst>
                <a:ext uri="{FF2B5EF4-FFF2-40B4-BE49-F238E27FC236}">
                  <a16:creationId xmlns:a16="http://schemas.microsoft.com/office/drawing/2014/main" id="{D1E934F1-FF6C-B341-A221-38110724AC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4179" y="4540592"/>
              <a:ext cx="38258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 name="Group 1">
            <a:extLst>
              <a:ext uri="{FF2B5EF4-FFF2-40B4-BE49-F238E27FC236}">
                <a16:creationId xmlns:a16="http://schemas.microsoft.com/office/drawing/2014/main" id="{E5E3F8E5-5BB6-9F4D-BD7D-96E3FCFF937E}"/>
              </a:ext>
            </a:extLst>
          </p:cNvPr>
          <p:cNvGrpSpPr/>
          <p:nvPr/>
        </p:nvGrpSpPr>
        <p:grpSpPr>
          <a:xfrm>
            <a:off x="6584832" y="1722780"/>
            <a:ext cx="2270564" cy="1610628"/>
            <a:chOff x="6584832" y="1722780"/>
            <a:chExt cx="2270564" cy="1610628"/>
          </a:xfrm>
        </p:grpSpPr>
        <p:sp>
          <p:nvSpPr>
            <p:cNvPr id="72" name="Text Box 7">
              <a:extLst>
                <a:ext uri="{FF2B5EF4-FFF2-40B4-BE49-F238E27FC236}">
                  <a16:creationId xmlns:a16="http://schemas.microsoft.com/office/drawing/2014/main" id="{EE5DED9F-E1C4-F34D-899C-5E5BAFDADC9E}"/>
                </a:ext>
              </a:extLst>
            </p:cNvPr>
            <p:cNvSpPr txBox="1">
              <a:spLocks noChangeArrowheads="1"/>
            </p:cNvSpPr>
            <p:nvPr/>
          </p:nvSpPr>
          <p:spPr bwMode="auto">
            <a:xfrm>
              <a:off x="6584832" y="2687077"/>
              <a:ext cx="22705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PC running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Firefox browser</a:t>
              </a:r>
              <a:endParaRPr kumimoji="0" lang="en-US" altLang="en-US" sz="32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nvGrpSpPr>
            <p:cNvPr id="88" name="Group 44">
              <a:extLst>
                <a:ext uri="{FF2B5EF4-FFF2-40B4-BE49-F238E27FC236}">
                  <a16:creationId xmlns:a16="http://schemas.microsoft.com/office/drawing/2014/main" id="{9EAD6FC3-A72E-8241-AA6C-FE53B680C4A5}"/>
                </a:ext>
              </a:extLst>
            </p:cNvPr>
            <p:cNvGrpSpPr>
              <a:grpSpLocks/>
            </p:cNvGrpSpPr>
            <p:nvPr/>
          </p:nvGrpSpPr>
          <p:grpSpPr bwMode="auto">
            <a:xfrm>
              <a:off x="7109192" y="1722780"/>
              <a:ext cx="1066800" cy="1079500"/>
              <a:chOff x="-44" y="1473"/>
              <a:chExt cx="981" cy="1105"/>
            </a:xfrm>
          </p:grpSpPr>
          <p:pic>
            <p:nvPicPr>
              <p:cNvPr id="89" name="Picture 45" descr="desktop_computer_stylized_medium">
                <a:extLst>
                  <a:ext uri="{FF2B5EF4-FFF2-40B4-BE49-F238E27FC236}">
                    <a16:creationId xmlns:a16="http://schemas.microsoft.com/office/drawing/2014/main" id="{1ADDC1FA-6D07-3F4E-8F74-21843504B2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Freeform 46">
                <a:extLst>
                  <a:ext uri="{FF2B5EF4-FFF2-40B4-BE49-F238E27FC236}">
                    <a16:creationId xmlns:a16="http://schemas.microsoft.com/office/drawing/2014/main" id="{42A6104A-05E4-B94E-8AC8-1F8524B85F70}"/>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3" name="Group 2">
            <a:extLst>
              <a:ext uri="{FF2B5EF4-FFF2-40B4-BE49-F238E27FC236}">
                <a16:creationId xmlns:a16="http://schemas.microsoft.com/office/drawing/2014/main" id="{046FA54E-9DBE-BF46-9FA4-0BD5D56FE85D}"/>
              </a:ext>
            </a:extLst>
          </p:cNvPr>
          <p:cNvGrpSpPr/>
          <p:nvPr/>
        </p:nvGrpSpPr>
        <p:grpSpPr>
          <a:xfrm>
            <a:off x="9655810" y="2888005"/>
            <a:ext cx="2414547" cy="2197950"/>
            <a:chOff x="9655810" y="2888005"/>
            <a:chExt cx="2414547" cy="2197950"/>
          </a:xfrm>
        </p:grpSpPr>
        <p:sp>
          <p:nvSpPr>
            <p:cNvPr id="73" name="Text Box 9">
              <a:extLst>
                <a:ext uri="{FF2B5EF4-FFF2-40B4-BE49-F238E27FC236}">
                  <a16:creationId xmlns:a16="http://schemas.microsoft.com/office/drawing/2014/main" id="{1DB0406D-8424-A242-88CD-CF99DD0C8226}"/>
                </a:ext>
              </a:extLst>
            </p:cNvPr>
            <p:cNvSpPr txBox="1">
              <a:spLocks noChangeArrowheads="1"/>
            </p:cNvSpPr>
            <p:nvPr/>
          </p:nvSpPr>
          <p:spPr bwMode="auto">
            <a:xfrm>
              <a:off x="9655810" y="4162625"/>
              <a:ext cx="241454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server running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Apache Web</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server</a:t>
              </a:r>
              <a:endParaRPr kumimoji="0" lang="en-US" altLang="en-US" sz="32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nvGrpSpPr>
            <p:cNvPr id="91" name="Group 47">
              <a:extLst>
                <a:ext uri="{FF2B5EF4-FFF2-40B4-BE49-F238E27FC236}">
                  <a16:creationId xmlns:a16="http://schemas.microsoft.com/office/drawing/2014/main" id="{1578750D-9ADE-FF47-A035-3F58F7F95E77}"/>
                </a:ext>
              </a:extLst>
            </p:cNvPr>
            <p:cNvGrpSpPr>
              <a:grpSpLocks/>
            </p:cNvGrpSpPr>
            <p:nvPr/>
          </p:nvGrpSpPr>
          <p:grpSpPr bwMode="auto">
            <a:xfrm>
              <a:off x="10230217" y="2888005"/>
              <a:ext cx="695325" cy="1282700"/>
              <a:chOff x="4140" y="429"/>
              <a:chExt cx="1425" cy="2396"/>
            </a:xfrm>
          </p:grpSpPr>
          <p:sp>
            <p:nvSpPr>
              <p:cNvPr id="92" name="Freeform 48">
                <a:extLst>
                  <a:ext uri="{FF2B5EF4-FFF2-40B4-BE49-F238E27FC236}">
                    <a16:creationId xmlns:a16="http://schemas.microsoft.com/office/drawing/2014/main" id="{30FC1D0E-933E-6B40-9A42-0E9717238432}"/>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Rectangle 49">
                <a:extLst>
                  <a:ext uri="{FF2B5EF4-FFF2-40B4-BE49-F238E27FC236}">
                    <a16:creationId xmlns:a16="http://schemas.microsoft.com/office/drawing/2014/main" id="{B5655423-6CF0-CD49-B3A9-063B782C1F8A}"/>
                  </a:ext>
                </a:extLst>
              </p:cNvPr>
              <p:cNvSpPr>
                <a:spLocks noChangeArrowheads="1"/>
              </p:cNvSpPr>
              <p:nvPr/>
            </p:nvSpPr>
            <p:spPr bwMode="auto">
              <a:xfrm>
                <a:off x="4205"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4" name="Freeform 50">
                <a:extLst>
                  <a:ext uri="{FF2B5EF4-FFF2-40B4-BE49-F238E27FC236}">
                    <a16:creationId xmlns:a16="http://schemas.microsoft.com/office/drawing/2014/main" id="{A0AC0D67-FA58-B147-A1DC-191134726C5A}"/>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Freeform 51">
                <a:extLst>
                  <a:ext uri="{FF2B5EF4-FFF2-40B4-BE49-F238E27FC236}">
                    <a16:creationId xmlns:a16="http://schemas.microsoft.com/office/drawing/2014/main" id="{DE00B670-08D8-5142-A593-67DE6409B9C4}"/>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Rectangle 52">
                <a:extLst>
                  <a:ext uri="{FF2B5EF4-FFF2-40B4-BE49-F238E27FC236}">
                    <a16:creationId xmlns:a16="http://schemas.microsoft.com/office/drawing/2014/main" id="{C0F46C25-0562-1D41-A932-B4DCFBC60F32}"/>
                  </a:ext>
                </a:extLst>
              </p:cNvPr>
              <p:cNvSpPr>
                <a:spLocks noChangeArrowheads="1"/>
              </p:cNvSpPr>
              <p:nvPr/>
            </p:nvSpPr>
            <p:spPr bwMode="auto">
              <a:xfrm>
                <a:off x="4212" y="693"/>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97" name="Group 53">
                <a:extLst>
                  <a:ext uri="{FF2B5EF4-FFF2-40B4-BE49-F238E27FC236}">
                    <a16:creationId xmlns:a16="http://schemas.microsoft.com/office/drawing/2014/main" id="{42D2ADD9-FBDF-B348-8727-B1428057A192}"/>
                  </a:ext>
                </a:extLst>
              </p:cNvPr>
              <p:cNvGrpSpPr>
                <a:grpSpLocks/>
              </p:cNvGrpSpPr>
              <p:nvPr/>
            </p:nvGrpSpPr>
            <p:grpSpPr bwMode="auto">
              <a:xfrm>
                <a:off x="4749" y="668"/>
                <a:ext cx="581" cy="145"/>
                <a:chOff x="614" y="2568"/>
                <a:chExt cx="725" cy="139"/>
              </a:xfrm>
            </p:grpSpPr>
            <p:sp>
              <p:nvSpPr>
                <p:cNvPr id="122" name="AutoShape 54">
                  <a:extLst>
                    <a:ext uri="{FF2B5EF4-FFF2-40B4-BE49-F238E27FC236}">
                      <a16:creationId xmlns:a16="http://schemas.microsoft.com/office/drawing/2014/main" id="{B3A024BC-0571-B343-B957-96A9956CB100}"/>
                    </a:ext>
                  </a:extLst>
                </p:cNvPr>
                <p:cNvSpPr>
                  <a:spLocks noChangeArrowheads="1"/>
                </p:cNvSpPr>
                <p:nvPr/>
              </p:nvSpPr>
              <p:spPr bwMode="auto">
                <a:xfrm>
                  <a:off x="613" y="2569"/>
                  <a:ext cx="727"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3" name="AutoShape 55">
                  <a:extLst>
                    <a:ext uri="{FF2B5EF4-FFF2-40B4-BE49-F238E27FC236}">
                      <a16:creationId xmlns:a16="http://schemas.microsoft.com/office/drawing/2014/main" id="{BCE631BE-5109-0446-9778-CCBD1DF0A6B3}"/>
                    </a:ext>
                  </a:extLst>
                </p:cNvPr>
                <p:cNvSpPr>
                  <a:spLocks noChangeArrowheads="1"/>
                </p:cNvSpPr>
                <p:nvPr/>
              </p:nvSpPr>
              <p:spPr bwMode="auto">
                <a:xfrm>
                  <a:off x="629" y="2586"/>
                  <a:ext cx="694"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98" name="Rectangle 56">
                <a:extLst>
                  <a:ext uri="{FF2B5EF4-FFF2-40B4-BE49-F238E27FC236}">
                    <a16:creationId xmlns:a16="http://schemas.microsoft.com/office/drawing/2014/main" id="{5D3DFADC-1C8D-AF4C-85AA-0F7A2C55C87C}"/>
                  </a:ext>
                </a:extLst>
              </p:cNvPr>
              <p:cNvSpPr>
                <a:spLocks noChangeArrowheads="1"/>
              </p:cNvSpPr>
              <p:nvPr/>
            </p:nvSpPr>
            <p:spPr bwMode="auto">
              <a:xfrm>
                <a:off x="4225" y="1019"/>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99" name="Group 57">
                <a:extLst>
                  <a:ext uri="{FF2B5EF4-FFF2-40B4-BE49-F238E27FC236}">
                    <a16:creationId xmlns:a16="http://schemas.microsoft.com/office/drawing/2014/main" id="{C1D33EC1-1E29-8544-B98D-73191F02F73D}"/>
                  </a:ext>
                </a:extLst>
              </p:cNvPr>
              <p:cNvGrpSpPr>
                <a:grpSpLocks/>
              </p:cNvGrpSpPr>
              <p:nvPr/>
            </p:nvGrpSpPr>
            <p:grpSpPr bwMode="auto">
              <a:xfrm>
                <a:off x="4747" y="994"/>
                <a:ext cx="581" cy="134"/>
                <a:chOff x="614" y="2568"/>
                <a:chExt cx="725" cy="139"/>
              </a:xfrm>
            </p:grpSpPr>
            <p:sp>
              <p:nvSpPr>
                <p:cNvPr id="120" name="AutoShape 58">
                  <a:extLst>
                    <a:ext uri="{FF2B5EF4-FFF2-40B4-BE49-F238E27FC236}">
                      <a16:creationId xmlns:a16="http://schemas.microsoft.com/office/drawing/2014/main" id="{82D153A1-613C-9C4E-A2C0-B1C929BC01CE}"/>
                    </a:ext>
                  </a:extLst>
                </p:cNvPr>
                <p:cNvSpPr>
                  <a:spLocks noChangeArrowheads="1"/>
                </p:cNvSpPr>
                <p:nvPr/>
              </p:nvSpPr>
              <p:spPr bwMode="auto">
                <a:xfrm>
                  <a:off x="616" y="2569"/>
                  <a:ext cx="723"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1" name="AutoShape 59">
                  <a:extLst>
                    <a:ext uri="{FF2B5EF4-FFF2-40B4-BE49-F238E27FC236}">
                      <a16:creationId xmlns:a16="http://schemas.microsoft.com/office/drawing/2014/main" id="{F147FCC4-6131-8F44-A906-F0D80C4D7263}"/>
                    </a:ext>
                  </a:extLst>
                </p:cNvPr>
                <p:cNvSpPr>
                  <a:spLocks noChangeArrowheads="1"/>
                </p:cNvSpPr>
                <p:nvPr/>
              </p:nvSpPr>
              <p:spPr bwMode="auto">
                <a:xfrm>
                  <a:off x="632" y="2588"/>
                  <a:ext cx="690"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00" name="Rectangle 60">
                <a:extLst>
                  <a:ext uri="{FF2B5EF4-FFF2-40B4-BE49-F238E27FC236}">
                    <a16:creationId xmlns:a16="http://schemas.microsoft.com/office/drawing/2014/main" id="{85C735FA-9571-F248-9BA5-6CDBDBE01BD6}"/>
                  </a:ext>
                </a:extLst>
              </p:cNvPr>
              <p:cNvSpPr>
                <a:spLocks noChangeArrowheads="1"/>
              </p:cNvSpPr>
              <p:nvPr/>
            </p:nvSpPr>
            <p:spPr bwMode="auto">
              <a:xfrm>
                <a:off x="4218" y="1357"/>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61">
                <a:extLst>
                  <a:ext uri="{FF2B5EF4-FFF2-40B4-BE49-F238E27FC236}">
                    <a16:creationId xmlns:a16="http://schemas.microsoft.com/office/drawing/2014/main" id="{5812C6A4-3EC0-A249-9E63-F46527542665}"/>
                  </a:ext>
                </a:extLst>
              </p:cNvPr>
              <p:cNvSpPr>
                <a:spLocks noChangeArrowheads="1"/>
              </p:cNvSpPr>
              <p:nvPr/>
            </p:nvSpPr>
            <p:spPr bwMode="auto">
              <a:xfrm>
                <a:off x="4228" y="1654"/>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02" name="Group 62">
                <a:extLst>
                  <a:ext uri="{FF2B5EF4-FFF2-40B4-BE49-F238E27FC236}">
                    <a16:creationId xmlns:a16="http://schemas.microsoft.com/office/drawing/2014/main" id="{7E620A9B-CBE1-F240-88FD-585574663314}"/>
                  </a:ext>
                </a:extLst>
              </p:cNvPr>
              <p:cNvGrpSpPr>
                <a:grpSpLocks/>
              </p:cNvGrpSpPr>
              <p:nvPr/>
            </p:nvGrpSpPr>
            <p:grpSpPr bwMode="auto">
              <a:xfrm>
                <a:off x="4735" y="1627"/>
                <a:ext cx="582" cy="151"/>
                <a:chOff x="614" y="2568"/>
                <a:chExt cx="725" cy="139"/>
              </a:xfrm>
            </p:grpSpPr>
            <p:sp>
              <p:nvSpPr>
                <p:cNvPr id="118" name="AutoShape 63">
                  <a:extLst>
                    <a:ext uri="{FF2B5EF4-FFF2-40B4-BE49-F238E27FC236}">
                      <a16:creationId xmlns:a16="http://schemas.microsoft.com/office/drawing/2014/main" id="{042898BA-1F4B-D343-83D2-32F6B871E166}"/>
                    </a:ext>
                  </a:extLst>
                </p:cNvPr>
                <p:cNvSpPr>
                  <a:spLocks noChangeArrowheads="1"/>
                </p:cNvSpPr>
                <p:nvPr/>
              </p:nvSpPr>
              <p:spPr bwMode="auto">
                <a:xfrm>
                  <a:off x="614" y="2568"/>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9" name="AutoShape 64">
                  <a:extLst>
                    <a:ext uri="{FF2B5EF4-FFF2-40B4-BE49-F238E27FC236}">
                      <a16:creationId xmlns:a16="http://schemas.microsoft.com/office/drawing/2014/main" id="{43D7819E-9A5B-E741-ACC4-82E6487AE398}"/>
                    </a:ext>
                  </a:extLst>
                </p:cNvPr>
                <p:cNvSpPr>
                  <a:spLocks noChangeArrowheads="1"/>
                </p:cNvSpPr>
                <p:nvPr/>
              </p:nvSpPr>
              <p:spPr bwMode="auto">
                <a:xfrm>
                  <a:off x="631" y="2584"/>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03" name="Freeform 65">
                <a:extLst>
                  <a:ext uri="{FF2B5EF4-FFF2-40B4-BE49-F238E27FC236}">
                    <a16:creationId xmlns:a16="http://schemas.microsoft.com/office/drawing/2014/main" id="{7CC2BA69-A482-5D4B-8CA5-B5AC73726D7C}"/>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04" name="Group 66">
                <a:extLst>
                  <a:ext uri="{FF2B5EF4-FFF2-40B4-BE49-F238E27FC236}">
                    <a16:creationId xmlns:a16="http://schemas.microsoft.com/office/drawing/2014/main" id="{F21B3CA3-EDB9-ED4A-9790-00B6351372FF}"/>
                  </a:ext>
                </a:extLst>
              </p:cNvPr>
              <p:cNvGrpSpPr>
                <a:grpSpLocks/>
              </p:cNvGrpSpPr>
              <p:nvPr/>
            </p:nvGrpSpPr>
            <p:grpSpPr bwMode="auto">
              <a:xfrm>
                <a:off x="4739" y="1327"/>
                <a:ext cx="582" cy="139"/>
                <a:chOff x="614" y="2568"/>
                <a:chExt cx="725" cy="139"/>
              </a:xfrm>
            </p:grpSpPr>
            <p:sp>
              <p:nvSpPr>
                <p:cNvPr id="116" name="AutoShape 67">
                  <a:extLst>
                    <a:ext uri="{FF2B5EF4-FFF2-40B4-BE49-F238E27FC236}">
                      <a16:creationId xmlns:a16="http://schemas.microsoft.com/office/drawing/2014/main" id="{9EDB1FCF-F653-F642-8D80-BF382D9E0C35}"/>
                    </a:ext>
                  </a:extLst>
                </p:cNvPr>
                <p:cNvSpPr>
                  <a:spLocks noChangeArrowheads="1"/>
                </p:cNvSpPr>
                <p:nvPr/>
              </p:nvSpPr>
              <p:spPr bwMode="auto">
                <a:xfrm>
                  <a:off x="614" y="2568"/>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AutoShape 68">
                  <a:extLst>
                    <a:ext uri="{FF2B5EF4-FFF2-40B4-BE49-F238E27FC236}">
                      <a16:creationId xmlns:a16="http://schemas.microsoft.com/office/drawing/2014/main" id="{609BFCAD-4861-EE43-8362-EA6C48556301}"/>
                    </a:ext>
                  </a:extLst>
                </p:cNvPr>
                <p:cNvSpPr>
                  <a:spLocks noChangeArrowheads="1"/>
                </p:cNvSpPr>
                <p:nvPr/>
              </p:nvSpPr>
              <p:spPr bwMode="auto">
                <a:xfrm>
                  <a:off x="630"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05" name="Rectangle 69">
                <a:extLst>
                  <a:ext uri="{FF2B5EF4-FFF2-40B4-BE49-F238E27FC236}">
                    <a16:creationId xmlns:a16="http://schemas.microsoft.com/office/drawing/2014/main" id="{5D47278C-43D3-204F-86FD-15B20209028D}"/>
                  </a:ext>
                </a:extLst>
              </p:cNvPr>
              <p:cNvSpPr>
                <a:spLocks noChangeArrowheads="1"/>
              </p:cNvSpPr>
              <p:nvPr/>
            </p:nvSpPr>
            <p:spPr bwMode="auto">
              <a:xfrm>
                <a:off x="5249" y="432"/>
                <a:ext cx="68"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6" name="Freeform 70">
                <a:extLst>
                  <a:ext uri="{FF2B5EF4-FFF2-40B4-BE49-F238E27FC236}">
                    <a16:creationId xmlns:a16="http://schemas.microsoft.com/office/drawing/2014/main" id="{C4685EB6-AA09-4243-9AED-1759E88D18EC}"/>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 name="Freeform 71">
                <a:extLst>
                  <a:ext uri="{FF2B5EF4-FFF2-40B4-BE49-F238E27FC236}">
                    <a16:creationId xmlns:a16="http://schemas.microsoft.com/office/drawing/2014/main" id="{F8013113-6639-D746-8787-464D70E731D8}"/>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Oval 72">
                <a:extLst>
                  <a:ext uri="{FF2B5EF4-FFF2-40B4-BE49-F238E27FC236}">
                    <a16:creationId xmlns:a16="http://schemas.microsoft.com/office/drawing/2014/main" id="{BAF4B182-B231-9044-AFF9-C80B2E27F7AF}"/>
                  </a:ext>
                </a:extLst>
              </p:cNvPr>
              <p:cNvSpPr>
                <a:spLocks noChangeArrowheads="1"/>
              </p:cNvSpPr>
              <p:nvPr/>
            </p:nvSpPr>
            <p:spPr bwMode="auto">
              <a:xfrm>
                <a:off x="5516" y="2611"/>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Freeform 73">
                <a:extLst>
                  <a:ext uri="{FF2B5EF4-FFF2-40B4-BE49-F238E27FC236}">
                    <a16:creationId xmlns:a16="http://schemas.microsoft.com/office/drawing/2014/main" id="{5BF1720C-9B23-A442-9078-1CB2D3EAD126}"/>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AutoShape 74">
                <a:extLst>
                  <a:ext uri="{FF2B5EF4-FFF2-40B4-BE49-F238E27FC236}">
                    <a16:creationId xmlns:a16="http://schemas.microsoft.com/office/drawing/2014/main" id="{5C72D219-90B2-E948-8C51-2DF4C76E6710}"/>
                  </a:ext>
                </a:extLst>
              </p:cNvPr>
              <p:cNvSpPr>
                <a:spLocks noChangeArrowheads="1"/>
              </p:cNvSpPr>
              <p:nvPr/>
            </p:nvSpPr>
            <p:spPr bwMode="auto">
              <a:xfrm>
                <a:off x="4140" y="2677"/>
                <a:ext cx="1201"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AutoShape 75">
                <a:extLst>
                  <a:ext uri="{FF2B5EF4-FFF2-40B4-BE49-F238E27FC236}">
                    <a16:creationId xmlns:a16="http://schemas.microsoft.com/office/drawing/2014/main" id="{83107432-CCDD-3F4A-A673-5C965AB6622C}"/>
                  </a:ext>
                </a:extLst>
              </p:cNvPr>
              <p:cNvSpPr>
                <a:spLocks noChangeArrowheads="1"/>
              </p:cNvSpPr>
              <p:nvPr/>
            </p:nvSpPr>
            <p:spPr bwMode="auto">
              <a:xfrm>
                <a:off x="4205" y="2712"/>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Oval 76">
                <a:extLst>
                  <a:ext uri="{FF2B5EF4-FFF2-40B4-BE49-F238E27FC236}">
                    <a16:creationId xmlns:a16="http://schemas.microsoft.com/office/drawing/2014/main" id="{93D83AE9-CB35-4043-B0A0-1FFA790871DB}"/>
                  </a:ext>
                </a:extLst>
              </p:cNvPr>
              <p:cNvSpPr>
                <a:spLocks noChangeArrowheads="1"/>
              </p:cNvSpPr>
              <p:nvPr/>
            </p:nvSpPr>
            <p:spPr bwMode="auto">
              <a:xfrm>
                <a:off x="4309" y="2383"/>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Oval 77">
                <a:extLst>
                  <a:ext uri="{FF2B5EF4-FFF2-40B4-BE49-F238E27FC236}">
                    <a16:creationId xmlns:a16="http://schemas.microsoft.com/office/drawing/2014/main" id="{C8BA1D5C-380B-5844-9DFE-FB0350399A3E}"/>
                  </a:ext>
                </a:extLst>
              </p:cNvPr>
              <p:cNvSpPr>
                <a:spLocks noChangeArrowheads="1"/>
              </p:cNvSpPr>
              <p:nvPr/>
            </p:nvSpPr>
            <p:spPr bwMode="auto">
              <a:xfrm>
                <a:off x="4485" y="2383"/>
                <a:ext cx="163"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14" name="Oval 78">
                <a:extLst>
                  <a:ext uri="{FF2B5EF4-FFF2-40B4-BE49-F238E27FC236}">
                    <a16:creationId xmlns:a16="http://schemas.microsoft.com/office/drawing/2014/main" id="{EF0EACD3-D07B-0F4F-BB94-4F2D63912972}"/>
                  </a:ext>
                </a:extLst>
              </p:cNvPr>
              <p:cNvSpPr>
                <a:spLocks noChangeArrowheads="1"/>
              </p:cNvSpPr>
              <p:nvPr/>
            </p:nvSpPr>
            <p:spPr bwMode="auto">
              <a:xfrm>
                <a:off x="4661" y="2380"/>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Rectangle 79">
                <a:extLst>
                  <a:ext uri="{FF2B5EF4-FFF2-40B4-BE49-F238E27FC236}">
                    <a16:creationId xmlns:a16="http://schemas.microsoft.com/office/drawing/2014/main" id="{C545DB8D-EFCD-9A46-858D-A246B93C7BA5}"/>
                  </a:ext>
                </a:extLst>
              </p:cNvPr>
              <p:cNvSpPr>
                <a:spLocks noChangeArrowheads="1"/>
              </p:cNvSpPr>
              <p:nvPr/>
            </p:nvSpPr>
            <p:spPr bwMode="auto">
              <a:xfrm>
                <a:off x="5061" y="1835"/>
                <a:ext cx="88" cy="762"/>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59" name="Slide Number Placeholder 2">
            <a:extLst>
              <a:ext uri="{FF2B5EF4-FFF2-40B4-BE49-F238E27FC236}">
                <a16:creationId xmlns:a16="http://schemas.microsoft.com/office/drawing/2014/main" id="{C473C8CC-FB59-904B-86D0-BFB6A614029E}"/>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375443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1">
                                            <p:txEl>
                                              <p:pRg st="3" end="3"/>
                                            </p:txEl>
                                          </p:spTgt>
                                        </p:tgtEl>
                                        <p:attrNameLst>
                                          <p:attrName>style.visibility</p:attrName>
                                        </p:attrNameLst>
                                      </p:cBhvr>
                                      <p:to>
                                        <p:strVal val="visible"/>
                                      </p:to>
                                    </p:set>
                                    <p:animEffect transition="in" filter="dissolve">
                                      <p:cBhvr>
                                        <p:cTn id="7" dur="500"/>
                                        <p:tgtEl>
                                          <p:spTgt spid="71">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1">
                                            <p:txEl>
                                              <p:pRg st="4" end="4"/>
                                            </p:txEl>
                                          </p:spTgt>
                                        </p:tgtEl>
                                        <p:attrNameLst>
                                          <p:attrName>style.visibility</p:attrName>
                                        </p:attrNameLst>
                                      </p:cBhvr>
                                      <p:to>
                                        <p:strVal val="visible"/>
                                      </p:to>
                                    </p:set>
                                    <p:animEffect transition="in" filter="dissolve">
                                      <p:cBhvr>
                                        <p:cTn id="12" dur="500"/>
                                        <p:tgtEl>
                                          <p:spTgt spid="71">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par>
                                <p:cTn id="18" presetID="9" presetClass="entr" presetSubtype="0"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par>
                                <p:cTn id="21" presetID="9"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5"/>
                                        </p:tgtEl>
                                        <p:attrNameLst>
                                          <p:attrName>style.visibility</p:attrName>
                                        </p:attrNameLst>
                                      </p:cBhvr>
                                      <p:to>
                                        <p:strVal val="visible"/>
                                      </p:to>
                                    </p:set>
                                    <p:animEffect transition="in" filter="wipe(left)">
                                      <p:cBhvr>
                                        <p:cTn id="28" dur="500"/>
                                        <p:tgtEl>
                                          <p:spTgt spid="75"/>
                                        </p:tgtEl>
                                      </p:cBhvr>
                                    </p:animEffect>
                                  </p:childTnLst>
                                </p:cTn>
                              </p:par>
                            </p:childTnLst>
                          </p:cTn>
                        </p:par>
                        <p:par>
                          <p:cTn id="29" fill="hold">
                            <p:stCondLst>
                              <p:cond delay="500"/>
                            </p:stCondLst>
                            <p:childTnLst>
                              <p:par>
                                <p:cTn id="30" presetID="22" presetClass="entr" presetSubtype="2" fill="hold" nodeType="after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wipe(right)">
                                      <p:cBhvr>
                                        <p:cTn id="32" dur="500"/>
                                        <p:tgtEl>
                                          <p:spTgt spid="78"/>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81"/>
                                        </p:tgtEl>
                                        <p:attrNameLst>
                                          <p:attrName>style.visibility</p:attrName>
                                        </p:attrNameLst>
                                      </p:cBhvr>
                                      <p:to>
                                        <p:strVal val="visible"/>
                                      </p:to>
                                    </p:set>
                                    <p:animEffect transition="in" filter="wipe(left)">
                                      <p:cBhvr>
                                        <p:cTn id="36" dur="500"/>
                                        <p:tgtEl>
                                          <p:spTgt spid="81"/>
                                        </p:tgtEl>
                                      </p:cBhvr>
                                    </p:animEffect>
                                  </p:childTnLst>
                                </p:cTn>
                              </p:par>
                            </p:childTnLst>
                          </p:cTn>
                        </p:par>
                        <p:par>
                          <p:cTn id="37" fill="hold">
                            <p:stCondLst>
                              <p:cond delay="1500"/>
                            </p:stCondLst>
                            <p:childTnLst>
                              <p:par>
                                <p:cTn id="38" presetID="22" presetClass="entr" presetSubtype="2" fill="hold" nodeType="afterEffect">
                                  <p:stCondLst>
                                    <p:cond delay="0"/>
                                  </p:stCondLst>
                                  <p:childTnLst>
                                    <p:set>
                                      <p:cBhvr>
                                        <p:cTn id="39" dur="1" fill="hold">
                                          <p:stCondLst>
                                            <p:cond delay="0"/>
                                          </p:stCondLst>
                                        </p:cTn>
                                        <p:tgtEl>
                                          <p:spTgt spid="84"/>
                                        </p:tgtEl>
                                        <p:attrNameLst>
                                          <p:attrName>style.visibility</p:attrName>
                                        </p:attrNameLst>
                                      </p:cBhvr>
                                      <p:to>
                                        <p:strVal val="visible"/>
                                      </p:to>
                                    </p:set>
                                    <p:animEffect transition="in" filter="wipe(right)">
                                      <p:cBhvr>
                                        <p:cTn id="40"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HTTP overview (continued)</a:t>
            </a:r>
            <a:endParaRPr lang="en-US" sz="4400" dirty="0"/>
          </a:p>
        </p:txBody>
      </p:sp>
      <p:sp>
        <p:nvSpPr>
          <p:cNvPr id="64" name="Rectangle 3">
            <a:extLst>
              <a:ext uri="{FF2B5EF4-FFF2-40B4-BE49-F238E27FC236}">
                <a16:creationId xmlns:a16="http://schemas.microsoft.com/office/drawing/2014/main" id="{FA4476ED-595B-8542-B50D-C134553D5523}"/>
              </a:ext>
            </a:extLst>
          </p:cNvPr>
          <p:cNvSpPr txBox="1">
            <a:spLocks noChangeArrowheads="1"/>
          </p:cNvSpPr>
          <p:nvPr/>
        </p:nvSpPr>
        <p:spPr bwMode="auto">
          <a:xfrm>
            <a:off x="947614" y="1548630"/>
            <a:ext cx="5551487"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8"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charset="0"/>
              <a:buNone/>
              <a:tabLst/>
              <a:defRPr/>
            </a:pPr>
            <a:r>
              <a:rPr kumimoji="0" lang="en-US" sz="3200" b="0" i="1" u="none" strike="noStrike" kern="0" cap="none" spc="0" normalizeH="0" baseline="0" noProof="0" dirty="0">
                <a:ln>
                  <a:noFill/>
                </a:ln>
                <a:solidFill>
                  <a:srgbClr val="CC0000"/>
                </a:solidFill>
                <a:effectLst/>
                <a:uLnTx/>
                <a:uFillTx/>
                <a:latin typeface="Calibri"/>
                <a:ea typeface="ＭＳ Ｐゴシック" charset="0"/>
              </a:rPr>
              <a:t>HTTP uses TCP:</a:t>
            </a:r>
          </a:p>
          <a:p>
            <a:pPr marL="233363" marR="0" lvl="0" indent="-2333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prstClr val="black"/>
                </a:solidFill>
                <a:effectLst/>
                <a:uLnTx/>
                <a:uFillTx/>
                <a:latin typeface="Calibri"/>
                <a:ea typeface="ＭＳ Ｐゴシック" charset="0"/>
              </a:rPr>
              <a:t>client initiates TCP connection (creates socket) to server,  port 80</a:t>
            </a:r>
          </a:p>
          <a:p>
            <a:pPr marL="233363" marR="0" lvl="0" indent="-2333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prstClr val="black"/>
                </a:solidFill>
                <a:effectLst/>
                <a:uLnTx/>
                <a:uFillTx/>
                <a:latin typeface="Calibri"/>
                <a:ea typeface="ＭＳ Ｐゴシック" charset="0"/>
              </a:rPr>
              <a:t>server accepts TCP connection from client</a:t>
            </a:r>
          </a:p>
          <a:p>
            <a:pPr marL="233363" marR="0" lvl="0" indent="-2333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prstClr val="black"/>
                </a:solidFill>
                <a:effectLst/>
                <a:uLnTx/>
                <a:uFillTx/>
                <a:latin typeface="Calibri"/>
                <a:ea typeface="ＭＳ Ｐゴシック" charset="0"/>
              </a:rPr>
              <a:t>HTTP messages (application-layer protocol messages) exchanged between browser (HTTP client) and Web server (HTTP server)</a:t>
            </a:r>
          </a:p>
          <a:p>
            <a:pPr marL="233363" marR="0" lvl="0" indent="-2333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prstClr val="black"/>
                </a:solidFill>
                <a:effectLst/>
                <a:uLnTx/>
                <a:uFillTx/>
                <a:latin typeface="Calibri"/>
                <a:ea typeface="ＭＳ Ｐゴシック" charset="0"/>
              </a:rPr>
              <a:t>TCP connection closed</a:t>
            </a:r>
          </a:p>
        </p:txBody>
      </p:sp>
      <p:sp>
        <p:nvSpPr>
          <p:cNvPr id="65" name="Rectangle 4">
            <a:extLst>
              <a:ext uri="{FF2B5EF4-FFF2-40B4-BE49-F238E27FC236}">
                <a16:creationId xmlns:a16="http://schemas.microsoft.com/office/drawing/2014/main" id="{1CC4B9E5-1262-0749-B776-9A1B21976CBD}"/>
              </a:ext>
            </a:extLst>
          </p:cNvPr>
          <p:cNvSpPr txBox="1">
            <a:spLocks noChangeArrowheads="1"/>
          </p:cNvSpPr>
          <p:nvPr/>
        </p:nvSpPr>
        <p:spPr bwMode="auto">
          <a:xfrm>
            <a:off x="6909801" y="1582098"/>
            <a:ext cx="5053013" cy="1705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8" charset="0"/>
              </a:defRPr>
            </a:lvl9pPr>
          </a:lstStyle>
          <a:p>
            <a:pPr marL="342900" marR="0" lvl="0" indent="-342900" algn="l" defTabSz="914400" rtl="0" eaLnBrk="0" fontAlgn="base" latinLnBrk="0" hangingPunct="0">
              <a:lnSpc>
                <a:spcPct val="75000"/>
              </a:lnSpc>
              <a:spcBef>
                <a:spcPct val="20000"/>
              </a:spcBef>
              <a:spcAft>
                <a:spcPct val="0"/>
              </a:spcAft>
              <a:buClr>
                <a:srgbClr val="000099"/>
              </a:buClr>
              <a:buSzPct val="100000"/>
              <a:buFont typeface="Wingdings" pitchFamily="2" charset="2"/>
              <a:buNone/>
              <a:tabLst/>
              <a:defRPr/>
            </a:pPr>
            <a:r>
              <a:rPr kumimoji="0" lang="en-US" altLang="en-US" sz="3200" b="0" i="1" u="none" strike="noStrike" kern="0" cap="none" spc="0" normalizeH="0" baseline="0" noProof="0" dirty="0">
                <a:ln>
                  <a:noFill/>
                </a:ln>
                <a:solidFill>
                  <a:srgbClr val="CC0000"/>
                </a:solidFill>
                <a:effectLst/>
                <a:uLnTx/>
                <a:uFillTx/>
                <a:latin typeface="Calibri"/>
                <a:ea typeface="ＭＳ Ｐゴシック" panose="020B0600070205080204" pitchFamily="34" charset="-128"/>
              </a:rPr>
              <a:t>HTTP is “</a:t>
            </a:r>
            <a:r>
              <a:rPr kumimoji="0" lang="en-US" altLang="ja-JP" sz="3200" b="0" i="1" u="none" strike="noStrike" kern="0" cap="none" spc="0" normalizeH="0" baseline="0" noProof="0" dirty="0">
                <a:ln>
                  <a:noFill/>
                </a:ln>
                <a:solidFill>
                  <a:srgbClr val="CC0000"/>
                </a:solidFill>
                <a:effectLst/>
                <a:uLnTx/>
                <a:uFillTx/>
                <a:latin typeface="Calibri"/>
                <a:ea typeface="ＭＳ Ｐゴシック" panose="020B0600070205080204" pitchFamily="34" charset="-128"/>
              </a:rPr>
              <a:t>stateless”</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a:ea typeface="ＭＳ Ｐゴシック" panose="020B0600070205080204" pitchFamily="34" charset="-128"/>
              </a:rPr>
              <a:t>server maintains</a:t>
            </a:r>
            <a:r>
              <a:rPr kumimoji="0" lang="en-US" altLang="en-US" sz="2800" b="0" i="1" u="none" strike="noStrike" kern="0" cap="none" spc="0" normalizeH="0" baseline="0" noProof="0" dirty="0">
                <a:ln>
                  <a:noFill/>
                </a:ln>
                <a:solidFill>
                  <a:prstClr val="black"/>
                </a:solidFill>
                <a:effectLst/>
                <a:uLnTx/>
                <a:uFillTx/>
                <a:latin typeface="Calibri"/>
                <a:ea typeface="ＭＳ Ｐゴシック" panose="020B0600070205080204" pitchFamily="34" charset="-128"/>
              </a:rPr>
              <a:t> no </a:t>
            </a:r>
            <a:r>
              <a:rPr kumimoji="0" lang="en-US" altLang="en-US" sz="2800" b="0" i="0" u="none" strike="noStrike" kern="0" cap="none" spc="0" normalizeH="0" baseline="0" noProof="0" dirty="0">
                <a:ln>
                  <a:noFill/>
                </a:ln>
                <a:solidFill>
                  <a:prstClr val="black"/>
                </a:solidFill>
                <a:effectLst/>
                <a:uLnTx/>
                <a:uFillTx/>
                <a:latin typeface="Calibri"/>
                <a:ea typeface="ＭＳ Ｐゴシック" panose="020B0600070205080204" pitchFamily="34" charset="-128"/>
              </a:rPr>
              <a:t>information about past client requests</a:t>
            </a:r>
          </a:p>
        </p:txBody>
      </p:sp>
      <p:grpSp>
        <p:nvGrpSpPr>
          <p:cNvPr id="2" name="Group 1">
            <a:extLst>
              <a:ext uri="{FF2B5EF4-FFF2-40B4-BE49-F238E27FC236}">
                <a16:creationId xmlns:a16="http://schemas.microsoft.com/office/drawing/2014/main" id="{4594DB0D-84CB-6F41-9F45-5FA35ED2C87F}"/>
              </a:ext>
            </a:extLst>
          </p:cNvPr>
          <p:cNvGrpSpPr/>
          <p:nvPr/>
        </p:nvGrpSpPr>
        <p:grpSpPr>
          <a:xfrm>
            <a:off x="6909802" y="3209500"/>
            <a:ext cx="5053013" cy="3248103"/>
            <a:chOff x="6909802" y="3209500"/>
            <a:chExt cx="5053013" cy="3248103"/>
          </a:xfrm>
        </p:grpSpPr>
        <p:sp>
          <p:nvSpPr>
            <p:cNvPr id="63" name="Rectangle 9">
              <a:extLst>
                <a:ext uri="{FF2B5EF4-FFF2-40B4-BE49-F238E27FC236}">
                  <a16:creationId xmlns:a16="http://schemas.microsoft.com/office/drawing/2014/main" id="{74F3501A-F7F5-FD47-A745-1E00F8869416}"/>
                </a:ext>
              </a:extLst>
            </p:cNvPr>
            <p:cNvSpPr>
              <a:spLocks noChangeArrowheads="1"/>
            </p:cNvSpPr>
            <p:nvPr/>
          </p:nvSpPr>
          <p:spPr bwMode="auto">
            <a:xfrm>
              <a:off x="10186403" y="3383184"/>
              <a:ext cx="828675" cy="295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24" name="Rectangle 7">
              <a:extLst>
                <a:ext uri="{FF2B5EF4-FFF2-40B4-BE49-F238E27FC236}">
                  <a16:creationId xmlns:a16="http://schemas.microsoft.com/office/drawing/2014/main" id="{21466037-84B8-2C47-8046-BD516C96CDEE}"/>
                </a:ext>
              </a:extLst>
            </p:cNvPr>
            <p:cNvSpPr>
              <a:spLocks noChangeArrowheads="1"/>
            </p:cNvSpPr>
            <p:nvPr/>
          </p:nvSpPr>
          <p:spPr bwMode="auto">
            <a:xfrm>
              <a:off x="6909802" y="3449212"/>
              <a:ext cx="5053013" cy="2847974"/>
            </a:xfrm>
            <a:prstGeom prst="rect">
              <a:avLst/>
            </a:prstGeom>
            <a:solidFill>
              <a:srgbClr val="FFFFFF"/>
            </a:solidFill>
            <a:ln w="19050">
              <a:solidFill>
                <a:srgbClr val="CC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25" name="Rectangle 9">
              <a:extLst>
                <a:ext uri="{FF2B5EF4-FFF2-40B4-BE49-F238E27FC236}">
                  <a16:creationId xmlns:a16="http://schemas.microsoft.com/office/drawing/2014/main" id="{132EE02F-99A4-C148-8E27-84A38CF87F2F}"/>
                </a:ext>
              </a:extLst>
            </p:cNvPr>
            <p:cNvSpPr>
              <a:spLocks noChangeArrowheads="1"/>
            </p:cNvSpPr>
            <p:nvPr/>
          </p:nvSpPr>
          <p:spPr bwMode="auto">
            <a:xfrm>
              <a:off x="9795878" y="3287287"/>
              <a:ext cx="828675" cy="295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26" name="Rectangle 6">
              <a:extLst>
                <a:ext uri="{FF2B5EF4-FFF2-40B4-BE49-F238E27FC236}">
                  <a16:creationId xmlns:a16="http://schemas.microsoft.com/office/drawing/2014/main" id="{64A41E8B-84D6-BE48-B3C9-3F388FD9B677}"/>
                </a:ext>
              </a:extLst>
            </p:cNvPr>
            <p:cNvSpPr>
              <a:spLocks noChangeArrowheads="1"/>
            </p:cNvSpPr>
            <p:nvPr/>
          </p:nvSpPr>
          <p:spPr bwMode="auto">
            <a:xfrm>
              <a:off x="7138987" y="3609628"/>
              <a:ext cx="4565333" cy="284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0" fontAlgn="base" latinLnBrk="0" hangingPunct="0">
                <a:lnSpc>
                  <a:spcPct val="85000"/>
                </a:lnSpc>
                <a:spcBef>
                  <a:spcPct val="20000"/>
                </a:spcBef>
                <a:spcAft>
                  <a:spcPct val="0"/>
                </a:spcAft>
                <a:buClr>
                  <a:srgbClr val="3333CC"/>
                </a:buClr>
                <a:buSzPct val="85000"/>
                <a:buFont typeface="ZapfDingbats" charset="2"/>
                <a:buNone/>
                <a:tabLst/>
                <a:defRPr/>
              </a:pPr>
              <a:r>
                <a:rPr kumimoji="0" lang="en-US" altLang="en-US" sz="2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protocols that maintain “</a:t>
              </a:r>
              <a:r>
                <a:rPr kumimoji="0" lang="en-US" altLang="ja-JP" sz="2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state” are complex!</a:t>
              </a:r>
            </a:p>
            <a:p>
              <a:pPr marL="230188" marR="0" lvl="0" indent="-230188" algn="l" defTabSz="914400" rtl="0" eaLnBrk="0" fontAlgn="base" latinLnBrk="0" hangingPunct="0">
                <a:lnSpc>
                  <a:spcPct val="90000"/>
                </a:lnSpc>
                <a:spcBef>
                  <a:spcPts val="4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mn-cs"/>
                </a:rPr>
                <a:t>past history (state) must be maintained</a:t>
              </a:r>
            </a:p>
            <a:p>
              <a:pPr marL="230188" marR="0" lvl="0" indent="-230188" algn="l" defTabSz="914400" rtl="0" eaLnBrk="0" fontAlgn="base" latinLnBrk="0" hangingPunct="0">
                <a:lnSpc>
                  <a:spcPct val="90000"/>
                </a:lnSpc>
                <a:spcBef>
                  <a:spcPts val="4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mn-cs"/>
                </a:rPr>
                <a:t>if server/client crashes, their views of “</a:t>
              </a:r>
              <a:r>
                <a:rPr kumimoji="0" lang="en-US" altLang="ja-JP" sz="24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mn-cs"/>
                </a:rPr>
                <a:t>state” may be inconsistent, must be reconciled</a:t>
              </a:r>
            </a:p>
            <a:p>
              <a:pPr marL="342900" marR="0" lvl="0" indent="-342900" algn="l" defTabSz="914400" rtl="0" eaLnBrk="0" fontAlgn="base" latinLnBrk="0" hangingPunct="0">
                <a:lnSpc>
                  <a:spcPct val="100000"/>
                </a:lnSpc>
                <a:spcBef>
                  <a:spcPct val="20000"/>
                </a:spcBef>
                <a:spcAft>
                  <a:spcPct val="0"/>
                </a:spcAft>
                <a:buClr>
                  <a:srgbClr val="3333CC"/>
                </a:buClr>
                <a:buSzPct val="85000"/>
                <a:buFont typeface="ZapfDingbats" charset="2"/>
                <a:buChar char="r"/>
                <a:tabLst/>
                <a:defRPr/>
              </a:pPr>
              <a:endParaRPr kumimoji="0" lang="en-US" altLang="en-US" sz="24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27" name="Text Box 8">
              <a:extLst>
                <a:ext uri="{FF2B5EF4-FFF2-40B4-BE49-F238E27FC236}">
                  <a16:creationId xmlns:a16="http://schemas.microsoft.com/office/drawing/2014/main" id="{ADCE3EE0-3E4E-7741-A055-6E8599605060}"/>
                </a:ext>
              </a:extLst>
            </p:cNvPr>
            <p:cNvSpPr txBox="1">
              <a:spLocks noChangeArrowheads="1"/>
            </p:cNvSpPr>
            <p:nvPr/>
          </p:nvSpPr>
          <p:spPr bwMode="auto">
            <a:xfrm>
              <a:off x="9716532" y="3209500"/>
              <a:ext cx="9460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aside</a:t>
              </a:r>
            </a:p>
          </p:txBody>
        </p:sp>
      </p:grpSp>
      <p:sp>
        <p:nvSpPr>
          <p:cNvPr id="11" name="Slide Number Placeholder 2">
            <a:extLst>
              <a:ext uri="{FF2B5EF4-FFF2-40B4-BE49-F238E27FC236}">
                <a16:creationId xmlns:a16="http://schemas.microsoft.com/office/drawing/2014/main" id="{F43C0D7C-054F-1B4F-AC91-25A09EF99059}"/>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82613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dissolve">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4D8C030-5EA8-5557-C232-EB9EBCADE077}"/>
              </a:ext>
            </a:extLst>
          </p:cNvPr>
          <p:cNvSpPr>
            <a:spLocks noGrp="1"/>
          </p:cNvSpPr>
          <p:nvPr>
            <p:ph idx="1"/>
          </p:nvPr>
        </p:nvSpPr>
        <p:spPr/>
        <p:txBody>
          <a:bodyPr>
            <a:normAutofit fontScale="92500" lnSpcReduction="10000"/>
          </a:bodyPr>
          <a:lstStyle/>
          <a:p>
            <a:r>
              <a:rPr lang="en-US" b="1" dirty="0"/>
              <a:t>Scenario:</a:t>
            </a:r>
            <a:r>
              <a:rPr lang="vi-VN" b="1" dirty="0"/>
              <a:t> </a:t>
            </a:r>
            <a:r>
              <a:rPr lang="en-US" dirty="0"/>
              <a:t>You visit an online store, and you want to add two items to your shopping cart.</a:t>
            </a:r>
          </a:p>
          <a:p>
            <a:pPr marL="920750" lvl="1" indent="-457200">
              <a:buFont typeface="+mj-lt"/>
              <a:buAutoNum type="arabicPeriod"/>
            </a:pPr>
            <a:r>
              <a:rPr lang="en-US" b="1" dirty="0"/>
              <a:t>First Request</a:t>
            </a:r>
            <a:r>
              <a:rPr lang="en-US" dirty="0"/>
              <a:t>:</a:t>
            </a:r>
          </a:p>
          <a:p>
            <a:pPr marL="1368425" lvl="2" indent="-457200"/>
            <a:r>
              <a:rPr lang="en-US" dirty="0"/>
              <a:t>You add </a:t>
            </a:r>
            <a:r>
              <a:rPr lang="en-US" b="1" dirty="0"/>
              <a:t>Item A</a:t>
            </a:r>
            <a:r>
              <a:rPr lang="en-US" dirty="0"/>
              <a:t> to your cart by sending an HTTP request to the server.</a:t>
            </a:r>
          </a:p>
          <a:p>
            <a:pPr marL="1368425" lvl="2" indent="-457200"/>
            <a:r>
              <a:rPr lang="en-US" dirty="0"/>
              <a:t>The server processes the request and responds, confirming that Item A has been added.</a:t>
            </a:r>
          </a:p>
          <a:p>
            <a:pPr marL="463550" lvl="1" indent="0">
              <a:buNone/>
            </a:pPr>
            <a:r>
              <a:rPr lang="en-US" dirty="0"/>
              <a:t>However, </a:t>
            </a:r>
            <a:r>
              <a:rPr lang="en-US" b="1" dirty="0"/>
              <a:t>HTTP is stateless</a:t>
            </a:r>
            <a:r>
              <a:rPr lang="en-US" dirty="0"/>
              <a:t>, so the server doesn't remember this action after responding. It doesn't keep track of your cart.</a:t>
            </a:r>
          </a:p>
          <a:p>
            <a:pPr marL="463550" lvl="1" indent="0">
              <a:buNone/>
            </a:pPr>
            <a:r>
              <a:rPr lang="en-US" b="1" dirty="0">
                <a:solidFill>
                  <a:schemeClr val="accent1">
                    <a:lumMod val="75000"/>
                  </a:schemeClr>
                </a:solidFill>
              </a:rPr>
              <a:t>2. </a:t>
            </a:r>
            <a:r>
              <a:rPr lang="vi-VN" b="1" dirty="0"/>
              <a:t>	</a:t>
            </a:r>
            <a:r>
              <a:rPr lang="en-US" b="1" dirty="0"/>
              <a:t>Second Request:</a:t>
            </a:r>
          </a:p>
          <a:p>
            <a:pPr marL="1368425" lvl="2" indent="-457200"/>
            <a:r>
              <a:rPr lang="en-US" dirty="0"/>
              <a:t>Now, you add </a:t>
            </a:r>
            <a:r>
              <a:rPr lang="en-US" b="1" dirty="0"/>
              <a:t>Item B</a:t>
            </a:r>
            <a:r>
              <a:rPr lang="en-US" dirty="0"/>
              <a:t> to your cart with a new HTTP request.</a:t>
            </a:r>
            <a:endParaRPr lang="en-US" b="1" dirty="0"/>
          </a:p>
          <a:p>
            <a:pPr marL="1368425" lvl="2" indent="-457200"/>
            <a:r>
              <a:rPr lang="en-US" dirty="0"/>
              <a:t>Since HTTP is stateless, the server has no memory of your previous request (adding Item A). If the application didn’t use something like cookies or sessions, the server would have no idea that Item A was already added, and it would only know about Item B.</a:t>
            </a:r>
          </a:p>
          <a:p>
            <a:pPr marL="463550" lvl="1" indent="0">
              <a:buNone/>
            </a:pPr>
            <a:r>
              <a:rPr lang="en-US" dirty="0"/>
              <a:t>Without special mechanisms, the server doesn't automatically know about your entire cart because it doesn’t maintain a memory between requests.</a:t>
            </a:r>
            <a:endParaRPr lang="en-US" b="1" dirty="0"/>
          </a:p>
        </p:txBody>
      </p:sp>
      <p:sp>
        <p:nvSpPr>
          <p:cNvPr id="4" name="Title 3">
            <a:extLst>
              <a:ext uri="{FF2B5EF4-FFF2-40B4-BE49-F238E27FC236}">
                <a16:creationId xmlns:a16="http://schemas.microsoft.com/office/drawing/2014/main" id="{47DBF076-56E4-90EF-EBDB-BDA092D4FCED}"/>
              </a:ext>
            </a:extLst>
          </p:cNvPr>
          <p:cNvSpPr>
            <a:spLocks noGrp="1"/>
          </p:cNvSpPr>
          <p:nvPr>
            <p:ph type="title"/>
          </p:nvPr>
        </p:nvSpPr>
        <p:spPr/>
        <p:txBody>
          <a:bodyPr>
            <a:normAutofit/>
          </a:bodyPr>
          <a:lstStyle/>
          <a:p>
            <a:r>
              <a:rPr kumimoji="0" lang="en-US" altLang="en-US" sz="4400" b="0" i="1" u="none" strike="noStrike" kern="0" cap="none" spc="0" normalizeH="0" baseline="0" noProof="0" dirty="0">
                <a:ln>
                  <a:noFill/>
                </a:ln>
                <a:solidFill>
                  <a:srgbClr val="CC0000"/>
                </a:solidFill>
                <a:effectLst/>
                <a:uLnTx/>
                <a:uFillTx/>
                <a:latin typeface="Calibri"/>
                <a:ea typeface="ＭＳ Ｐゴシック" panose="020B0600070205080204" pitchFamily="34" charset="-128"/>
              </a:rPr>
              <a:t>HTTP is “</a:t>
            </a:r>
            <a:r>
              <a:rPr kumimoji="0" lang="en-US" altLang="ja-JP" sz="4400" b="0" i="1" u="none" strike="noStrike" kern="0" cap="none" spc="0" normalizeH="0" baseline="0" noProof="0" dirty="0">
                <a:ln>
                  <a:noFill/>
                </a:ln>
                <a:solidFill>
                  <a:srgbClr val="CC0000"/>
                </a:solidFill>
                <a:effectLst/>
                <a:uLnTx/>
                <a:uFillTx/>
                <a:latin typeface="Calibri"/>
                <a:ea typeface="ＭＳ Ｐゴシック" panose="020B0600070205080204" pitchFamily="34" charset="-128"/>
              </a:rPr>
              <a:t>stateless”</a:t>
            </a:r>
            <a:endParaRPr lang="en-US" dirty="0"/>
          </a:p>
        </p:txBody>
      </p:sp>
      <p:sp>
        <p:nvSpPr>
          <p:cNvPr id="3" name="Slide Number Placeholder 2">
            <a:extLst>
              <a:ext uri="{FF2B5EF4-FFF2-40B4-BE49-F238E27FC236}">
                <a16:creationId xmlns:a16="http://schemas.microsoft.com/office/drawing/2014/main" id="{FCF5850A-699C-1DC6-CE99-F58D7E4ABC7D}"/>
              </a:ext>
            </a:extLst>
          </p:cNvPr>
          <p:cNvSpPr>
            <a:spLocks noGrp="1"/>
          </p:cNvSpPr>
          <p:nvPr>
            <p:ph type="sldNum" sz="quarter" idx="4"/>
          </p:nvPr>
        </p:nvSpPr>
        <p:spPr/>
        <p:txBody>
          <a:bodyPr/>
          <a:lstStyle/>
          <a:p>
            <a:r>
              <a:rPr lang="en-US"/>
              <a:t>Transport Layer: 3-</a:t>
            </a:r>
            <a:fld id="{C4204591-24BD-A542-B9D5-F8D8A88D2FEE}" type="slidenum">
              <a:rPr lang="en-US" smtClean="0"/>
              <a:pPr/>
              <a:t>4</a:t>
            </a:fld>
            <a:endParaRPr lang="en-US"/>
          </a:p>
        </p:txBody>
      </p:sp>
    </p:spTree>
    <p:extLst>
      <p:ext uri="{BB962C8B-B14F-4D97-AF65-F5344CB8AC3E}">
        <p14:creationId xmlns:p14="http://schemas.microsoft.com/office/powerpoint/2010/main" val="368091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HTTP connections: two types</a:t>
            </a:r>
            <a:endParaRPr lang="en-US" sz="4400" dirty="0"/>
          </a:p>
        </p:txBody>
      </p:sp>
      <p:sp>
        <p:nvSpPr>
          <p:cNvPr id="11" name="Rectangle 3">
            <a:extLst>
              <a:ext uri="{FF2B5EF4-FFF2-40B4-BE49-F238E27FC236}">
                <a16:creationId xmlns:a16="http://schemas.microsoft.com/office/drawing/2014/main" id="{D0F92E26-A453-3745-8C0F-BF92C1E3A8B6}"/>
              </a:ext>
            </a:extLst>
          </p:cNvPr>
          <p:cNvSpPr txBox="1">
            <a:spLocks noChangeArrowheads="1"/>
          </p:cNvSpPr>
          <p:nvPr/>
        </p:nvSpPr>
        <p:spPr>
          <a:xfrm>
            <a:off x="798690" y="1543086"/>
            <a:ext cx="5039401"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Non-persistent HTTP</a:t>
            </a:r>
          </a:p>
          <a:p>
            <a:pPr marL="644525" marR="0" lvl="0" indent="-514350" algn="l" defTabSz="914400" rtl="0" eaLnBrk="1" fontAlgn="auto" latinLnBrk="0" hangingPunct="1">
              <a:lnSpc>
                <a:spcPct val="90000"/>
              </a:lnSpc>
              <a:spcBef>
                <a:spcPts val="1000"/>
              </a:spcBef>
              <a:spcAft>
                <a:spcPts val="0"/>
              </a:spcAft>
              <a:buClr>
                <a:srgbClr val="0000A3"/>
              </a:buClr>
              <a:buSzTx/>
              <a:buFont typeface="+mj-lt"/>
              <a:buAutoNum type="arabicPeriod"/>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connection opened</a:t>
            </a:r>
          </a:p>
          <a:p>
            <a:pPr marL="644525" marR="0" lvl="0" indent="-514350" algn="l" defTabSz="914400" rtl="0" eaLnBrk="1" fontAlgn="auto" latinLnBrk="0" hangingPunct="1">
              <a:lnSpc>
                <a:spcPct val="90000"/>
              </a:lnSpc>
              <a:spcBef>
                <a:spcPts val="1000"/>
              </a:spcBef>
              <a:spcAft>
                <a:spcPts val="0"/>
              </a:spcAft>
              <a:buClr>
                <a:srgbClr val="0000A3"/>
              </a:buClr>
              <a:buSzTx/>
              <a:buFont typeface="+mj-lt"/>
              <a:buAutoNum type="arabicPeriod"/>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at most one object sent over TCP connection</a:t>
            </a:r>
          </a:p>
          <a:p>
            <a:pPr marL="644525" marR="0" lvl="0" indent="-514350" algn="l" defTabSz="914400" rtl="0" eaLnBrk="1" fontAlgn="auto" latinLnBrk="0" hangingPunct="1">
              <a:lnSpc>
                <a:spcPct val="90000"/>
              </a:lnSpc>
              <a:spcBef>
                <a:spcPts val="1000"/>
              </a:spcBef>
              <a:spcAft>
                <a:spcPts val="0"/>
              </a:spcAft>
              <a:buClr>
                <a:srgbClr val="0000A3"/>
              </a:buClr>
              <a:buSzTx/>
              <a:buFont typeface="+mj-lt"/>
              <a:buAutoNum type="arabicPeriod"/>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connection closed</a:t>
            </a:r>
          </a:p>
          <a:p>
            <a:pPr marL="130175" marR="0" lvl="0" indent="0" algn="l" defTabSz="914400" rtl="0" eaLnBrk="1" fontAlgn="auto" latinLnBrk="0" hangingPunct="1">
              <a:lnSpc>
                <a:spcPct val="90000"/>
              </a:lnSpc>
              <a:spcBef>
                <a:spcPts val="22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downloading multiple objects required multiple connections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2" name="Rectangle 4">
            <a:extLst>
              <a:ext uri="{FF2B5EF4-FFF2-40B4-BE49-F238E27FC236}">
                <a16:creationId xmlns:a16="http://schemas.microsoft.com/office/drawing/2014/main" id="{7E46F3CB-B7A2-6C4C-B085-55F383976BB8}"/>
              </a:ext>
            </a:extLst>
          </p:cNvPr>
          <p:cNvSpPr txBox="1">
            <a:spLocks noChangeArrowheads="1"/>
          </p:cNvSpPr>
          <p:nvPr/>
        </p:nvSpPr>
        <p:spPr>
          <a:xfrm>
            <a:off x="6781215" y="1543086"/>
            <a:ext cx="5039401"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Persistent HTTP</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connection opened to a server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multiple objects can be sent over </a:t>
            </a:r>
            <a:r>
              <a:rPr kumimoji="0" lang="en-US" altLang="en-US" sz="32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single</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TCP connection between client, and that server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connection closed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id="{D55A10CF-7248-164C-A5EF-FC5AA96E9417}"/>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114156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dissolve">
                                      <p:cBhvr>
                                        <p:cTn id="7" dur="500"/>
                                        <p:tgtEl>
                                          <p:spTgt spid="11">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dissolve">
                                      <p:cBhvr>
                                        <p:cTn id="10" dur="500"/>
                                        <p:tgtEl>
                                          <p:spTgt spid="11">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dissolve">
                                      <p:cBhvr>
                                        <p:cTn id="13" dur="500"/>
                                        <p:tgtEl>
                                          <p:spTgt spid="11">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dissolve">
                                      <p:cBhvr>
                                        <p:cTn id="16" dur="500"/>
                                        <p:tgtEl>
                                          <p:spTgt spid="11">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animEffect transition="in" filter="dissolve">
                                      <p:cBhvr>
                                        <p:cTn id="21" dur="500"/>
                                        <p:tgtEl>
                                          <p:spTgt spid="12">
                                            <p:txEl>
                                              <p:pRg st="1" end="1"/>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animEffect transition="in" filter="dissolve">
                                      <p:cBhvr>
                                        <p:cTn id="24" dur="500"/>
                                        <p:tgtEl>
                                          <p:spTgt spid="12">
                                            <p:txEl>
                                              <p:pRg st="2" end="2"/>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animEffect transition="in" filter="dissolve">
                                      <p:cBhvr>
                                        <p:cTn id="27"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Non-persistent HTTP: example</a:t>
            </a:r>
            <a:endParaRPr lang="en-US" sz="4400" dirty="0"/>
          </a:p>
        </p:txBody>
      </p:sp>
      <p:sp>
        <p:nvSpPr>
          <p:cNvPr id="6" name="Line 11">
            <a:extLst>
              <a:ext uri="{FF2B5EF4-FFF2-40B4-BE49-F238E27FC236}">
                <a16:creationId xmlns:a16="http://schemas.microsoft.com/office/drawing/2014/main" id="{67AC580C-18A4-D247-92B5-6D862101F771}"/>
              </a:ext>
            </a:extLst>
          </p:cNvPr>
          <p:cNvSpPr>
            <a:spLocks noChangeShapeType="1"/>
          </p:cNvSpPr>
          <p:nvPr/>
        </p:nvSpPr>
        <p:spPr bwMode="auto">
          <a:xfrm>
            <a:off x="798691" y="2868166"/>
            <a:ext cx="10658" cy="3480471"/>
          </a:xfrm>
          <a:prstGeom prst="line">
            <a:avLst/>
          </a:prstGeom>
          <a:noFill/>
          <a:ln w="19050">
            <a:solidFill>
              <a:schemeClr val="bg1">
                <a:lumMod val="6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Rectangle 13">
            <a:extLst>
              <a:ext uri="{FF2B5EF4-FFF2-40B4-BE49-F238E27FC236}">
                <a16:creationId xmlns:a16="http://schemas.microsoft.com/office/drawing/2014/main" id="{1301A620-3B2F-B341-BCAC-A3E4F12C85AA}"/>
              </a:ext>
            </a:extLst>
          </p:cNvPr>
          <p:cNvSpPr>
            <a:spLocks noChangeArrowheads="1"/>
          </p:cNvSpPr>
          <p:nvPr/>
        </p:nvSpPr>
        <p:spPr bwMode="auto">
          <a:xfrm>
            <a:off x="490358" y="5641558"/>
            <a:ext cx="657225"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8" name="Rectangle 3">
            <a:extLst>
              <a:ext uri="{FF2B5EF4-FFF2-40B4-BE49-F238E27FC236}">
                <a16:creationId xmlns:a16="http://schemas.microsoft.com/office/drawing/2014/main" id="{44008892-5F15-CD46-8B74-F28D8BF76E3B}"/>
              </a:ext>
            </a:extLst>
          </p:cNvPr>
          <p:cNvSpPr txBox="1">
            <a:spLocks noChangeArrowheads="1"/>
          </p:cNvSpPr>
          <p:nvPr/>
        </p:nvSpPr>
        <p:spPr>
          <a:xfrm>
            <a:off x="809349" y="1351435"/>
            <a:ext cx="7942262" cy="46672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User enters URL:</a:t>
            </a:r>
          </a:p>
        </p:txBody>
      </p:sp>
      <p:sp>
        <p:nvSpPr>
          <p:cNvPr id="10" name="Rectangle 4">
            <a:extLst>
              <a:ext uri="{FF2B5EF4-FFF2-40B4-BE49-F238E27FC236}">
                <a16:creationId xmlns:a16="http://schemas.microsoft.com/office/drawing/2014/main" id="{8E22C996-6035-504C-97CC-082C3EAD4AF4}"/>
              </a:ext>
            </a:extLst>
          </p:cNvPr>
          <p:cNvSpPr txBox="1">
            <a:spLocks noChangeArrowheads="1"/>
          </p:cNvSpPr>
          <p:nvPr/>
        </p:nvSpPr>
        <p:spPr>
          <a:xfrm>
            <a:off x="944384" y="2447251"/>
            <a:ext cx="4850242" cy="19050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1a</a:t>
            </a:r>
            <a:r>
              <a:rPr kumimoji="0" lang="en-US" altLang="en-US" sz="24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mn-cs"/>
              </a:rPr>
              <a:t>.</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HTTP client initiates TCP connection to HTTP server (process) at </a:t>
            </a: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www.someSchool.edu </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on port 80</a:t>
            </a:r>
          </a:p>
        </p:txBody>
      </p:sp>
      <p:sp>
        <p:nvSpPr>
          <p:cNvPr id="13" name="Rectangle 5">
            <a:extLst>
              <a:ext uri="{FF2B5EF4-FFF2-40B4-BE49-F238E27FC236}">
                <a16:creationId xmlns:a16="http://schemas.microsoft.com/office/drawing/2014/main" id="{4518B9B7-A17A-DD48-BBA8-A1AC04589450}"/>
              </a:ext>
            </a:extLst>
          </p:cNvPr>
          <p:cNvSpPr>
            <a:spLocks noChangeArrowheads="1"/>
          </p:cNvSpPr>
          <p:nvPr/>
        </p:nvSpPr>
        <p:spPr bwMode="auto">
          <a:xfrm>
            <a:off x="1172983" y="4077834"/>
            <a:ext cx="421653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2</a:t>
            </a:r>
            <a:r>
              <a:rPr kumimoji="0" lang="en-US" altLang="en-US" sz="24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mn-cs"/>
              </a:rPr>
              <a:t>.</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HTTP client sends HTTP </a:t>
            </a:r>
            <a:r>
              <a:rPr kumimoji="0" lang="en-US" altLang="en-US" sz="2400" b="0" i="1"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request message</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(containing URL) into TCP connection socket. Message indicates that client wants object </a:t>
            </a: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someDepartment/home.index</a:t>
            </a: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4" name="Rectangle 6">
            <a:extLst>
              <a:ext uri="{FF2B5EF4-FFF2-40B4-BE49-F238E27FC236}">
                <a16:creationId xmlns:a16="http://schemas.microsoft.com/office/drawing/2014/main" id="{AC1983CF-C4CB-FF47-A69D-3E65B8C96824}"/>
              </a:ext>
            </a:extLst>
          </p:cNvPr>
          <p:cNvSpPr>
            <a:spLocks noChangeArrowheads="1"/>
          </p:cNvSpPr>
          <p:nvPr/>
        </p:nvSpPr>
        <p:spPr bwMode="auto">
          <a:xfrm>
            <a:off x="6717018" y="2733157"/>
            <a:ext cx="5389528"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1b</a:t>
            </a:r>
            <a:r>
              <a:rPr kumimoji="0" lang="en-US" altLang="en-US" sz="24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mn-cs"/>
              </a:rPr>
              <a:t>.</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HTTP server at host </a:t>
            </a: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www.someSchool.edu </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waiting for TCP connection at port 80  “</a:t>
            </a:r>
            <a:r>
              <a:rPr kumimoji="0" lang="en-US" altLang="ja-JP"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accepts” connection, notifying client</a:t>
            </a: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5" name="Rectangle 7">
            <a:extLst>
              <a:ext uri="{FF2B5EF4-FFF2-40B4-BE49-F238E27FC236}">
                <a16:creationId xmlns:a16="http://schemas.microsoft.com/office/drawing/2014/main" id="{0B2B9504-D191-9144-8C84-929183C16C80}"/>
              </a:ext>
            </a:extLst>
          </p:cNvPr>
          <p:cNvSpPr>
            <a:spLocks noChangeArrowheads="1"/>
          </p:cNvSpPr>
          <p:nvPr/>
        </p:nvSpPr>
        <p:spPr bwMode="auto">
          <a:xfrm>
            <a:off x="6843976" y="4739906"/>
            <a:ext cx="539487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3</a:t>
            </a:r>
            <a:r>
              <a:rPr kumimoji="0" lang="en-US" altLang="en-US" sz="20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mn-cs"/>
              </a:rPr>
              <a:t>.</a:t>
            </a: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 server receives request message, forms </a:t>
            </a:r>
            <a:r>
              <a:rPr kumimoji="0" lang="en-US" altLang="en-US" sz="2400" b="0" i="1"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response message</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containing requested object, and sends message into its socket</a:t>
            </a: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6" name="Line 9">
            <a:extLst>
              <a:ext uri="{FF2B5EF4-FFF2-40B4-BE49-F238E27FC236}">
                <a16:creationId xmlns:a16="http://schemas.microsoft.com/office/drawing/2014/main" id="{B4DAFA34-3C73-6F47-8061-690804DAF277}"/>
              </a:ext>
            </a:extLst>
          </p:cNvPr>
          <p:cNvSpPr>
            <a:spLocks noChangeShapeType="1"/>
          </p:cNvSpPr>
          <p:nvPr/>
        </p:nvSpPr>
        <p:spPr bwMode="auto">
          <a:xfrm>
            <a:off x="5102530" y="4961816"/>
            <a:ext cx="1800180" cy="60195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Line 10">
            <a:extLst>
              <a:ext uri="{FF2B5EF4-FFF2-40B4-BE49-F238E27FC236}">
                <a16:creationId xmlns:a16="http://schemas.microsoft.com/office/drawing/2014/main" id="{0A9DB4DB-78BB-C14F-903C-4C820480B188}"/>
              </a:ext>
            </a:extLst>
          </p:cNvPr>
          <p:cNvSpPr>
            <a:spLocks noChangeShapeType="1"/>
          </p:cNvSpPr>
          <p:nvPr/>
        </p:nvSpPr>
        <p:spPr bwMode="auto">
          <a:xfrm flipH="1">
            <a:off x="5389517" y="5671992"/>
            <a:ext cx="1410287" cy="891868"/>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Text Box 12">
            <a:extLst>
              <a:ext uri="{FF2B5EF4-FFF2-40B4-BE49-F238E27FC236}">
                <a16:creationId xmlns:a16="http://schemas.microsoft.com/office/drawing/2014/main" id="{27BF3D34-DFF2-A04F-84F9-CBAE80221F3D}"/>
              </a:ext>
            </a:extLst>
          </p:cNvPr>
          <p:cNvSpPr txBox="1">
            <a:spLocks noChangeArrowheads="1"/>
          </p:cNvSpPr>
          <p:nvPr/>
        </p:nvSpPr>
        <p:spPr bwMode="auto">
          <a:xfrm>
            <a:off x="499883" y="5563771"/>
            <a:ext cx="673100" cy="4064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white">
                    <a:lumMod val="65000"/>
                  </a:prstClr>
                </a:solidFill>
                <a:effectLst/>
                <a:uLnTx/>
                <a:uFillTx/>
                <a:latin typeface="Calibri"/>
                <a:ea typeface="ＭＳ Ｐゴシック" panose="020B0600070205080204" pitchFamily="34" charset="-128"/>
                <a:cs typeface="+mn-cs"/>
              </a:rPr>
              <a:t>time</a:t>
            </a:r>
          </a:p>
        </p:txBody>
      </p:sp>
      <p:sp>
        <p:nvSpPr>
          <p:cNvPr id="19" name="Line 8">
            <a:extLst>
              <a:ext uri="{FF2B5EF4-FFF2-40B4-BE49-F238E27FC236}">
                <a16:creationId xmlns:a16="http://schemas.microsoft.com/office/drawing/2014/main" id="{8D8A0BF5-72E5-9E41-A2AE-DE0F79C9B132}"/>
              </a:ext>
            </a:extLst>
          </p:cNvPr>
          <p:cNvSpPr>
            <a:spLocks noChangeShapeType="1"/>
          </p:cNvSpPr>
          <p:nvPr/>
        </p:nvSpPr>
        <p:spPr bwMode="auto">
          <a:xfrm>
            <a:off x="5156851" y="2779258"/>
            <a:ext cx="1551025" cy="52387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 name="Line 14">
            <a:extLst>
              <a:ext uri="{FF2B5EF4-FFF2-40B4-BE49-F238E27FC236}">
                <a16:creationId xmlns:a16="http://schemas.microsoft.com/office/drawing/2014/main" id="{054521BF-054B-B342-A343-164F3CB503B3}"/>
              </a:ext>
            </a:extLst>
          </p:cNvPr>
          <p:cNvSpPr>
            <a:spLocks noChangeShapeType="1"/>
          </p:cNvSpPr>
          <p:nvPr/>
        </p:nvSpPr>
        <p:spPr bwMode="auto">
          <a:xfrm flipH="1">
            <a:off x="5102530" y="3366635"/>
            <a:ext cx="1551026" cy="1006986"/>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 name="Text Box 15">
            <a:extLst>
              <a:ext uri="{FF2B5EF4-FFF2-40B4-BE49-F238E27FC236}">
                <a16:creationId xmlns:a16="http://schemas.microsoft.com/office/drawing/2014/main" id="{B64D7167-BDDE-A148-84EB-4FB5D33E4E55}"/>
              </a:ext>
            </a:extLst>
          </p:cNvPr>
          <p:cNvSpPr txBox="1">
            <a:spLocks noChangeArrowheads="1"/>
          </p:cNvSpPr>
          <p:nvPr/>
        </p:nvSpPr>
        <p:spPr bwMode="auto">
          <a:xfrm>
            <a:off x="4677390" y="1660654"/>
            <a:ext cx="63784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(containing text, references to 10 jpeg images)</a:t>
            </a: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2" name="Rectangle 3">
            <a:extLst>
              <a:ext uri="{FF2B5EF4-FFF2-40B4-BE49-F238E27FC236}">
                <a16:creationId xmlns:a16="http://schemas.microsoft.com/office/drawing/2014/main" id="{E52A420B-2488-A04D-8D7F-CC71C334B2CC}"/>
              </a:ext>
            </a:extLst>
          </p:cNvPr>
          <p:cNvSpPr>
            <a:spLocks noChangeArrowheads="1"/>
          </p:cNvSpPr>
          <p:nvPr/>
        </p:nvSpPr>
        <p:spPr bwMode="auto">
          <a:xfrm>
            <a:off x="3508021" y="1414937"/>
            <a:ext cx="79422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ts val="0"/>
              </a:spcBef>
              <a:spcAft>
                <a:spcPts val="0"/>
              </a:spcAft>
              <a:buClr>
                <a:srgbClr val="000099"/>
              </a:buClr>
              <a:buSzPct val="65000"/>
              <a:buFont typeface="Wingdings" pitchFamily="2" charset="2"/>
              <a:buNone/>
              <a:tabLst/>
              <a:defRPr/>
            </a:pPr>
            <a:r>
              <a:rPr kumimoji="0" lang="en-US" altLang="en-US" sz="20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www.someSchool.edu/someDepartment/home.index</a:t>
            </a:r>
          </a:p>
        </p:txBody>
      </p:sp>
      <p:grpSp>
        <p:nvGrpSpPr>
          <p:cNvPr id="23" name="Group 44">
            <a:extLst>
              <a:ext uri="{FF2B5EF4-FFF2-40B4-BE49-F238E27FC236}">
                <a16:creationId xmlns:a16="http://schemas.microsoft.com/office/drawing/2014/main" id="{2394097B-A6BF-8042-8504-A7CA070914D8}"/>
              </a:ext>
            </a:extLst>
          </p:cNvPr>
          <p:cNvGrpSpPr>
            <a:grpSpLocks/>
          </p:cNvGrpSpPr>
          <p:nvPr/>
        </p:nvGrpSpPr>
        <p:grpSpPr bwMode="auto">
          <a:xfrm>
            <a:off x="371687" y="2060763"/>
            <a:ext cx="784845" cy="730423"/>
            <a:chOff x="-44" y="1473"/>
            <a:chExt cx="981" cy="1105"/>
          </a:xfrm>
        </p:grpSpPr>
        <p:pic>
          <p:nvPicPr>
            <p:cNvPr id="24" name="Picture 45" descr="desktop_computer_stylized_medium">
              <a:extLst>
                <a:ext uri="{FF2B5EF4-FFF2-40B4-BE49-F238E27FC236}">
                  <a16:creationId xmlns:a16="http://schemas.microsoft.com/office/drawing/2014/main" id="{807C0FED-FCBE-2D4E-A1F2-CBF2C81D3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Freeform 46">
              <a:extLst>
                <a:ext uri="{FF2B5EF4-FFF2-40B4-BE49-F238E27FC236}">
                  <a16:creationId xmlns:a16="http://schemas.microsoft.com/office/drawing/2014/main" id="{9119D5B0-5ADB-2048-9F8B-D683AC19EAE1}"/>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 name="Group 47">
            <a:extLst>
              <a:ext uri="{FF2B5EF4-FFF2-40B4-BE49-F238E27FC236}">
                <a16:creationId xmlns:a16="http://schemas.microsoft.com/office/drawing/2014/main" id="{DB78F20D-7762-EC45-A5F7-9DBB8F599433}"/>
              </a:ext>
            </a:extLst>
          </p:cNvPr>
          <p:cNvGrpSpPr>
            <a:grpSpLocks/>
          </p:cNvGrpSpPr>
          <p:nvPr/>
        </p:nvGrpSpPr>
        <p:grpSpPr bwMode="auto">
          <a:xfrm>
            <a:off x="6367322" y="2347016"/>
            <a:ext cx="286234" cy="640019"/>
            <a:chOff x="4140" y="429"/>
            <a:chExt cx="1425" cy="2396"/>
          </a:xfrm>
        </p:grpSpPr>
        <p:sp>
          <p:nvSpPr>
            <p:cNvPr id="27" name="Freeform 48">
              <a:extLst>
                <a:ext uri="{FF2B5EF4-FFF2-40B4-BE49-F238E27FC236}">
                  <a16:creationId xmlns:a16="http://schemas.microsoft.com/office/drawing/2014/main" id="{9F7835DE-1DB5-554B-9435-F21099237C48}"/>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 name="Rectangle 49">
              <a:extLst>
                <a:ext uri="{FF2B5EF4-FFF2-40B4-BE49-F238E27FC236}">
                  <a16:creationId xmlns:a16="http://schemas.microsoft.com/office/drawing/2014/main" id="{D58C67CB-FC2C-6C45-A584-0EE3943CCB4F}"/>
                </a:ext>
              </a:extLst>
            </p:cNvPr>
            <p:cNvSpPr>
              <a:spLocks noChangeArrowheads="1"/>
            </p:cNvSpPr>
            <p:nvPr/>
          </p:nvSpPr>
          <p:spPr bwMode="auto">
            <a:xfrm>
              <a:off x="4205"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 name="Freeform 50">
              <a:extLst>
                <a:ext uri="{FF2B5EF4-FFF2-40B4-BE49-F238E27FC236}">
                  <a16:creationId xmlns:a16="http://schemas.microsoft.com/office/drawing/2014/main" id="{2E7357FA-BE14-7B45-B9C8-D3AD131C802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Freeform 51">
              <a:extLst>
                <a:ext uri="{FF2B5EF4-FFF2-40B4-BE49-F238E27FC236}">
                  <a16:creationId xmlns:a16="http://schemas.microsoft.com/office/drawing/2014/main" id="{86D743E9-08EF-3443-A09F-9FD39BD6BF33}"/>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Rectangle 52">
              <a:extLst>
                <a:ext uri="{FF2B5EF4-FFF2-40B4-BE49-F238E27FC236}">
                  <a16:creationId xmlns:a16="http://schemas.microsoft.com/office/drawing/2014/main" id="{147C38BE-745B-5043-B214-0B9EA392BF0F}"/>
                </a:ext>
              </a:extLst>
            </p:cNvPr>
            <p:cNvSpPr>
              <a:spLocks noChangeArrowheads="1"/>
            </p:cNvSpPr>
            <p:nvPr/>
          </p:nvSpPr>
          <p:spPr bwMode="auto">
            <a:xfrm>
              <a:off x="4212" y="693"/>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 name="Group 53">
              <a:extLst>
                <a:ext uri="{FF2B5EF4-FFF2-40B4-BE49-F238E27FC236}">
                  <a16:creationId xmlns:a16="http://schemas.microsoft.com/office/drawing/2014/main" id="{FBCFE8CA-D754-EF47-A59B-C987FE102036}"/>
                </a:ext>
              </a:extLst>
            </p:cNvPr>
            <p:cNvGrpSpPr>
              <a:grpSpLocks/>
            </p:cNvGrpSpPr>
            <p:nvPr/>
          </p:nvGrpSpPr>
          <p:grpSpPr bwMode="auto">
            <a:xfrm>
              <a:off x="4749" y="668"/>
              <a:ext cx="581" cy="145"/>
              <a:chOff x="614" y="2568"/>
              <a:chExt cx="725" cy="139"/>
            </a:xfrm>
          </p:grpSpPr>
          <p:sp>
            <p:nvSpPr>
              <p:cNvPr id="57" name="AutoShape 54">
                <a:extLst>
                  <a:ext uri="{FF2B5EF4-FFF2-40B4-BE49-F238E27FC236}">
                    <a16:creationId xmlns:a16="http://schemas.microsoft.com/office/drawing/2014/main" id="{4CB48C03-464D-0344-AF93-DBB0CF131319}"/>
                  </a:ext>
                </a:extLst>
              </p:cNvPr>
              <p:cNvSpPr>
                <a:spLocks noChangeArrowheads="1"/>
              </p:cNvSpPr>
              <p:nvPr/>
            </p:nvSpPr>
            <p:spPr bwMode="auto">
              <a:xfrm>
                <a:off x="613" y="2569"/>
                <a:ext cx="727"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AutoShape 55">
                <a:extLst>
                  <a:ext uri="{FF2B5EF4-FFF2-40B4-BE49-F238E27FC236}">
                    <a16:creationId xmlns:a16="http://schemas.microsoft.com/office/drawing/2014/main" id="{9545D198-3BD7-694B-B5DC-4ED4C79FCEE0}"/>
                  </a:ext>
                </a:extLst>
              </p:cNvPr>
              <p:cNvSpPr>
                <a:spLocks noChangeArrowheads="1"/>
              </p:cNvSpPr>
              <p:nvPr/>
            </p:nvSpPr>
            <p:spPr bwMode="auto">
              <a:xfrm>
                <a:off x="629" y="2586"/>
                <a:ext cx="694"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 name="Rectangle 56">
              <a:extLst>
                <a:ext uri="{FF2B5EF4-FFF2-40B4-BE49-F238E27FC236}">
                  <a16:creationId xmlns:a16="http://schemas.microsoft.com/office/drawing/2014/main" id="{BB7A1A44-103A-4142-BB05-0C014EC72C83}"/>
                </a:ext>
              </a:extLst>
            </p:cNvPr>
            <p:cNvSpPr>
              <a:spLocks noChangeArrowheads="1"/>
            </p:cNvSpPr>
            <p:nvPr/>
          </p:nvSpPr>
          <p:spPr bwMode="auto">
            <a:xfrm>
              <a:off x="4225" y="1019"/>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4" name="Group 57">
              <a:extLst>
                <a:ext uri="{FF2B5EF4-FFF2-40B4-BE49-F238E27FC236}">
                  <a16:creationId xmlns:a16="http://schemas.microsoft.com/office/drawing/2014/main" id="{A7308D7F-AFED-CA43-852A-E750251C679D}"/>
                </a:ext>
              </a:extLst>
            </p:cNvPr>
            <p:cNvGrpSpPr>
              <a:grpSpLocks/>
            </p:cNvGrpSpPr>
            <p:nvPr/>
          </p:nvGrpSpPr>
          <p:grpSpPr bwMode="auto">
            <a:xfrm>
              <a:off x="4747" y="994"/>
              <a:ext cx="581" cy="134"/>
              <a:chOff x="614" y="2568"/>
              <a:chExt cx="725" cy="139"/>
            </a:xfrm>
          </p:grpSpPr>
          <p:sp>
            <p:nvSpPr>
              <p:cNvPr id="55" name="AutoShape 58">
                <a:extLst>
                  <a:ext uri="{FF2B5EF4-FFF2-40B4-BE49-F238E27FC236}">
                    <a16:creationId xmlns:a16="http://schemas.microsoft.com/office/drawing/2014/main" id="{72E4409D-5ADE-A147-AA65-DA449963160A}"/>
                  </a:ext>
                </a:extLst>
              </p:cNvPr>
              <p:cNvSpPr>
                <a:spLocks noChangeArrowheads="1"/>
              </p:cNvSpPr>
              <p:nvPr/>
            </p:nvSpPr>
            <p:spPr bwMode="auto">
              <a:xfrm>
                <a:off x="616" y="2569"/>
                <a:ext cx="723"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AutoShape 59">
                <a:extLst>
                  <a:ext uri="{FF2B5EF4-FFF2-40B4-BE49-F238E27FC236}">
                    <a16:creationId xmlns:a16="http://schemas.microsoft.com/office/drawing/2014/main" id="{B7CA2B3C-6AEB-7A43-B3B4-4DF7057698E6}"/>
                  </a:ext>
                </a:extLst>
              </p:cNvPr>
              <p:cNvSpPr>
                <a:spLocks noChangeArrowheads="1"/>
              </p:cNvSpPr>
              <p:nvPr/>
            </p:nvSpPr>
            <p:spPr bwMode="auto">
              <a:xfrm>
                <a:off x="632" y="2588"/>
                <a:ext cx="690"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5" name="Rectangle 60">
              <a:extLst>
                <a:ext uri="{FF2B5EF4-FFF2-40B4-BE49-F238E27FC236}">
                  <a16:creationId xmlns:a16="http://schemas.microsoft.com/office/drawing/2014/main" id="{BA20BEBE-68B5-1249-B593-1C7CD6B37989}"/>
                </a:ext>
              </a:extLst>
            </p:cNvPr>
            <p:cNvSpPr>
              <a:spLocks noChangeArrowheads="1"/>
            </p:cNvSpPr>
            <p:nvPr/>
          </p:nvSpPr>
          <p:spPr bwMode="auto">
            <a:xfrm>
              <a:off x="4218" y="1357"/>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Rectangle 61">
              <a:extLst>
                <a:ext uri="{FF2B5EF4-FFF2-40B4-BE49-F238E27FC236}">
                  <a16:creationId xmlns:a16="http://schemas.microsoft.com/office/drawing/2014/main" id="{E5963EC5-6FAF-A14D-AB16-7FE0DA31DBE8}"/>
                </a:ext>
              </a:extLst>
            </p:cNvPr>
            <p:cNvSpPr>
              <a:spLocks noChangeArrowheads="1"/>
            </p:cNvSpPr>
            <p:nvPr/>
          </p:nvSpPr>
          <p:spPr bwMode="auto">
            <a:xfrm>
              <a:off x="4228" y="1654"/>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 name="Group 62">
              <a:extLst>
                <a:ext uri="{FF2B5EF4-FFF2-40B4-BE49-F238E27FC236}">
                  <a16:creationId xmlns:a16="http://schemas.microsoft.com/office/drawing/2014/main" id="{A8DEC631-5A58-7849-9209-1EB5AB569523}"/>
                </a:ext>
              </a:extLst>
            </p:cNvPr>
            <p:cNvGrpSpPr>
              <a:grpSpLocks/>
            </p:cNvGrpSpPr>
            <p:nvPr/>
          </p:nvGrpSpPr>
          <p:grpSpPr bwMode="auto">
            <a:xfrm>
              <a:off x="4735" y="1627"/>
              <a:ext cx="582" cy="151"/>
              <a:chOff x="614" y="2568"/>
              <a:chExt cx="725" cy="139"/>
            </a:xfrm>
          </p:grpSpPr>
          <p:sp>
            <p:nvSpPr>
              <p:cNvPr id="53" name="AutoShape 63">
                <a:extLst>
                  <a:ext uri="{FF2B5EF4-FFF2-40B4-BE49-F238E27FC236}">
                    <a16:creationId xmlns:a16="http://schemas.microsoft.com/office/drawing/2014/main" id="{6FBD34E3-C5B6-E944-B4E7-984347F693AD}"/>
                  </a:ext>
                </a:extLst>
              </p:cNvPr>
              <p:cNvSpPr>
                <a:spLocks noChangeArrowheads="1"/>
              </p:cNvSpPr>
              <p:nvPr/>
            </p:nvSpPr>
            <p:spPr bwMode="auto">
              <a:xfrm>
                <a:off x="614" y="2568"/>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AutoShape 64">
                <a:extLst>
                  <a:ext uri="{FF2B5EF4-FFF2-40B4-BE49-F238E27FC236}">
                    <a16:creationId xmlns:a16="http://schemas.microsoft.com/office/drawing/2014/main" id="{444700C5-DD16-7045-A6DF-957B4E655DE6}"/>
                  </a:ext>
                </a:extLst>
              </p:cNvPr>
              <p:cNvSpPr>
                <a:spLocks noChangeArrowheads="1"/>
              </p:cNvSpPr>
              <p:nvPr/>
            </p:nvSpPr>
            <p:spPr bwMode="auto">
              <a:xfrm>
                <a:off x="631" y="2584"/>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8" name="Freeform 65">
              <a:extLst>
                <a:ext uri="{FF2B5EF4-FFF2-40B4-BE49-F238E27FC236}">
                  <a16:creationId xmlns:a16="http://schemas.microsoft.com/office/drawing/2014/main" id="{210F459F-9F66-B847-B785-6AE02157E12F}"/>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9" name="Group 66">
              <a:extLst>
                <a:ext uri="{FF2B5EF4-FFF2-40B4-BE49-F238E27FC236}">
                  <a16:creationId xmlns:a16="http://schemas.microsoft.com/office/drawing/2014/main" id="{07904654-EF90-4B4C-B348-E6F299ADAFC1}"/>
                </a:ext>
              </a:extLst>
            </p:cNvPr>
            <p:cNvGrpSpPr>
              <a:grpSpLocks/>
            </p:cNvGrpSpPr>
            <p:nvPr/>
          </p:nvGrpSpPr>
          <p:grpSpPr bwMode="auto">
            <a:xfrm>
              <a:off x="4739" y="1327"/>
              <a:ext cx="582" cy="139"/>
              <a:chOff x="614" y="2568"/>
              <a:chExt cx="725" cy="139"/>
            </a:xfrm>
          </p:grpSpPr>
          <p:sp>
            <p:nvSpPr>
              <p:cNvPr id="51" name="AutoShape 67">
                <a:extLst>
                  <a:ext uri="{FF2B5EF4-FFF2-40B4-BE49-F238E27FC236}">
                    <a16:creationId xmlns:a16="http://schemas.microsoft.com/office/drawing/2014/main" id="{927A6F56-7195-2A4B-A9FF-BD73015A7667}"/>
                  </a:ext>
                </a:extLst>
              </p:cNvPr>
              <p:cNvSpPr>
                <a:spLocks noChangeArrowheads="1"/>
              </p:cNvSpPr>
              <p:nvPr/>
            </p:nvSpPr>
            <p:spPr bwMode="auto">
              <a:xfrm>
                <a:off x="614" y="2568"/>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AutoShape 68">
                <a:extLst>
                  <a:ext uri="{FF2B5EF4-FFF2-40B4-BE49-F238E27FC236}">
                    <a16:creationId xmlns:a16="http://schemas.microsoft.com/office/drawing/2014/main" id="{AE3156D8-7946-6043-B3B8-2B13B72930EB}"/>
                  </a:ext>
                </a:extLst>
              </p:cNvPr>
              <p:cNvSpPr>
                <a:spLocks noChangeArrowheads="1"/>
              </p:cNvSpPr>
              <p:nvPr/>
            </p:nvSpPr>
            <p:spPr bwMode="auto">
              <a:xfrm>
                <a:off x="630"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 name="Rectangle 69">
              <a:extLst>
                <a:ext uri="{FF2B5EF4-FFF2-40B4-BE49-F238E27FC236}">
                  <a16:creationId xmlns:a16="http://schemas.microsoft.com/office/drawing/2014/main" id="{CE18F5A0-5742-0B4F-982F-6BC169203DB9}"/>
                </a:ext>
              </a:extLst>
            </p:cNvPr>
            <p:cNvSpPr>
              <a:spLocks noChangeArrowheads="1"/>
            </p:cNvSpPr>
            <p:nvPr/>
          </p:nvSpPr>
          <p:spPr bwMode="auto">
            <a:xfrm>
              <a:off x="5249" y="432"/>
              <a:ext cx="68"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 name="Freeform 70">
              <a:extLst>
                <a:ext uri="{FF2B5EF4-FFF2-40B4-BE49-F238E27FC236}">
                  <a16:creationId xmlns:a16="http://schemas.microsoft.com/office/drawing/2014/main" id="{2BD50CD9-1EF1-ED4C-AFCE-14AD1B90C3BA}"/>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 name="Freeform 71">
              <a:extLst>
                <a:ext uri="{FF2B5EF4-FFF2-40B4-BE49-F238E27FC236}">
                  <a16:creationId xmlns:a16="http://schemas.microsoft.com/office/drawing/2014/main" id="{577EA932-97EB-4149-8C8C-9011420A3E5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 name="Oval 72">
              <a:extLst>
                <a:ext uri="{FF2B5EF4-FFF2-40B4-BE49-F238E27FC236}">
                  <a16:creationId xmlns:a16="http://schemas.microsoft.com/office/drawing/2014/main" id="{49966F96-01DC-0A43-BCBA-D06A3569E54F}"/>
                </a:ext>
              </a:extLst>
            </p:cNvPr>
            <p:cNvSpPr>
              <a:spLocks noChangeArrowheads="1"/>
            </p:cNvSpPr>
            <p:nvPr/>
          </p:nvSpPr>
          <p:spPr bwMode="auto">
            <a:xfrm>
              <a:off x="5516" y="2611"/>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 name="Freeform 73">
              <a:extLst>
                <a:ext uri="{FF2B5EF4-FFF2-40B4-BE49-F238E27FC236}">
                  <a16:creationId xmlns:a16="http://schemas.microsoft.com/office/drawing/2014/main" id="{F1C686DE-B7D5-2148-BCC7-2FAC2C010BAE}"/>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AutoShape 74">
              <a:extLst>
                <a:ext uri="{FF2B5EF4-FFF2-40B4-BE49-F238E27FC236}">
                  <a16:creationId xmlns:a16="http://schemas.microsoft.com/office/drawing/2014/main" id="{F82F43AD-BE0F-344E-BEE9-58D59D825684}"/>
                </a:ext>
              </a:extLst>
            </p:cNvPr>
            <p:cNvSpPr>
              <a:spLocks noChangeArrowheads="1"/>
            </p:cNvSpPr>
            <p:nvPr/>
          </p:nvSpPr>
          <p:spPr bwMode="auto">
            <a:xfrm>
              <a:off x="4140" y="2677"/>
              <a:ext cx="1201"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 name="AutoShape 75">
              <a:extLst>
                <a:ext uri="{FF2B5EF4-FFF2-40B4-BE49-F238E27FC236}">
                  <a16:creationId xmlns:a16="http://schemas.microsoft.com/office/drawing/2014/main" id="{50B859D7-FD53-4C47-95AC-855D1B2F398F}"/>
                </a:ext>
              </a:extLst>
            </p:cNvPr>
            <p:cNvSpPr>
              <a:spLocks noChangeArrowheads="1"/>
            </p:cNvSpPr>
            <p:nvPr/>
          </p:nvSpPr>
          <p:spPr bwMode="auto">
            <a:xfrm>
              <a:off x="4205" y="2712"/>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 name="Oval 76">
              <a:extLst>
                <a:ext uri="{FF2B5EF4-FFF2-40B4-BE49-F238E27FC236}">
                  <a16:creationId xmlns:a16="http://schemas.microsoft.com/office/drawing/2014/main" id="{83896475-9FE1-9143-9428-50459AAB83ED}"/>
                </a:ext>
              </a:extLst>
            </p:cNvPr>
            <p:cNvSpPr>
              <a:spLocks noChangeArrowheads="1"/>
            </p:cNvSpPr>
            <p:nvPr/>
          </p:nvSpPr>
          <p:spPr bwMode="auto">
            <a:xfrm>
              <a:off x="4309" y="2383"/>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 name="Oval 77">
              <a:extLst>
                <a:ext uri="{FF2B5EF4-FFF2-40B4-BE49-F238E27FC236}">
                  <a16:creationId xmlns:a16="http://schemas.microsoft.com/office/drawing/2014/main" id="{10EA96BE-EF36-2B49-A03B-AEC865105807}"/>
                </a:ext>
              </a:extLst>
            </p:cNvPr>
            <p:cNvSpPr>
              <a:spLocks noChangeArrowheads="1"/>
            </p:cNvSpPr>
            <p:nvPr/>
          </p:nvSpPr>
          <p:spPr bwMode="auto">
            <a:xfrm>
              <a:off x="4485" y="2383"/>
              <a:ext cx="163"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9" name="Oval 78">
              <a:extLst>
                <a:ext uri="{FF2B5EF4-FFF2-40B4-BE49-F238E27FC236}">
                  <a16:creationId xmlns:a16="http://schemas.microsoft.com/office/drawing/2014/main" id="{BE8642C4-0C45-D94F-821D-2190EC5469F2}"/>
                </a:ext>
              </a:extLst>
            </p:cNvPr>
            <p:cNvSpPr>
              <a:spLocks noChangeArrowheads="1"/>
            </p:cNvSpPr>
            <p:nvPr/>
          </p:nvSpPr>
          <p:spPr bwMode="auto">
            <a:xfrm>
              <a:off x="4661" y="2380"/>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Rectangle 79">
              <a:extLst>
                <a:ext uri="{FF2B5EF4-FFF2-40B4-BE49-F238E27FC236}">
                  <a16:creationId xmlns:a16="http://schemas.microsoft.com/office/drawing/2014/main" id="{C9A770C5-A3F8-D845-B1BA-3D43D933CB1A}"/>
                </a:ext>
              </a:extLst>
            </p:cNvPr>
            <p:cNvSpPr>
              <a:spLocks noChangeArrowheads="1"/>
            </p:cNvSpPr>
            <p:nvPr/>
          </p:nvSpPr>
          <p:spPr bwMode="auto">
            <a:xfrm>
              <a:off x="5061" y="1835"/>
              <a:ext cx="88" cy="762"/>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9" name="Slide Number Placeholder 2">
            <a:extLst>
              <a:ext uri="{FF2B5EF4-FFF2-40B4-BE49-F238E27FC236}">
                <a16:creationId xmlns:a16="http://schemas.microsoft.com/office/drawing/2014/main" id="{FD2215CF-ECE6-6746-8DE5-3833EE2398C9}"/>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380524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dissolve">
                                      <p:cBhvr>
                                        <p:cTn id="15" dur="500"/>
                                        <p:tgtEl>
                                          <p:spTgt spid="14"/>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dissolve">
                                      <p:cBhvr>
                                        <p:cTn id="24" dur="500"/>
                                        <p:tgtEl>
                                          <p:spTgt spid="13"/>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par>
                          <p:cTn id="29" fill="hold">
                            <p:stCondLst>
                              <p:cond delay="1000"/>
                            </p:stCondLst>
                            <p:childTnLst>
                              <p:par>
                                <p:cTn id="30" presetID="9" presetClass="entr" presetSubtype="0"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par>
                          <p:cTn id="33" fill="hold">
                            <p:stCondLst>
                              <p:cond delay="1500"/>
                            </p:stCondLst>
                            <p:childTnLst>
                              <p:par>
                                <p:cTn id="34" presetID="22" presetClass="entr" presetSubtype="2"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right)">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Non-persistent HTTP: example (cont.)</a:t>
            </a:r>
            <a:endParaRPr lang="en-US" sz="4400" dirty="0"/>
          </a:p>
        </p:txBody>
      </p:sp>
      <p:sp>
        <p:nvSpPr>
          <p:cNvPr id="8" name="Rectangle 3">
            <a:extLst>
              <a:ext uri="{FF2B5EF4-FFF2-40B4-BE49-F238E27FC236}">
                <a16:creationId xmlns:a16="http://schemas.microsoft.com/office/drawing/2014/main" id="{44008892-5F15-CD46-8B74-F28D8BF76E3B}"/>
              </a:ext>
            </a:extLst>
          </p:cNvPr>
          <p:cNvSpPr txBox="1">
            <a:spLocks noChangeArrowheads="1"/>
          </p:cNvSpPr>
          <p:nvPr/>
        </p:nvSpPr>
        <p:spPr>
          <a:xfrm>
            <a:off x="809349" y="1351435"/>
            <a:ext cx="7942262" cy="46672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User enters URL:</a:t>
            </a:r>
          </a:p>
        </p:txBody>
      </p:sp>
      <p:sp>
        <p:nvSpPr>
          <p:cNvPr id="21" name="Text Box 15">
            <a:extLst>
              <a:ext uri="{FF2B5EF4-FFF2-40B4-BE49-F238E27FC236}">
                <a16:creationId xmlns:a16="http://schemas.microsoft.com/office/drawing/2014/main" id="{B64D7167-BDDE-A148-84EB-4FB5D33E4E55}"/>
              </a:ext>
            </a:extLst>
          </p:cNvPr>
          <p:cNvSpPr txBox="1">
            <a:spLocks noChangeArrowheads="1"/>
          </p:cNvSpPr>
          <p:nvPr/>
        </p:nvSpPr>
        <p:spPr bwMode="auto">
          <a:xfrm>
            <a:off x="4677390" y="1660654"/>
            <a:ext cx="63784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(containing text, references to 10 jpeg images)</a:t>
            </a: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2" name="Rectangle 3">
            <a:extLst>
              <a:ext uri="{FF2B5EF4-FFF2-40B4-BE49-F238E27FC236}">
                <a16:creationId xmlns:a16="http://schemas.microsoft.com/office/drawing/2014/main" id="{E52A420B-2488-A04D-8D7F-CC71C334B2CC}"/>
              </a:ext>
            </a:extLst>
          </p:cNvPr>
          <p:cNvSpPr>
            <a:spLocks noChangeArrowheads="1"/>
          </p:cNvSpPr>
          <p:nvPr/>
        </p:nvSpPr>
        <p:spPr bwMode="auto">
          <a:xfrm>
            <a:off x="3508021" y="1414937"/>
            <a:ext cx="79422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ts val="0"/>
              </a:spcBef>
              <a:spcAft>
                <a:spcPts val="0"/>
              </a:spcAft>
              <a:buClr>
                <a:srgbClr val="000099"/>
              </a:buClr>
              <a:buSzPct val="65000"/>
              <a:buFont typeface="Wingdings" pitchFamily="2" charset="2"/>
              <a:buNone/>
              <a:tabLst/>
              <a:defRPr/>
            </a:pPr>
            <a:r>
              <a:rPr kumimoji="0" lang="en-US" altLang="en-US" sz="20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www.someSchool.edu/someDepartment/home.index</a:t>
            </a:r>
          </a:p>
        </p:txBody>
      </p:sp>
      <p:grpSp>
        <p:nvGrpSpPr>
          <p:cNvPr id="23" name="Group 44">
            <a:extLst>
              <a:ext uri="{FF2B5EF4-FFF2-40B4-BE49-F238E27FC236}">
                <a16:creationId xmlns:a16="http://schemas.microsoft.com/office/drawing/2014/main" id="{2394097B-A6BF-8042-8504-A7CA070914D8}"/>
              </a:ext>
            </a:extLst>
          </p:cNvPr>
          <p:cNvGrpSpPr>
            <a:grpSpLocks/>
          </p:cNvGrpSpPr>
          <p:nvPr/>
        </p:nvGrpSpPr>
        <p:grpSpPr bwMode="auto">
          <a:xfrm>
            <a:off x="371687" y="2060763"/>
            <a:ext cx="784845" cy="730423"/>
            <a:chOff x="-44" y="1473"/>
            <a:chExt cx="981" cy="1105"/>
          </a:xfrm>
        </p:grpSpPr>
        <p:pic>
          <p:nvPicPr>
            <p:cNvPr id="24" name="Picture 45" descr="desktop_computer_stylized_medium">
              <a:extLst>
                <a:ext uri="{FF2B5EF4-FFF2-40B4-BE49-F238E27FC236}">
                  <a16:creationId xmlns:a16="http://schemas.microsoft.com/office/drawing/2014/main" id="{807C0FED-FCBE-2D4E-A1F2-CBF2C81D3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Freeform 46">
              <a:extLst>
                <a:ext uri="{FF2B5EF4-FFF2-40B4-BE49-F238E27FC236}">
                  <a16:creationId xmlns:a16="http://schemas.microsoft.com/office/drawing/2014/main" id="{9119D5B0-5ADB-2048-9F8B-D683AC19EAE1}"/>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 name="Group 47">
            <a:extLst>
              <a:ext uri="{FF2B5EF4-FFF2-40B4-BE49-F238E27FC236}">
                <a16:creationId xmlns:a16="http://schemas.microsoft.com/office/drawing/2014/main" id="{DB78F20D-7762-EC45-A5F7-9DBB8F599433}"/>
              </a:ext>
            </a:extLst>
          </p:cNvPr>
          <p:cNvGrpSpPr>
            <a:grpSpLocks/>
          </p:cNvGrpSpPr>
          <p:nvPr/>
        </p:nvGrpSpPr>
        <p:grpSpPr bwMode="auto">
          <a:xfrm>
            <a:off x="6367322" y="2347016"/>
            <a:ext cx="286234" cy="640019"/>
            <a:chOff x="4140" y="429"/>
            <a:chExt cx="1425" cy="2396"/>
          </a:xfrm>
        </p:grpSpPr>
        <p:sp>
          <p:nvSpPr>
            <p:cNvPr id="27" name="Freeform 48">
              <a:extLst>
                <a:ext uri="{FF2B5EF4-FFF2-40B4-BE49-F238E27FC236}">
                  <a16:creationId xmlns:a16="http://schemas.microsoft.com/office/drawing/2014/main" id="{9F7835DE-1DB5-554B-9435-F21099237C48}"/>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 name="Rectangle 49">
              <a:extLst>
                <a:ext uri="{FF2B5EF4-FFF2-40B4-BE49-F238E27FC236}">
                  <a16:creationId xmlns:a16="http://schemas.microsoft.com/office/drawing/2014/main" id="{D58C67CB-FC2C-6C45-A584-0EE3943CCB4F}"/>
                </a:ext>
              </a:extLst>
            </p:cNvPr>
            <p:cNvSpPr>
              <a:spLocks noChangeArrowheads="1"/>
            </p:cNvSpPr>
            <p:nvPr/>
          </p:nvSpPr>
          <p:spPr bwMode="auto">
            <a:xfrm>
              <a:off x="4205"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 name="Freeform 50">
              <a:extLst>
                <a:ext uri="{FF2B5EF4-FFF2-40B4-BE49-F238E27FC236}">
                  <a16:creationId xmlns:a16="http://schemas.microsoft.com/office/drawing/2014/main" id="{2E7357FA-BE14-7B45-B9C8-D3AD131C802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Freeform 51">
              <a:extLst>
                <a:ext uri="{FF2B5EF4-FFF2-40B4-BE49-F238E27FC236}">
                  <a16:creationId xmlns:a16="http://schemas.microsoft.com/office/drawing/2014/main" id="{86D743E9-08EF-3443-A09F-9FD39BD6BF33}"/>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Rectangle 52">
              <a:extLst>
                <a:ext uri="{FF2B5EF4-FFF2-40B4-BE49-F238E27FC236}">
                  <a16:creationId xmlns:a16="http://schemas.microsoft.com/office/drawing/2014/main" id="{147C38BE-745B-5043-B214-0B9EA392BF0F}"/>
                </a:ext>
              </a:extLst>
            </p:cNvPr>
            <p:cNvSpPr>
              <a:spLocks noChangeArrowheads="1"/>
            </p:cNvSpPr>
            <p:nvPr/>
          </p:nvSpPr>
          <p:spPr bwMode="auto">
            <a:xfrm>
              <a:off x="4212" y="693"/>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 name="Group 53">
              <a:extLst>
                <a:ext uri="{FF2B5EF4-FFF2-40B4-BE49-F238E27FC236}">
                  <a16:creationId xmlns:a16="http://schemas.microsoft.com/office/drawing/2014/main" id="{FBCFE8CA-D754-EF47-A59B-C987FE102036}"/>
                </a:ext>
              </a:extLst>
            </p:cNvPr>
            <p:cNvGrpSpPr>
              <a:grpSpLocks/>
            </p:cNvGrpSpPr>
            <p:nvPr/>
          </p:nvGrpSpPr>
          <p:grpSpPr bwMode="auto">
            <a:xfrm>
              <a:off x="4749" y="668"/>
              <a:ext cx="581" cy="145"/>
              <a:chOff x="614" y="2568"/>
              <a:chExt cx="725" cy="139"/>
            </a:xfrm>
          </p:grpSpPr>
          <p:sp>
            <p:nvSpPr>
              <p:cNvPr id="57" name="AutoShape 54">
                <a:extLst>
                  <a:ext uri="{FF2B5EF4-FFF2-40B4-BE49-F238E27FC236}">
                    <a16:creationId xmlns:a16="http://schemas.microsoft.com/office/drawing/2014/main" id="{4CB48C03-464D-0344-AF93-DBB0CF131319}"/>
                  </a:ext>
                </a:extLst>
              </p:cNvPr>
              <p:cNvSpPr>
                <a:spLocks noChangeArrowheads="1"/>
              </p:cNvSpPr>
              <p:nvPr/>
            </p:nvSpPr>
            <p:spPr bwMode="auto">
              <a:xfrm>
                <a:off x="613" y="2569"/>
                <a:ext cx="727"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AutoShape 55">
                <a:extLst>
                  <a:ext uri="{FF2B5EF4-FFF2-40B4-BE49-F238E27FC236}">
                    <a16:creationId xmlns:a16="http://schemas.microsoft.com/office/drawing/2014/main" id="{9545D198-3BD7-694B-B5DC-4ED4C79FCEE0}"/>
                  </a:ext>
                </a:extLst>
              </p:cNvPr>
              <p:cNvSpPr>
                <a:spLocks noChangeArrowheads="1"/>
              </p:cNvSpPr>
              <p:nvPr/>
            </p:nvSpPr>
            <p:spPr bwMode="auto">
              <a:xfrm>
                <a:off x="629" y="2586"/>
                <a:ext cx="694"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 name="Rectangle 56">
              <a:extLst>
                <a:ext uri="{FF2B5EF4-FFF2-40B4-BE49-F238E27FC236}">
                  <a16:creationId xmlns:a16="http://schemas.microsoft.com/office/drawing/2014/main" id="{BB7A1A44-103A-4142-BB05-0C014EC72C83}"/>
                </a:ext>
              </a:extLst>
            </p:cNvPr>
            <p:cNvSpPr>
              <a:spLocks noChangeArrowheads="1"/>
            </p:cNvSpPr>
            <p:nvPr/>
          </p:nvSpPr>
          <p:spPr bwMode="auto">
            <a:xfrm>
              <a:off x="4225" y="1019"/>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4" name="Group 57">
              <a:extLst>
                <a:ext uri="{FF2B5EF4-FFF2-40B4-BE49-F238E27FC236}">
                  <a16:creationId xmlns:a16="http://schemas.microsoft.com/office/drawing/2014/main" id="{A7308D7F-AFED-CA43-852A-E750251C679D}"/>
                </a:ext>
              </a:extLst>
            </p:cNvPr>
            <p:cNvGrpSpPr>
              <a:grpSpLocks/>
            </p:cNvGrpSpPr>
            <p:nvPr/>
          </p:nvGrpSpPr>
          <p:grpSpPr bwMode="auto">
            <a:xfrm>
              <a:off x="4747" y="994"/>
              <a:ext cx="581" cy="134"/>
              <a:chOff x="614" y="2568"/>
              <a:chExt cx="725" cy="139"/>
            </a:xfrm>
          </p:grpSpPr>
          <p:sp>
            <p:nvSpPr>
              <p:cNvPr id="55" name="AutoShape 58">
                <a:extLst>
                  <a:ext uri="{FF2B5EF4-FFF2-40B4-BE49-F238E27FC236}">
                    <a16:creationId xmlns:a16="http://schemas.microsoft.com/office/drawing/2014/main" id="{72E4409D-5ADE-A147-AA65-DA449963160A}"/>
                  </a:ext>
                </a:extLst>
              </p:cNvPr>
              <p:cNvSpPr>
                <a:spLocks noChangeArrowheads="1"/>
              </p:cNvSpPr>
              <p:nvPr/>
            </p:nvSpPr>
            <p:spPr bwMode="auto">
              <a:xfrm>
                <a:off x="616" y="2569"/>
                <a:ext cx="723"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AutoShape 59">
                <a:extLst>
                  <a:ext uri="{FF2B5EF4-FFF2-40B4-BE49-F238E27FC236}">
                    <a16:creationId xmlns:a16="http://schemas.microsoft.com/office/drawing/2014/main" id="{B7CA2B3C-6AEB-7A43-B3B4-4DF7057698E6}"/>
                  </a:ext>
                </a:extLst>
              </p:cNvPr>
              <p:cNvSpPr>
                <a:spLocks noChangeArrowheads="1"/>
              </p:cNvSpPr>
              <p:nvPr/>
            </p:nvSpPr>
            <p:spPr bwMode="auto">
              <a:xfrm>
                <a:off x="632" y="2588"/>
                <a:ext cx="690"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5" name="Rectangle 60">
              <a:extLst>
                <a:ext uri="{FF2B5EF4-FFF2-40B4-BE49-F238E27FC236}">
                  <a16:creationId xmlns:a16="http://schemas.microsoft.com/office/drawing/2014/main" id="{BA20BEBE-68B5-1249-B593-1C7CD6B37989}"/>
                </a:ext>
              </a:extLst>
            </p:cNvPr>
            <p:cNvSpPr>
              <a:spLocks noChangeArrowheads="1"/>
            </p:cNvSpPr>
            <p:nvPr/>
          </p:nvSpPr>
          <p:spPr bwMode="auto">
            <a:xfrm>
              <a:off x="4218" y="1357"/>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Rectangle 61">
              <a:extLst>
                <a:ext uri="{FF2B5EF4-FFF2-40B4-BE49-F238E27FC236}">
                  <a16:creationId xmlns:a16="http://schemas.microsoft.com/office/drawing/2014/main" id="{E5963EC5-6FAF-A14D-AB16-7FE0DA31DBE8}"/>
                </a:ext>
              </a:extLst>
            </p:cNvPr>
            <p:cNvSpPr>
              <a:spLocks noChangeArrowheads="1"/>
            </p:cNvSpPr>
            <p:nvPr/>
          </p:nvSpPr>
          <p:spPr bwMode="auto">
            <a:xfrm>
              <a:off x="4228" y="1654"/>
              <a:ext cx="595"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 name="Group 62">
              <a:extLst>
                <a:ext uri="{FF2B5EF4-FFF2-40B4-BE49-F238E27FC236}">
                  <a16:creationId xmlns:a16="http://schemas.microsoft.com/office/drawing/2014/main" id="{A8DEC631-5A58-7849-9209-1EB5AB569523}"/>
                </a:ext>
              </a:extLst>
            </p:cNvPr>
            <p:cNvGrpSpPr>
              <a:grpSpLocks/>
            </p:cNvGrpSpPr>
            <p:nvPr/>
          </p:nvGrpSpPr>
          <p:grpSpPr bwMode="auto">
            <a:xfrm>
              <a:off x="4735" y="1627"/>
              <a:ext cx="582" cy="151"/>
              <a:chOff x="614" y="2568"/>
              <a:chExt cx="725" cy="139"/>
            </a:xfrm>
          </p:grpSpPr>
          <p:sp>
            <p:nvSpPr>
              <p:cNvPr id="53" name="AutoShape 63">
                <a:extLst>
                  <a:ext uri="{FF2B5EF4-FFF2-40B4-BE49-F238E27FC236}">
                    <a16:creationId xmlns:a16="http://schemas.microsoft.com/office/drawing/2014/main" id="{6FBD34E3-C5B6-E944-B4E7-984347F693AD}"/>
                  </a:ext>
                </a:extLst>
              </p:cNvPr>
              <p:cNvSpPr>
                <a:spLocks noChangeArrowheads="1"/>
              </p:cNvSpPr>
              <p:nvPr/>
            </p:nvSpPr>
            <p:spPr bwMode="auto">
              <a:xfrm>
                <a:off x="614" y="2568"/>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AutoShape 64">
                <a:extLst>
                  <a:ext uri="{FF2B5EF4-FFF2-40B4-BE49-F238E27FC236}">
                    <a16:creationId xmlns:a16="http://schemas.microsoft.com/office/drawing/2014/main" id="{444700C5-DD16-7045-A6DF-957B4E655DE6}"/>
                  </a:ext>
                </a:extLst>
              </p:cNvPr>
              <p:cNvSpPr>
                <a:spLocks noChangeArrowheads="1"/>
              </p:cNvSpPr>
              <p:nvPr/>
            </p:nvSpPr>
            <p:spPr bwMode="auto">
              <a:xfrm>
                <a:off x="631" y="2584"/>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8" name="Freeform 65">
              <a:extLst>
                <a:ext uri="{FF2B5EF4-FFF2-40B4-BE49-F238E27FC236}">
                  <a16:creationId xmlns:a16="http://schemas.microsoft.com/office/drawing/2014/main" id="{210F459F-9F66-B847-B785-6AE02157E12F}"/>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9" name="Group 66">
              <a:extLst>
                <a:ext uri="{FF2B5EF4-FFF2-40B4-BE49-F238E27FC236}">
                  <a16:creationId xmlns:a16="http://schemas.microsoft.com/office/drawing/2014/main" id="{07904654-EF90-4B4C-B348-E6F299ADAFC1}"/>
                </a:ext>
              </a:extLst>
            </p:cNvPr>
            <p:cNvGrpSpPr>
              <a:grpSpLocks/>
            </p:cNvGrpSpPr>
            <p:nvPr/>
          </p:nvGrpSpPr>
          <p:grpSpPr bwMode="auto">
            <a:xfrm>
              <a:off x="4739" y="1327"/>
              <a:ext cx="582" cy="139"/>
              <a:chOff x="614" y="2568"/>
              <a:chExt cx="725" cy="139"/>
            </a:xfrm>
          </p:grpSpPr>
          <p:sp>
            <p:nvSpPr>
              <p:cNvPr id="51" name="AutoShape 67">
                <a:extLst>
                  <a:ext uri="{FF2B5EF4-FFF2-40B4-BE49-F238E27FC236}">
                    <a16:creationId xmlns:a16="http://schemas.microsoft.com/office/drawing/2014/main" id="{927A6F56-7195-2A4B-A9FF-BD73015A7667}"/>
                  </a:ext>
                </a:extLst>
              </p:cNvPr>
              <p:cNvSpPr>
                <a:spLocks noChangeArrowheads="1"/>
              </p:cNvSpPr>
              <p:nvPr/>
            </p:nvSpPr>
            <p:spPr bwMode="auto">
              <a:xfrm>
                <a:off x="614" y="2568"/>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AutoShape 68">
                <a:extLst>
                  <a:ext uri="{FF2B5EF4-FFF2-40B4-BE49-F238E27FC236}">
                    <a16:creationId xmlns:a16="http://schemas.microsoft.com/office/drawing/2014/main" id="{AE3156D8-7946-6043-B3B8-2B13B72930EB}"/>
                  </a:ext>
                </a:extLst>
              </p:cNvPr>
              <p:cNvSpPr>
                <a:spLocks noChangeArrowheads="1"/>
              </p:cNvSpPr>
              <p:nvPr/>
            </p:nvSpPr>
            <p:spPr bwMode="auto">
              <a:xfrm>
                <a:off x="630"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 name="Rectangle 69">
              <a:extLst>
                <a:ext uri="{FF2B5EF4-FFF2-40B4-BE49-F238E27FC236}">
                  <a16:creationId xmlns:a16="http://schemas.microsoft.com/office/drawing/2014/main" id="{CE18F5A0-5742-0B4F-982F-6BC169203DB9}"/>
                </a:ext>
              </a:extLst>
            </p:cNvPr>
            <p:cNvSpPr>
              <a:spLocks noChangeArrowheads="1"/>
            </p:cNvSpPr>
            <p:nvPr/>
          </p:nvSpPr>
          <p:spPr bwMode="auto">
            <a:xfrm>
              <a:off x="5249" y="432"/>
              <a:ext cx="68"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 name="Freeform 70">
              <a:extLst>
                <a:ext uri="{FF2B5EF4-FFF2-40B4-BE49-F238E27FC236}">
                  <a16:creationId xmlns:a16="http://schemas.microsoft.com/office/drawing/2014/main" id="{2BD50CD9-1EF1-ED4C-AFCE-14AD1B90C3BA}"/>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 name="Freeform 71">
              <a:extLst>
                <a:ext uri="{FF2B5EF4-FFF2-40B4-BE49-F238E27FC236}">
                  <a16:creationId xmlns:a16="http://schemas.microsoft.com/office/drawing/2014/main" id="{577EA932-97EB-4149-8C8C-9011420A3E5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 name="Oval 72">
              <a:extLst>
                <a:ext uri="{FF2B5EF4-FFF2-40B4-BE49-F238E27FC236}">
                  <a16:creationId xmlns:a16="http://schemas.microsoft.com/office/drawing/2014/main" id="{49966F96-01DC-0A43-BCBA-D06A3569E54F}"/>
                </a:ext>
              </a:extLst>
            </p:cNvPr>
            <p:cNvSpPr>
              <a:spLocks noChangeArrowheads="1"/>
            </p:cNvSpPr>
            <p:nvPr/>
          </p:nvSpPr>
          <p:spPr bwMode="auto">
            <a:xfrm>
              <a:off x="5516" y="2611"/>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 name="Freeform 73">
              <a:extLst>
                <a:ext uri="{FF2B5EF4-FFF2-40B4-BE49-F238E27FC236}">
                  <a16:creationId xmlns:a16="http://schemas.microsoft.com/office/drawing/2014/main" id="{F1C686DE-B7D5-2148-BCC7-2FAC2C010BAE}"/>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AutoShape 74">
              <a:extLst>
                <a:ext uri="{FF2B5EF4-FFF2-40B4-BE49-F238E27FC236}">
                  <a16:creationId xmlns:a16="http://schemas.microsoft.com/office/drawing/2014/main" id="{F82F43AD-BE0F-344E-BEE9-58D59D825684}"/>
                </a:ext>
              </a:extLst>
            </p:cNvPr>
            <p:cNvSpPr>
              <a:spLocks noChangeArrowheads="1"/>
            </p:cNvSpPr>
            <p:nvPr/>
          </p:nvSpPr>
          <p:spPr bwMode="auto">
            <a:xfrm>
              <a:off x="4140" y="2677"/>
              <a:ext cx="1201"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 name="AutoShape 75">
              <a:extLst>
                <a:ext uri="{FF2B5EF4-FFF2-40B4-BE49-F238E27FC236}">
                  <a16:creationId xmlns:a16="http://schemas.microsoft.com/office/drawing/2014/main" id="{50B859D7-FD53-4C47-95AC-855D1B2F398F}"/>
                </a:ext>
              </a:extLst>
            </p:cNvPr>
            <p:cNvSpPr>
              <a:spLocks noChangeArrowheads="1"/>
            </p:cNvSpPr>
            <p:nvPr/>
          </p:nvSpPr>
          <p:spPr bwMode="auto">
            <a:xfrm>
              <a:off x="4205" y="2712"/>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 name="Oval 76">
              <a:extLst>
                <a:ext uri="{FF2B5EF4-FFF2-40B4-BE49-F238E27FC236}">
                  <a16:creationId xmlns:a16="http://schemas.microsoft.com/office/drawing/2014/main" id="{83896475-9FE1-9143-9428-50459AAB83ED}"/>
                </a:ext>
              </a:extLst>
            </p:cNvPr>
            <p:cNvSpPr>
              <a:spLocks noChangeArrowheads="1"/>
            </p:cNvSpPr>
            <p:nvPr/>
          </p:nvSpPr>
          <p:spPr bwMode="auto">
            <a:xfrm>
              <a:off x="4309" y="2383"/>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 name="Oval 77">
              <a:extLst>
                <a:ext uri="{FF2B5EF4-FFF2-40B4-BE49-F238E27FC236}">
                  <a16:creationId xmlns:a16="http://schemas.microsoft.com/office/drawing/2014/main" id="{10EA96BE-EF36-2B49-A03B-AEC865105807}"/>
                </a:ext>
              </a:extLst>
            </p:cNvPr>
            <p:cNvSpPr>
              <a:spLocks noChangeArrowheads="1"/>
            </p:cNvSpPr>
            <p:nvPr/>
          </p:nvSpPr>
          <p:spPr bwMode="auto">
            <a:xfrm>
              <a:off x="4485" y="2383"/>
              <a:ext cx="163"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9" name="Oval 78">
              <a:extLst>
                <a:ext uri="{FF2B5EF4-FFF2-40B4-BE49-F238E27FC236}">
                  <a16:creationId xmlns:a16="http://schemas.microsoft.com/office/drawing/2014/main" id="{BE8642C4-0C45-D94F-821D-2190EC5469F2}"/>
                </a:ext>
              </a:extLst>
            </p:cNvPr>
            <p:cNvSpPr>
              <a:spLocks noChangeArrowheads="1"/>
            </p:cNvSpPr>
            <p:nvPr/>
          </p:nvSpPr>
          <p:spPr bwMode="auto">
            <a:xfrm>
              <a:off x="4661" y="2380"/>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Rectangle 79">
              <a:extLst>
                <a:ext uri="{FF2B5EF4-FFF2-40B4-BE49-F238E27FC236}">
                  <a16:creationId xmlns:a16="http://schemas.microsoft.com/office/drawing/2014/main" id="{C9A770C5-A3F8-D845-B1BA-3D43D933CB1A}"/>
                </a:ext>
              </a:extLst>
            </p:cNvPr>
            <p:cNvSpPr>
              <a:spLocks noChangeArrowheads="1"/>
            </p:cNvSpPr>
            <p:nvPr/>
          </p:nvSpPr>
          <p:spPr bwMode="auto">
            <a:xfrm>
              <a:off x="5061" y="1835"/>
              <a:ext cx="88" cy="762"/>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9" name="Rectangle 6">
            <a:extLst>
              <a:ext uri="{FF2B5EF4-FFF2-40B4-BE49-F238E27FC236}">
                <a16:creationId xmlns:a16="http://schemas.microsoft.com/office/drawing/2014/main" id="{F5ECC14E-6AC7-4243-86F2-25BD5F2B8464}"/>
              </a:ext>
            </a:extLst>
          </p:cNvPr>
          <p:cNvSpPr txBox="1">
            <a:spLocks noChangeArrowheads="1"/>
          </p:cNvSpPr>
          <p:nvPr/>
        </p:nvSpPr>
        <p:spPr>
          <a:xfrm>
            <a:off x="798691" y="3200188"/>
            <a:ext cx="5085273" cy="2010122"/>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5</a:t>
            </a:r>
            <a:r>
              <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HTTP client receives response message containing html file, displays html.  Parsing html file, finds 10 referenced jpeg  objects</a:t>
            </a: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0" name="Rectangle 7">
            <a:extLst>
              <a:ext uri="{FF2B5EF4-FFF2-40B4-BE49-F238E27FC236}">
                <a16:creationId xmlns:a16="http://schemas.microsoft.com/office/drawing/2014/main" id="{D3260771-3905-E24E-8B12-64D566C6B98F}"/>
              </a:ext>
            </a:extLst>
          </p:cNvPr>
          <p:cNvSpPr>
            <a:spLocks noChangeArrowheads="1"/>
          </p:cNvSpPr>
          <p:nvPr/>
        </p:nvSpPr>
        <p:spPr bwMode="auto">
          <a:xfrm>
            <a:off x="970480" y="4851930"/>
            <a:ext cx="38100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6.</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Steps 1-5 repeated for each of 10 jpeg objects</a:t>
            </a:r>
          </a:p>
        </p:txBody>
      </p:sp>
      <p:sp>
        <p:nvSpPr>
          <p:cNvPr id="61" name="Rectangle 8">
            <a:extLst>
              <a:ext uri="{FF2B5EF4-FFF2-40B4-BE49-F238E27FC236}">
                <a16:creationId xmlns:a16="http://schemas.microsoft.com/office/drawing/2014/main" id="{9E1B76BD-C8EB-7245-9B75-E2D499F3E682}"/>
              </a:ext>
            </a:extLst>
          </p:cNvPr>
          <p:cNvSpPr>
            <a:spLocks noChangeArrowheads="1"/>
          </p:cNvSpPr>
          <p:nvPr/>
        </p:nvSpPr>
        <p:spPr bwMode="auto">
          <a:xfrm>
            <a:off x="6706580" y="2782360"/>
            <a:ext cx="38100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4.</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HTTP server closes TCP connection. </a:t>
            </a:r>
          </a:p>
        </p:txBody>
      </p:sp>
      <p:sp>
        <p:nvSpPr>
          <p:cNvPr id="65" name="Line 17">
            <a:extLst>
              <a:ext uri="{FF2B5EF4-FFF2-40B4-BE49-F238E27FC236}">
                <a16:creationId xmlns:a16="http://schemas.microsoft.com/office/drawing/2014/main" id="{4F85C1F3-F91B-C04C-B746-8E5570895A91}"/>
              </a:ext>
            </a:extLst>
          </p:cNvPr>
          <p:cNvSpPr>
            <a:spLocks noChangeShapeType="1"/>
          </p:cNvSpPr>
          <p:nvPr/>
        </p:nvSpPr>
        <p:spPr bwMode="auto">
          <a:xfrm flipH="1">
            <a:off x="5587465" y="3200187"/>
            <a:ext cx="1095375" cy="52387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6" name="Line 11">
            <a:extLst>
              <a:ext uri="{FF2B5EF4-FFF2-40B4-BE49-F238E27FC236}">
                <a16:creationId xmlns:a16="http://schemas.microsoft.com/office/drawing/2014/main" id="{F8CE636E-DC4B-BA4E-A771-E70EE904FB25}"/>
              </a:ext>
            </a:extLst>
          </p:cNvPr>
          <p:cNvSpPr>
            <a:spLocks noChangeShapeType="1"/>
          </p:cNvSpPr>
          <p:nvPr/>
        </p:nvSpPr>
        <p:spPr bwMode="auto">
          <a:xfrm>
            <a:off x="798691" y="2868166"/>
            <a:ext cx="10658" cy="3480471"/>
          </a:xfrm>
          <a:prstGeom prst="line">
            <a:avLst/>
          </a:prstGeom>
          <a:noFill/>
          <a:ln w="19050">
            <a:solidFill>
              <a:schemeClr val="bg1">
                <a:lumMod val="6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7" name="Rectangle 13">
            <a:extLst>
              <a:ext uri="{FF2B5EF4-FFF2-40B4-BE49-F238E27FC236}">
                <a16:creationId xmlns:a16="http://schemas.microsoft.com/office/drawing/2014/main" id="{3787AF32-7BD3-C144-BD02-222C4290083B}"/>
              </a:ext>
            </a:extLst>
          </p:cNvPr>
          <p:cNvSpPr>
            <a:spLocks noChangeArrowheads="1"/>
          </p:cNvSpPr>
          <p:nvPr/>
        </p:nvSpPr>
        <p:spPr bwMode="auto">
          <a:xfrm>
            <a:off x="490358" y="5641558"/>
            <a:ext cx="657225"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8" name="Text Box 12">
            <a:extLst>
              <a:ext uri="{FF2B5EF4-FFF2-40B4-BE49-F238E27FC236}">
                <a16:creationId xmlns:a16="http://schemas.microsoft.com/office/drawing/2014/main" id="{B3CFBAD8-5CBD-8B48-A941-3E86D5E65FF6}"/>
              </a:ext>
            </a:extLst>
          </p:cNvPr>
          <p:cNvSpPr txBox="1">
            <a:spLocks noChangeArrowheads="1"/>
          </p:cNvSpPr>
          <p:nvPr/>
        </p:nvSpPr>
        <p:spPr bwMode="auto">
          <a:xfrm>
            <a:off x="499883" y="5563771"/>
            <a:ext cx="673100" cy="4064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white">
                    <a:lumMod val="65000"/>
                  </a:prstClr>
                </a:solidFill>
                <a:effectLst/>
                <a:uLnTx/>
                <a:uFillTx/>
                <a:latin typeface="Calibri"/>
                <a:ea typeface="ＭＳ Ｐゴシック" panose="020B0600070205080204" pitchFamily="34" charset="-128"/>
                <a:cs typeface="+mn-cs"/>
              </a:rPr>
              <a:t>time</a:t>
            </a:r>
          </a:p>
        </p:txBody>
      </p:sp>
      <p:sp>
        <p:nvSpPr>
          <p:cNvPr id="62" name="Slide Number Placeholder 2">
            <a:extLst>
              <a:ext uri="{FF2B5EF4-FFF2-40B4-BE49-F238E27FC236}">
                <a16:creationId xmlns:a16="http://schemas.microsoft.com/office/drawing/2014/main" id="{805F15D5-7E9E-E54C-BDFB-FEFBBAA1DBA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216326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dissolve">
                                      <p:cBhvr>
                                        <p:cTn id="7" dur="500"/>
                                        <p:tgtEl>
                                          <p:spTgt spid="61"/>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wipe(right)">
                                      <p:cBhvr>
                                        <p:cTn id="11" dur="500"/>
                                        <p:tgtEl>
                                          <p:spTgt spid="65"/>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59">
                                            <p:txEl>
                                              <p:pRg st="0" end="0"/>
                                            </p:txEl>
                                          </p:spTgt>
                                        </p:tgtEl>
                                        <p:attrNameLst>
                                          <p:attrName>style.visibility</p:attrName>
                                        </p:attrNameLst>
                                      </p:cBhvr>
                                      <p:to>
                                        <p:strVal val="visible"/>
                                      </p:to>
                                    </p:set>
                                    <p:animEffect transition="in" filter="dissolve">
                                      <p:cBhvr>
                                        <p:cTn id="15" dur="500"/>
                                        <p:tgtEl>
                                          <p:spTgt spid="5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0">
                                            <p:txEl>
                                              <p:pRg st="0" end="0"/>
                                            </p:txEl>
                                          </p:spTgt>
                                        </p:tgtEl>
                                        <p:attrNameLst>
                                          <p:attrName>style.visibility</p:attrName>
                                        </p:attrNameLst>
                                      </p:cBhvr>
                                      <p:to>
                                        <p:strVal val="visible"/>
                                      </p:to>
                                    </p:set>
                                    <p:animEffect transition="in" filter="dissolve">
                                      <p:cBhvr>
                                        <p:cTn id="20" dur="500"/>
                                        <p:tgtEl>
                                          <p:spTgt spid="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build="p"/>
      <p:bldP spid="6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Non-persistent HTTP: response time</a:t>
            </a:r>
            <a:endParaRPr lang="en-US" sz="4400" dirty="0"/>
          </a:p>
        </p:txBody>
      </p:sp>
      <p:sp>
        <p:nvSpPr>
          <p:cNvPr id="62" name="Rectangle 3">
            <a:extLst>
              <a:ext uri="{FF2B5EF4-FFF2-40B4-BE49-F238E27FC236}">
                <a16:creationId xmlns:a16="http://schemas.microsoft.com/office/drawing/2014/main" id="{6FDB6615-546D-6440-BBC8-3C06990BF0E4}"/>
              </a:ext>
            </a:extLst>
          </p:cNvPr>
          <p:cNvSpPr txBox="1">
            <a:spLocks noChangeArrowheads="1"/>
          </p:cNvSpPr>
          <p:nvPr/>
        </p:nvSpPr>
        <p:spPr>
          <a:xfrm>
            <a:off x="736393" y="1919178"/>
            <a:ext cx="5683502" cy="3337334"/>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RTT (definition):</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time for a small packet to travel from client to server and back</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HTTP response time (per object):</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one RTT to initiate TCP connection</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one RTT for HTTP request and first few bytes of HTTP response to return</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object/file transmission time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3" name="Line 15">
            <a:extLst>
              <a:ext uri="{FF2B5EF4-FFF2-40B4-BE49-F238E27FC236}">
                <a16:creationId xmlns:a16="http://schemas.microsoft.com/office/drawing/2014/main" id="{4929D219-0DD0-EE4D-B40F-3D0B3F80F653}"/>
              </a:ext>
            </a:extLst>
          </p:cNvPr>
          <p:cNvSpPr>
            <a:spLocks noChangeShapeType="1"/>
          </p:cNvSpPr>
          <p:nvPr/>
        </p:nvSpPr>
        <p:spPr bwMode="auto">
          <a:xfrm>
            <a:off x="8197229" y="2671284"/>
            <a:ext cx="0" cy="2832100"/>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64" name="Line 16">
            <a:extLst>
              <a:ext uri="{FF2B5EF4-FFF2-40B4-BE49-F238E27FC236}">
                <a16:creationId xmlns:a16="http://schemas.microsoft.com/office/drawing/2014/main" id="{8CAAC30A-AACE-CA43-94F8-6356C7DBF909}"/>
              </a:ext>
            </a:extLst>
          </p:cNvPr>
          <p:cNvSpPr>
            <a:spLocks noChangeShapeType="1"/>
          </p:cNvSpPr>
          <p:nvPr/>
        </p:nvSpPr>
        <p:spPr bwMode="auto">
          <a:xfrm>
            <a:off x="9887916" y="2664934"/>
            <a:ext cx="0" cy="2881312"/>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69" name="Line 17">
            <a:extLst>
              <a:ext uri="{FF2B5EF4-FFF2-40B4-BE49-F238E27FC236}">
                <a16:creationId xmlns:a16="http://schemas.microsoft.com/office/drawing/2014/main" id="{AF42B5BB-493F-1A4F-A479-A45F6B47212F}"/>
              </a:ext>
            </a:extLst>
          </p:cNvPr>
          <p:cNvSpPr>
            <a:spLocks noChangeShapeType="1"/>
          </p:cNvSpPr>
          <p:nvPr/>
        </p:nvSpPr>
        <p:spPr bwMode="auto">
          <a:xfrm>
            <a:off x="8211516" y="2903059"/>
            <a:ext cx="1684338" cy="390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0" name="Line 18">
            <a:extLst>
              <a:ext uri="{FF2B5EF4-FFF2-40B4-BE49-F238E27FC236}">
                <a16:creationId xmlns:a16="http://schemas.microsoft.com/office/drawing/2014/main" id="{C9AE042D-B868-CC49-B9F2-374B1A84C6CD}"/>
              </a:ext>
            </a:extLst>
          </p:cNvPr>
          <p:cNvSpPr>
            <a:spLocks noChangeShapeType="1"/>
          </p:cNvSpPr>
          <p:nvPr/>
        </p:nvSpPr>
        <p:spPr bwMode="auto">
          <a:xfrm flipH="1">
            <a:off x="8197229" y="3341209"/>
            <a:ext cx="1673225" cy="403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1" name="Line 19">
            <a:extLst>
              <a:ext uri="{FF2B5EF4-FFF2-40B4-BE49-F238E27FC236}">
                <a16:creationId xmlns:a16="http://schemas.microsoft.com/office/drawing/2014/main" id="{99C22C7D-D82A-5C41-99D1-EA13F124371E}"/>
              </a:ext>
            </a:extLst>
          </p:cNvPr>
          <p:cNvSpPr>
            <a:spLocks noChangeShapeType="1"/>
          </p:cNvSpPr>
          <p:nvPr/>
        </p:nvSpPr>
        <p:spPr bwMode="auto">
          <a:xfrm>
            <a:off x="8205166" y="3849209"/>
            <a:ext cx="1684338" cy="390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3" name="AutoShape 21">
            <a:extLst>
              <a:ext uri="{FF2B5EF4-FFF2-40B4-BE49-F238E27FC236}">
                <a16:creationId xmlns:a16="http://schemas.microsoft.com/office/drawing/2014/main" id="{DD02DF36-65CF-F14E-88DF-53BB17EBFDA7}"/>
              </a:ext>
            </a:extLst>
          </p:cNvPr>
          <p:cNvSpPr>
            <a:spLocks/>
          </p:cNvSpPr>
          <p:nvPr/>
        </p:nvSpPr>
        <p:spPr bwMode="auto">
          <a:xfrm>
            <a:off x="9903942" y="4249143"/>
            <a:ext cx="99857" cy="161739"/>
          </a:xfrm>
          <a:prstGeom prst="rightBrace">
            <a:avLst>
              <a:gd name="adj1" fmla="val 203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74" name="Text Box 22">
            <a:extLst>
              <a:ext uri="{FF2B5EF4-FFF2-40B4-BE49-F238E27FC236}">
                <a16:creationId xmlns:a16="http://schemas.microsoft.com/office/drawing/2014/main" id="{CCB0A876-D266-4A45-A302-8A1ECD42C715}"/>
              </a:ext>
            </a:extLst>
          </p:cNvPr>
          <p:cNvSpPr txBox="1">
            <a:spLocks noChangeArrowheads="1"/>
          </p:cNvSpPr>
          <p:nvPr/>
        </p:nvSpPr>
        <p:spPr bwMode="auto">
          <a:xfrm>
            <a:off x="9997454" y="3944459"/>
            <a:ext cx="1123577" cy="87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time to </a:t>
            </a:r>
          </a:p>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transmit </a:t>
            </a:r>
          </a:p>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file</a:t>
            </a:r>
          </a:p>
        </p:txBody>
      </p:sp>
      <p:sp>
        <p:nvSpPr>
          <p:cNvPr id="75" name="Line 23">
            <a:extLst>
              <a:ext uri="{FF2B5EF4-FFF2-40B4-BE49-F238E27FC236}">
                <a16:creationId xmlns:a16="http://schemas.microsoft.com/office/drawing/2014/main" id="{5718D752-EA30-EF40-828E-5D0FFEB1DBD8}"/>
              </a:ext>
            </a:extLst>
          </p:cNvPr>
          <p:cNvSpPr>
            <a:spLocks noChangeShapeType="1"/>
          </p:cNvSpPr>
          <p:nvPr/>
        </p:nvSpPr>
        <p:spPr bwMode="auto">
          <a:xfrm>
            <a:off x="7806704" y="2877659"/>
            <a:ext cx="39052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6" name="Text Box 24">
            <a:extLst>
              <a:ext uri="{FF2B5EF4-FFF2-40B4-BE49-F238E27FC236}">
                <a16:creationId xmlns:a16="http://schemas.microsoft.com/office/drawing/2014/main" id="{8BC58F30-FF48-FF4E-819B-1E40B909576D}"/>
              </a:ext>
            </a:extLst>
          </p:cNvPr>
          <p:cNvSpPr txBox="1">
            <a:spLocks noChangeArrowheads="1"/>
          </p:cNvSpPr>
          <p:nvPr/>
        </p:nvSpPr>
        <p:spPr bwMode="auto">
          <a:xfrm>
            <a:off x="6516660" y="2563010"/>
            <a:ext cx="1363707"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initiate TCP</a:t>
            </a:r>
          </a:p>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connection</a:t>
            </a:r>
          </a:p>
        </p:txBody>
      </p:sp>
      <p:sp>
        <p:nvSpPr>
          <p:cNvPr id="77" name="AutoShape 25">
            <a:extLst>
              <a:ext uri="{FF2B5EF4-FFF2-40B4-BE49-F238E27FC236}">
                <a16:creationId xmlns:a16="http://schemas.microsoft.com/office/drawing/2014/main" id="{1676996C-B2C6-6440-BDFC-70D850B75C3C}"/>
              </a:ext>
            </a:extLst>
          </p:cNvPr>
          <p:cNvSpPr>
            <a:spLocks/>
          </p:cNvSpPr>
          <p:nvPr/>
        </p:nvSpPr>
        <p:spPr bwMode="auto">
          <a:xfrm>
            <a:off x="7941641" y="2928459"/>
            <a:ext cx="128588" cy="803275"/>
          </a:xfrm>
          <a:prstGeom prst="leftBrace">
            <a:avLst>
              <a:gd name="adj1" fmla="val 5205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78" name="Text Box 26">
            <a:extLst>
              <a:ext uri="{FF2B5EF4-FFF2-40B4-BE49-F238E27FC236}">
                <a16:creationId xmlns:a16="http://schemas.microsoft.com/office/drawing/2014/main" id="{86DB8643-EF07-8F4F-9625-5A4CA4A150AE}"/>
              </a:ext>
            </a:extLst>
          </p:cNvPr>
          <p:cNvSpPr txBox="1">
            <a:spLocks noChangeArrowheads="1"/>
          </p:cNvSpPr>
          <p:nvPr/>
        </p:nvSpPr>
        <p:spPr bwMode="auto">
          <a:xfrm>
            <a:off x="7459041" y="3139596"/>
            <a:ext cx="575222" cy="35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RTT</a:t>
            </a:r>
          </a:p>
        </p:txBody>
      </p:sp>
      <p:sp>
        <p:nvSpPr>
          <p:cNvPr id="79" name="Line 27">
            <a:extLst>
              <a:ext uri="{FF2B5EF4-FFF2-40B4-BE49-F238E27FC236}">
                <a16:creationId xmlns:a16="http://schemas.microsoft.com/office/drawing/2014/main" id="{981309A0-6209-8843-8011-139102021A78}"/>
              </a:ext>
            </a:extLst>
          </p:cNvPr>
          <p:cNvSpPr>
            <a:spLocks noChangeShapeType="1"/>
          </p:cNvSpPr>
          <p:nvPr/>
        </p:nvSpPr>
        <p:spPr bwMode="auto">
          <a:xfrm>
            <a:off x="7855916" y="3782534"/>
            <a:ext cx="354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0" name="Text Box 28">
            <a:extLst>
              <a:ext uri="{FF2B5EF4-FFF2-40B4-BE49-F238E27FC236}">
                <a16:creationId xmlns:a16="http://schemas.microsoft.com/office/drawing/2014/main" id="{F8F4F9A2-8F8A-0A49-A582-7B28C50C8027}"/>
              </a:ext>
            </a:extLst>
          </p:cNvPr>
          <p:cNvSpPr txBox="1">
            <a:spLocks noChangeArrowheads="1"/>
          </p:cNvSpPr>
          <p:nvPr/>
        </p:nvSpPr>
        <p:spPr bwMode="auto">
          <a:xfrm>
            <a:off x="6493113" y="3589815"/>
            <a:ext cx="1969956" cy="35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request file</a:t>
            </a:r>
          </a:p>
        </p:txBody>
      </p:sp>
      <p:sp>
        <p:nvSpPr>
          <p:cNvPr id="81" name="AutoShape 29">
            <a:extLst>
              <a:ext uri="{FF2B5EF4-FFF2-40B4-BE49-F238E27FC236}">
                <a16:creationId xmlns:a16="http://schemas.microsoft.com/office/drawing/2014/main" id="{38B5D7F5-BB3A-C042-A65C-E340A56B8131}"/>
              </a:ext>
            </a:extLst>
          </p:cNvPr>
          <p:cNvSpPr>
            <a:spLocks/>
          </p:cNvSpPr>
          <p:nvPr/>
        </p:nvSpPr>
        <p:spPr bwMode="auto">
          <a:xfrm>
            <a:off x="7947991" y="3838096"/>
            <a:ext cx="128588" cy="803275"/>
          </a:xfrm>
          <a:prstGeom prst="leftBrace">
            <a:avLst>
              <a:gd name="adj1" fmla="val 5205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82" name="Text Box 30">
            <a:extLst>
              <a:ext uri="{FF2B5EF4-FFF2-40B4-BE49-F238E27FC236}">
                <a16:creationId xmlns:a16="http://schemas.microsoft.com/office/drawing/2014/main" id="{F6FF37B4-B442-4047-946B-77B07E91C983}"/>
              </a:ext>
            </a:extLst>
          </p:cNvPr>
          <p:cNvSpPr txBox="1">
            <a:spLocks noChangeArrowheads="1"/>
          </p:cNvSpPr>
          <p:nvPr/>
        </p:nvSpPr>
        <p:spPr bwMode="auto">
          <a:xfrm>
            <a:off x="7478091" y="4061934"/>
            <a:ext cx="575222" cy="35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RTT</a:t>
            </a:r>
          </a:p>
        </p:txBody>
      </p:sp>
      <p:sp>
        <p:nvSpPr>
          <p:cNvPr id="83" name="Line 35">
            <a:extLst>
              <a:ext uri="{FF2B5EF4-FFF2-40B4-BE49-F238E27FC236}">
                <a16:creationId xmlns:a16="http://schemas.microsoft.com/office/drawing/2014/main" id="{1D97958B-3B35-E742-B7C6-848FC7C172D7}"/>
              </a:ext>
            </a:extLst>
          </p:cNvPr>
          <p:cNvSpPr>
            <a:spLocks noChangeShapeType="1"/>
          </p:cNvSpPr>
          <p:nvPr/>
        </p:nvSpPr>
        <p:spPr bwMode="auto">
          <a:xfrm flipH="1">
            <a:off x="7818988" y="4805006"/>
            <a:ext cx="361323" cy="2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4" name="Text Box 36">
            <a:extLst>
              <a:ext uri="{FF2B5EF4-FFF2-40B4-BE49-F238E27FC236}">
                <a16:creationId xmlns:a16="http://schemas.microsoft.com/office/drawing/2014/main" id="{24A3B2D9-8989-434A-9FC2-223A7BF47D9C}"/>
              </a:ext>
            </a:extLst>
          </p:cNvPr>
          <p:cNvSpPr txBox="1">
            <a:spLocks noChangeArrowheads="1"/>
          </p:cNvSpPr>
          <p:nvPr/>
        </p:nvSpPr>
        <p:spPr bwMode="auto">
          <a:xfrm>
            <a:off x="6405684" y="4617233"/>
            <a:ext cx="1647627" cy="35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file received</a:t>
            </a:r>
          </a:p>
        </p:txBody>
      </p:sp>
      <p:sp>
        <p:nvSpPr>
          <p:cNvPr id="85" name="Text Box 37">
            <a:extLst>
              <a:ext uri="{FF2B5EF4-FFF2-40B4-BE49-F238E27FC236}">
                <a16:creationId xmlns:a16="http://schemas.microsoft.com/office/drawing/2014/main" id="{5F7EC06B-E293-DF46-888B-439F61ED3140}"/>
              </a:ext>
            </a:extLst>
          </p:cNvPr>
          <p:cNvSpPr txBox="1">
            <a:spLocks noChangeArrowheads="1"/>
          </p:cNvSpPr>
          <p:nvPr/>
        </p:nvSpPr>
        <p:spPr bwMode="auto">
          <a:xfrm>
            <a:off x="7971804" y="5517671"/>
            <a:ext cx="663964" cy="35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time</a:t>
            </a:r>
          </a:p>
        </p:txBody>
      </p:sp>
      <p:sp>
        <p:nvSpPr>
          <p:cNvPr id="86" name="Text Box 38">
            <a:extLst>
              <a:ext uri="{FF2B5EF4-FFF2-40B4-BE49-F238E27FC236}">
                <a16:creationId xmlns:a16="http://schemas.microsoft.com/office/drawing/2014/main" id="{29F1D00D-DC1A-684B-8E6D-3829DD416398}"/>
              </a:ext>
            </a:extLst>
          </p:cNvPr>
          <p:cNvSpPr txBox="1">
            <a:spLocks noChangeArrowheads="1"/>
          </p:cNvSpPr>
          <p:nvPr/>
        </p:nvSpPr>
        <p:spPr bwMode="auto">
          <a:xfrm>
            <a:off x="9649791" y="5500209"/>
            <a:ext cx="6639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time</a:t>
            </a:r>
          </a:p>
        </p:txBody>
      </p:sp>
      <p:grpSp>
        <p:nvGrpSpPr>
          <p:cNvPr id="87" name="Group 43">
            <a:extLst>
              <a:ext uri="{FF2B5EF4-FFF2-40B4-BE49-F238E27FC236}">
                <a16:creationId xmlns:a16="http://schemas.microsoft.com/office/drawing/2014/main" id="{541F6086-47C8-874D-8AA5-F7E42EE4D031}"/>
              </a:ext>
            </a:extLst>
          </p:cNvPr>
          <p:cNvGrpSpPr>
            <a:grpSpLocks/>
          </p:cNvGrpSpPr>
          <p:nvPr/>
        </p:nvGrpSpPr>
        <p:grpSpPr bwMode="auto">
          <a:xfrm>
            <a:off x="9687891" y="1898171"/>
            <a:ext cx="423863" cy="684213"/>
            <a:chOff x="4140" y="429"/>
            <a:chExt cx="1425" cy="2396"/>
          </a:xfrm>
        </p:grpSpPr>
        <p:sp>
          <p:nvSpPr>
            <p:cNvPr id="88" name="Freeform 44">
              <a:extLst>
                <a:ext uri="{FF2B5EF4-FFF2-40B4-BE49-F238E27FC236}">
                  <a16:creationId xmlns:a16="http://schemas.microsoft.com/office/drawing/2014/main" id="{6DAF6B62-B819-F74E-96B5-613320600221}"/>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9" name="Rectangle 45">
              <a:extLst>
                <a:ext uri="{FF2B5EF4-FFF2-40B4-BE49-F238E27FC236}">
                  <a16:creationId xmlns:a16="http://schemas.microsoft.com/office/drawing/2014/main" id="{50F7D37B-F313-5C49-8576-42FF33D8D98D}"/>
                </a:ext>
              </a:extLst>
            </p:cNvPr>
            <p:cNvSpPr>
              <a:spLocks noChangeArrowheads="1"/>
            </p:cNvSpPr>
            <p:nvPr/>
          </p:nvSpPr>
          <p:spPr bwMode="auto">
            <a:xfrm>
              <a:off x="4204" y="429"/>
              <a:ext cx="1051"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90" name="Freeform 46">
              <a:extLst>
                <a:ext uri="{FF2B5EF4-FFF2-40B4-BE49-F238E27FC236}">
                  <a16:creationId xmlns:a16="http://schemas.microsoft.com/office/drawing/2014/main" id="{87E40F45-93DC-2B4E-ADDC-55D37D40B972}"/>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91" name="Freeform 47">
              <a:extLst>
                <a:ext uri="{FF2B5EF4-FFF2-40B4-BE49-F238E27FC236}">
                  <a16:creationId xmlns:a16="http://schemas.microsoft.com/office/drawing/2014/main" id="{7B112D55-79F9-1F4D-B446-8C88751FFECB}"/>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92" name="Rectangle 48">
              <a:extLst>
                <a:ext uri="{FF2B5EF4-FFF2-40B4-BE49-F238E27FC236}">
                  <a16:creationId xmlns:a16="http://schemas.microsoft.com/office/drawing/2014/main" id="{956D8EF0-FF87-9E4B-887E-2B313EF776BD}"/>
                </a:ext>
              </a:extLst>
            </p:cNvPr>
            <p:cNvSpPr>
              <a:spLocks noChangeArrowheads="1"/>
            </p:cNvSpPr>
            <p:nvPr/>
          </p:nvSpPr>
          <p:spPr bwMode="auto">
            <a:xfrm>
              <a:off x="4209" y="690"/>
              <a:ext cx="598"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93" name="Group 49">
              <a:extLst>
                <a:ext uri="{FF2B5EF4-FFF2-40B4-BE49-F238E27FC236}">
                  <a16:creationId xmlns:a16="http://schemas.microsoft.com/office/drawing/2014/main" id="{66F581E1-4301-C04A-BC92-0FE36983E299}"/>
                </a:ext>
              </a:extLst>
            </p:cNvPr>
            <p:cNvGrpSpPr>
              <a:grpSpLocks/>
            </p:cNvGrpSpPr>
            <p:nvPr/>
          </p:nvGrpSpPr>
          <p:grpSpPr bwMode="auto">
            <a:xfrm>
              <a:off x="4749" y="668"/>
              <a:ext cx="581" cy="145"/>
              <a:chOff x="614" y="2568"/>
              <a:chExt cx="725" cy="139"/>
            </a:xfrm>
          </p:grpSpPr>
          <p:sp>
            <p:nvSpPr>
              <p:cNvPr id="118" name="AutoShape 50">
                <a:extLst>
                  <a:ext uri="{FF2B5EF4-FFF2-40B4-BE49-F238E27FC236}">
                    <a16:creationId xmlns:a16="http://schemas.microsoft.com/office/drawing/2014/main" id="{060EE10F-40BB-F147-A18B-D592D49006F2}"/>
                  </a:ext>
                </a:extLst>
              </p:cNvPr>
              <p:cNvSpPr>
                <a:spLocks noChangeArrowheads="1"/>
              </p:cNvSpPr>
              <p:nvPr/>
            </p:nvSpPr>
            <p:spPr bwMode="auto">
              <a:xfrm>
                <a:off x="613" y="2568"/>
                <a:ext cx="726"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19" name="AutoShape 51">
                <a:extLst>
                  <a:ext uri="{FF2B5EF4-FFF2-40B4-BE49-F238E27FC236}">
                    <a16:creationId xmlns:a16="http://schemas.microsoft.com/office/drawing/2014/main" id="{964C81AE-2600-6248-820C-48DB107C0AC0}"/>
                  </a:ext>
                </a:extLst>
              </p:cNvPr>
              <p:cNvSpPr>
                <a:spLocks noChangeArrowheads="1"/>
              </p:cNvSpPr>
              <p:nvPr/>
            </p:nvSpPr>
            <p:spPr bwMode="auto">
              <a:xfrm>
                <a:off x="627" y="2584"/>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94" name="Rectangle 52">
              <a:extLst>
                <a:ext uri="{FF2B5EF4-FFF2-40B4-BE49-F238E27FC236}">
                  <a16:creationId xmlns:a16="http://schemas.microsoft.com/office/drawing/2014/main" id="{0B3B5D85-0106-D947-B9AB-3DEF402BDE7F}"/>
                </a:ext>
              </a:extLst>
            </p:cNvPr>
            <p:cNvSpPr>
              <a:spLocks noChangeArrowheads="1"/>
            </p:cNvSpPr>
            <p:nvPr/>
          </p:nvSpPr>
          <p:spPr bwMode="auto">
            <a:xfrm>
              <a:off x="4225" y="1018"/>
              <a:ext cx="592"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95" name="Group 53">
              <a:extLst>
                <a:ext uri="{FF2B5EF4-FFF2-40B4-BE49-F238E27FC236}">
                  <a16:creationId xmlns:a16="http://schemas.microsoft.com/office/drawing/2014/main" id="{21E327E2-0D3F-BB45-88FA-94BE82472324}"/>
                </a:ext>
              </a:extLst>
            </p:cNvPr>
            <p:cNvGrpSpPr>
              <a:grpSpLocks/>
            </p:cNvGrpSpPr>
            <p:nvPr/>
          </p:nvGrpSpPr>
          <p:grpSpPr bwMode="auto">
            <a:xfrm>
              <a:off x="4747" y="994"/>
              <a:ext cx="581" cy="134"/>
              <a:chOff x="614" y="2568"/>
              <a:chExt cx="725" cy="139"/>
            </a:xfrm>
          </p:grpSpPr>
          <p:sp>
            <p:nvSpPr>
              <p:cNvPr id="116" name="AutoShape 54">
                <a:extLst>
                  <a:ext uri="{FF2B5EF4-FFF2-40B4-BE49-F238E27FC236}">
                    <a16:creationId xmlns:a16="http://schemas.microsoft.com/office/drawing/2014/main" id="{A09779CB-5E1C-FF46-9276-B827DEE6BD99}"/>
                  </a:ext>
                </a:extLst>
              </p:cNvPr>
              <p:cNvSpPr>
                <a:spLocks noChangeArrowheads="1"/>
              </p:cNvSpPr>
              <p:nvPr/>
            </p:nvSpPr>
            <p:spPr bwMode="auto">
              <a:xfrm>
                <a:off x="616" y="2570"/>
                <a:ext cx="726"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17" name="AutoShape 55">
                <a:extLst>
                  <a:ext uri="{FF2B5EF4-FFF2-40B4-BE49-F238E27FC236}">
                    <a16:creationId xmlns:a16="http://schemas.microsoft.com/office/drawing/2014/main" id="{67162A33-48AB-8447-8BA1-9899B1EFA707}"/>
                  </a:ext>
                </a:extLst>
              </p:cNvPr>
              <p:cNvSpPr>
                <a:spLocks noChangeArrowheads="1"/>
              </p:cNvSpPr>
              <p:nvPr/>
            </p:nvSpPr>
            <p:spPr bwMode="auto">
              <a:xfrm>
                <a:off x="629" y="2587"/>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96" name="Rectangle 56">
              <a:extLst>
                <a:ext uri="{FF2B5EF4-FFF2-40B4-BE49-F238E27FC236}">
                  <a16:creationId xmlns:a16="http://schemas.microsoft.com/office/drawing/2014/main" id="{C0727CA6-9309-D04B-829F-614EF5BEA353}"/>
                </a:ext>
              </a:extLst>
            </p:cNvPr>
            <p:cNvSpPr>
              <a:spLocks noChangeArrowheads="1"/>
            </p:cNvSpPr>
            <p:nvPr/>
          </p:nvSpPr>
          <p:spPr bwMode="auto">
            <a:xfrm>
              <a:off x="4215" y="1357"/>
              <a:ext cx="598"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97" name="Rectangle 57">
              <a:extLst>
                <a:ext uri="{FF2B5EF4-FFF2-40B4-BE49-F238E27FC236}">
                  <a16:creationId xmlns:a16="http://schemas.microsoft.com/office/drawing/2014/main" id="{17B7496E-619F-B745-A3B6-4EDDE39B5208}"/>
                </a:ext>
              </a:extLst>
            </p:cNvPr>
            <p:cNvSpPr>
              <a:spLocks noChangeArrowheads="1"/>
            </p:cNvSpPr>
            <p:nvPr/>
          </p:nvSpPr>
          <p:spPr bwMode="auto">
            <a:xfrm>
              <a:off x="4225" y="1658"/>
              <a:ext cx="598"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98" name="Group 58">
              <a:extLst>
                <a:ext uri="{FF2B5EF4-FFF2-40B4-BE49-F238E27FC236}">
                  <a16:creationId xmlns:a16="http://schemas.microsoft.com/office/drawing/2014/main" id="{B3F5CCBA-FB37-F741-A1BE-6A326312ABBC}"/>
                </a:ext>
              </a:extLst>
            </p:cNvPr>
            <p:cNvGrpSpPr>
              <a:grpSpLocks/>
            </p:cNvGrpSpPr>
            <p:nvPr/>
          </p:nvGrpSpPr>
          <p:grpSpPr bwMode="auto">
            <a:xfrm>
              <a:off x="4735" y="1627"/>
              <a:ext cx="582" cy="151"/>
              <a:chOff x="614" y="2568"/>
              <a:chExt cx="725" cy="139"/>
            </a:xfrm>
          </p:grpSpPr>
          <p:sp>
            <p:nvSpPr>
              <p:cNvPr id="114" name="AutoShape 59">
                <a:extLst>
                  <a:ext uri="{FF2B5EF4-FFF2-40B4-BE49-F238E27FC236}">
                    <a16:creationId xmlns:a16="http://schemas.microsoft.com/office/drawing/2014/main" id="{DEAAF06F-764B-A04C-A4F4-4AF808C89F06}"/>
                  </a:ext>
                </a:extLst>
              </p:cNvPr>
              <p:cNvSpPr>
                <a:spLocks noChangeArrowheads="1"/>
              </p:cNvSpPr>
              <p:nvPr/>
            </p:nvSpPr>
            <p:spPr bwMode="auto">
              <a:xfrm>
                <a:off x="611" y="2581"/>
                <a:ext cx="731" cy="12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15" name="AutoShape 60">
                <a:extLst>
                  <a:ext uri="{FF2B5EF4-FFF2-40B4-BE49-F238E27FC236}">
                    <a16:creationId xmlns:a16="http://schemas.microsoft.com/office/drawing/2014/main" id="{73A61CB6-ED08-FD4B-8F83-3336B8F8272F}"/>
                  </a:ext>
                </a:extLst>
              </p:cNvPr>
              <p:cNvSpPr>
                <a:spLocks noChangeArrowheads="1"/>
              </p:cNvSpPr>
              <p:nvPr/>
            </p:nvSpPr>
            <p:spPr bwMode="auto">
              <a:xfrm>
                <a:off x="624" y="2586"/>
                <a:ext cx="698"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99" name="Freeform 61">
              <a:extLst>
                <a:ext uri="{FF2B5EF4-FFF2-40B4-BE49-F238E27FC236}">
                  <a16:creationId xmlns:a16="http://schemas.microsoft.com/office/drawing/2014/main" id="{1AB063BC-5497-FD41-9B58-4C27970B62E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00" name="Group 62">
              <a:extLst>
                <a:ext uri="{FF2B5EF4-FFF2-40B4-BE49-F238E27FC236}">
                  <a16:creationId xmlns:a16="http://schemas.microsoft.com/office/drawing/2014/main" id="{20634D40-DCFD-8449-B684-70B31A9B350D}"/>
                </a:ext>
              </a:extLst>
            </p:cNvPr>
            <p:cNvGrpSpPr>
              <a:grpSpLocks/>
            </p:cNvGrpSpPr>
            <p:nvPr/>
          </p:nvGrpSpPr>
          <p:grpSpPr bwMode="auto">
            <a:xfrm>
              <a:off x="4739" y="1327"/>
              <a:ext cx="582" cy="139"/>
              <a:chOff x="614" y="2568"/>
              <a:chExt cx="725" cy="139"/>
            </a:xfrm>
          </p:grpSpPr>
          <p:sp>
            <p:nvSpPr>
              <p:cNvPr id="112" name="AutoShape 63">
                <a:extLst>
                  <a:ext uri="{FF2B5EF4-FFF2-40B4-BE49-F238E27FC236}">
                    <a16:creationId xmlns:a16="http://schemas.microsoft.com/office/drawing/2014/main" id="{F58EC583-5702-1E4B-A6F2-1309BD877BAA}"/>
                  </a:ext>
                </a:extLst>
              </p:cNvPr>
              <p:cNvSpPr>
                <a:spLocks noChangeArrowheads="1"/>
              </p:cNvSpPr>
              <p:nvPr/>
            </p:nvSpPr>
            <p:spPr bwMode="auto">
              <a:xfrm>
                <a:off x="612" y="257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13" name="AutoShape 64">
                <a:extLst>
                  <a:ext uri="{FF2B5EF4-FFF2-40B4-BE49-F238E27FC236}">
                    <a16:creationId xmlns:a16="http://schemas.microsoft.com/office/drawing/2014/main" id="{DB3DA62B-8007-4E4C-93B9-0F102F104C19}"/>
                  </a:ext>
                </a:extLst>
              </p:cNvPr>
              <p:cNvSpPr>
                <a:spLocks noChangeArrowheads="1"/>
              </p:cNvSpPr>
              <p:nvPr/>
            </p:nvSpPr>
            <p:spPr bwMode="auto">
              <a:xfrm>
                <a:off x="626" y="2587"/>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101" name="Rectangle 65">
              <a:extLst>
                <a:ext uri="{FF2B5EF4-FFF2-40B4-BE49-F238E27FC236}">
                  <a16:creationId xmlns:a16="http://schemas.microsoft.com/office/drawing/2014/main" id="{C31A2516-63E0-E740-AE1D-B59F6C976999}"/>
                </a:ext>
              </a:extLst>
            </p:cNvPr>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02" name="Freeform 66">
              <a:extLst>
                <a:ext uri="{FF2B5EF4-FFF2-40B4-BE49-F238E27FC236}">
                  <a16:creationId xmlns:a16="http://schemas.microsoft.com/office/drawing/2014/main" id="{B8246D8C-6855-C044-A8BA-8F170062CBC1}"/>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3" name="Freeform 67">
              <a:extLst>
                <a:ext uri="{FF2B5EF4-FFF2-40B4-BE49-F238E27FC236}">
                  <a16:creationId xmlns:a16="http://schemas.microsoft.com/office/drawing/2014/main" id="{924E847A-F4E0-DA4B-8D4E-A56FEAA6913D}"/>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4" name="Oval 68">
              <a:extLst>
                <a:ext uri="{FF2B5EF4-FFF2-40B4-BE49-F238E27FC236}">
                  <a16:creationId xmlns:a16="http://schemas.microsoft.com/office/drawing/2014/main" id="{8CAE9087-3C8E-F24B-A512-CEB1940F02B6}"/>
                </a:ext>
              </a:extLst>
            </p:cNvPr>
            <p:cNvSpPr>
              <a:spLocks noChangeArrowheads="1"/>
            </p:cNvSpPr>
            <p:nvPr/>
          </p:nvSpPr>
          <p:spPr bwMode="auto">
            <a:xfrm>
              <a:off x="5517" y="2614"/>
              <a:ext cx="48"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05" name="Freeform 69">
              <a:extLst>
                <a:ext uri="{FF2B5EF4-FFF2-40B4-BE49-F238E27FC236}">
                  <a16:creationId xmlns:a16="http://schemas.microsoft.com/office/drawing/2014/main" id="{2AB5FE84-419E-EB41-B46F-B90EA8215F8C}"/>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6" name="AutoShape 70">
              <a:extLst>
                <a:ext uri="{FF2B5EF4-FFF2-40B4-BE49-F238E27FC236}">
                  <a16:creationId xmlns:a16="http://schemas.microsoft.com/office/drawing/2014/main" id="{5044997C-6434-1F4E-951A-58848E528421}"/>
                </a:ext>
              </a:extLst>
            </p:cNvPr>
            <p:cNvSpPr>
              <a:spLocks noChangeArrowheads="1"/>
            </p:cNvSpPr>
            <p:nvPr/>
          </p:nvSpPr>
          <p:spPr bwMode="auto">
            <a:xfrm>
              <a:off x="4140" y="2680"/>
              <a:ext cx="1201" cy="145"/>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07" name="AutoShape 71">
              <a:extLst>
                <a:ext uri="{FF2B5EF4-FFF2-40B4-BE49-F238E27FC236}">
                  <a16:creationId xmlns:a16="http://schemas.microsoft.com/office/drawing/2014/main" id="{E0E22BAF-7B23-B44C-827B-153E00211A92}"/>
                </a:ext>
              </a:extLst>
            </p:cNvPr>
            <p:cNvSpPr>
              <a:spLocks noChangeArrowheads="1"/>
            </p:cNvSpPr>
            <p:nvPr/>
          </p:nvSpPr>
          <p:spPr bwMode="auto">
            <a:xfrm>
              <a:off x="4204" y="2708"/>
              <a:ext cx="1073"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08" name="Oval 72">
              <a:extLst>
                <a:ext uri="{FF2B5EF4-FFF2-40B4-BE49-F238E27FC236}">
                  <a16:creationId xmlns:a16="http://schemas.microsoft.com/office/drawing/2014/main" id="{E772A220-7A72-DF4C-B4F3-72E6DDF1F7AC}"/>
                </a:ext>
              </a:extLst>
            </p:cNvPr>
            <p:cNvSpPr>
              <a:spLocks noChangeArrowheads="1"/>
            </p:cNvSpPr>
            <p:nvPr/>
          </p:nvSpPr>
          <p:spPr bwMode="auto">
            <a:xfrm>
              <a:off x="4305" y="2380"/>
              <a:ext cx="160"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09" name="Oval 73">
              <a:extLst>
                <a:ext uri="{FF2B5EF4-FFF2-40B4-BE49-F238E27FC236}">
                  <a16:creationId xmlns:a16="http://schemas.microsoft.com/office/drawing/2014/main" id="{E52F28FE-19A0-E943-AE0B-DEEA922220F8}"/>
                </a:ext>
              </a:extLst>
            </p:cNvPr>
            <p:cNvSpPr>
              <a:spLocks noChangeArrowheads="1"/>
            </p:cNvSpPr>
            <p:nvPr/>
          </p:nvSpPr>
          <p:spPr bwMode="auto">
            <a:xfrm>
              <a:off x="4487" y="2386"/>
              <a:ext cx="160" cy="139"/>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Arial" panose="020B0604020202020204" pitchFamily="34" charset="0"/>
              </a:endParaRPr>
            </a:p>
          </p:txBody>
        </p:sp>
        <p:sp>
          <p:nvSpPr>
            <p:cNvPr id="110" name="Oval 74">
              <a:extLst>
                <a:ext uri="{FF2B5EF4-FFF2-40B4-BE49-F238E27FC236}">
                  <a16:creationId xmlns:a16="http://schemas.microsoft.com/office/drawing/2014/main" id="{679A21A4-960E-C240-991F-7A91E9D33D9E}"/>
                </a:ext>
              </a:extLst>
            </p:cNvPr>
            <p:cNvSpPr>
              <a:spLocks noChangeArrowheads="1"/>
            </p:cNvSpPr>
            <p:nvPr/>
          </p:nvSpPr>
          <p:spPr bwMode="auto">
            <a:xfrm>
              <a:off x="4663" y="2380"/>
              <a:ext cx="155"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11" name="Rectangle 75">
              <a:extLst>
                <a:ext uri="{FF2B5EF4-FFF2-40B4-BE49-F238E27FC236}">
                  <a16:creationId xmlns:a16="http://schemas.microsoft.com/office/drawing/2014/main" id="{5FE7BC29-1F3A-FC4D-B0A8-E7C985E2199F}"/>
                </a:ext>
              </a:extLst>
            </p:cNvPr>
            <p:cNvSpPr>
              <a:spLocks noChangeArrowheads="1"/>
            </p:cNvSpPr>
            <p:nvPr/>
          </p:nvSpPr>
          <p:spPr bwMode="auto">
            <a:xfrm>
              <a:off x="5063" y="1835"/>
              <a:ext cx="85" cy="762"/>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grpSp>
        <p:nvGrpSpPr>
          <p:cNvPr id="120" name="Group 76">
            <a:extLst>
              <a:ext uri="{FF2B5EF4-FFF2-40B4-BE49-F238E27FC236}">
                <a16:creationId xmlns:a16="http://schemas.microsoft.com/office/drawing/2014/main" id="{ACB35F9B-E584-6A4C-A928-821626F2884C}"/>
              </a:ext>
            </a:extLst>
          </p:cNvPr>
          <p:cNvGrpSpPr>
            <a:grpSpLocks/>
          </p:cNvGrpSpPr>
          <p:nvPr/>
        </p:nvGrpSpPr>
        <p:grpSpPr bwMode="auto">
          <a:xfrm>
            <a:off x="7686054" y="1920396"/>
            <a:ext cx="698500" cy="709613"/>
            <a:chOff x="-44" y="1473"/>
            <a:chExt cx="981" cy="1105"/>
          </a:xfrm>
        </p:grpSpPr>
        <p:pic>
          <p:nvPicPr>
            <p:cNvPr id="121" name="Picture 77" descr="desktop_computer_stylized_medium">
              <a:extLst>
                <a:ext uri="{FF2B5EF4-FFF2-40B4-BE49-F238E27FC236}">
                  <a16:creationId xmlns:a16="http://schemas.microsoft.com/office/drawing/2014/main" id="{C2C6AD66-1148-CD4D-99F7-5C6A689E2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Freeform 78">
              <a:extLst>
                <a:ext uri="{FF2B5EF4-FFF2-40B4-BE49-F238E27FC236}">
                  <a16:creationId xmlns:a16="http://schemas.microsoft.com/office/drawing/2014/main" id="{40C43405-EE8F-6348-9658-64CCF319FF43}"/>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 name="Freeform 1">
            <a:extLst>
              <a:ext uri="{FF2B5EF4-FFF2-40B4-BE49-F238E27FC236}">
                <a16:creationId xmlns:a16="http://schemas.microsoft.com/office/drawing/2014/main" id="{2D3ED81E-7823-0B47-8E02-97411E72ACFD}"/>
              </a:ext>
            </a:extLst>
          </p:cNvPr>
          <p:cNvSpPr/>
          <p:nvPr/>
        </p:nvSpPr>
        <p:spPr>
          <a:xfrm>
            <a:off x="8188984" y="4246818"/>
            <a:ext cx="1700270" cy="558188"/>
          </a:xfrm>
          <a:custGeom>
            <a:avLst/>
            <a:gdLst>
              <a:gd name="connsiteX0" fmla="*/ 0 w 1700270"/>
              <a:gd name="connsiteY0" fmla="*/ 389262 h 543498"/>
              <a:gd name="connsiteX1" fmla="*/ 1700270 w 1700270"/>
              <a:gd name="connsiteY1" fmla="*/ 0 h 543498"/>
              <a:gd name="connsiteX2" fmla="*/ 1696598 w 1700270"/>
              <a:gd name="connsiteY2" fmla="*/ 176269 h 543498"/>
              <a:gd name="connsiteX3" fmla="*/ 0 w 1700270"/>
              <a:gd name="connsiteY3" fmla="*/ 543498 h 543498"/>
              <a:gd name="connsiteX4" fmla="*/ 0 w 1700270"/>
              <a:gd name="connsiteY4" fmla="*/ 389262 h 543498"/>
              <a:gd name="connsiteX0" fmla="*/ 0 w 1700270"/>
              <a:gd name="connsiteY0" fmla="*/ 389262 h 558188"/>
              <a:gd name="connsiteX1" fmla="*/ 1700270 w 1700270"/>
              <a:gd name="connsiteY1" fmla="*/ 0 h 558188"/>
              <a:gd name="connsiteX2" fmla="*/ 1696598 w 1700270"/>
              <a:gd name="connsiteY2" fmla="*/ 176269 h 558188"/>
              <a:gd name="connsiteX3" fmla="*/ 7344 w 1700270"/>
              <a:gd name="connsiteY3" fmla="*/ 558188 h 558188"/>
              <a:gd name="connsiteX4" fmla="*/ 0 w 1700270"/>
              <a:gd name="connsiteY4" fmla="*/ 389262 h 558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0270" h="558188">
                <a:moveTo>
                  <a:pt x="0" y="389262"/>
                </a:moveTo>
                <a:lnTo>
                  <a:pt x="1700270" y="0"/>
                </a:lnTo>
                <a:lnTo>
                  <a:pt x="1696598" y="176269"/>
                </a:lnTo>
                <a:lnTo>
                  <a:pt x="7344" y="558188"/>
                </a:lnTo>
                <a:lnTo>
                  <a:pt x="0" y="389262"/>
                </a:lnTo>
                <a:close/>
              </a:path>
            </a:pathLst>
          </a:custGeom>
          <a:solidFill>
            <a:srgbClr val="0000A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3" name="AutoShape 21">
            <a:extLst>
              <a:ext uri="{FF2B5EF4-FFF2-40B4-BE49-F238E27FC236}">
                <a16:creationId xmlns:a16="http://schemas.microsoft.com/office/drawing/2014/main" id="{B46E8531-A1AB-F94F-83A6-88018FC274AE}"/>
              </a:ext>
            </a:extLst>
          </p:cNvPr>
          <p:cNvSpPr>
            <a:spLocks/>
          </p:cNvSpPr>
          <p:nvPr/>
        </p:nvSpPr>
        <p:spPr bwMode="auto">
          <a:xfrm flipH="1" flipV="1">
            <a:off x="8069711" y="4643267"/>
            <a:ext cx="99857" cy="161739"/>
          </a:xfrm>
          <a:prstGeom prst="rightBrace">
            <a:avLst>
              <a:gd name="adj1" fmla="val 203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 name="TextBox 3">
            <a:extLst>
              <a:ext uri="{FF2B5EF4-FFF2-40B4-BE49-F238E27FC236}">
                <a16:creationId xmlns:a16="http://schemas.microsoft.com/office/drawing/2014/main" id="{C4BF7570-9992-2546-969B-3F60B086818E}"/>
              </a:ext>
            </a:extLst>
          </p:cNvPr>
          <p:cNvSpPr txBox="1"/>
          <p:nvPr/>
        </p:nvSpPr>
        <p:spPr>
          <a:xfrm>
            <a:off x="1056514" y="5919854"/>
            <a:ext cx="9257241"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Non-persistent HTTP response time =  2RTT+ file transmission  time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5" name="Slide Number Placeholder 2">
            <a:extLst>
              <a:ext uri="{FF2B5EF4-FFF2-40B4-BE49-F238E27FC236}">
                <a16:creationId xmlns:a16="http://schemas.microsoft.com/office/drawing/2014/main" id="{7E482904-1521-274F-AE73-DF7E96ACE75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287471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2">
                                            <p:txEl>
                                              <p:pRg st="1" end="1"/>
                                            </p:txEl>
                                          </p:spTgt>
                                        </p:tgtEl>
                                        <p:attrNameLst>
                                          <p:attrName>style.visibility</p:attrName>
                                        </p:attrNameLst>
                                      </p:cBhvr>
                                      <p:to>
                                        <p:strVal val="visible"/>
                                      </p:to>
                                    </p:set>
                                    <p:animEffect transition="in" filter="dissolve">
                                      <p:cBhvr>
                                        <p:cTn id="7" dur="500"/>
                                        <p:tgtEl>
                                          <p:spTgt spid="62">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2">
                                            <p:txEl>
                                              <p:pRg st="2" end="2"/>
                                            </p:txEl>
                                          </p:spTgt>
                                        </p:tgtEl>
                                        <p:attrNameLst>
                                          <p:attrName>style.visibility</p:attrName>
                                        </p:attrNameLst>
                                      </p:cBhvr>
                                      <p:to>
                                        <p:strVal val="visible"/>
                                      </p:to>
                                    </p:set>
                                    <p:animEffect transition="in" filter="dissolve">
                                      <p:cBhvr>
                                        <p:cTn id="10" dur="500"/>
                                        <p:tgtEl>
                                          <p:spTgt spid="62">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2">
                                            <p:txEl>
                                              <p:pRg st="3" end="3"/>
                                            </p:txEl>
                                          </p:spTgt>
                                        </p:tgtEl>
                                        <p:attrNameLst>
                                          <p:attrName>style.visibility</p:attrName>
                                        </p:attrNameLst>
                                      </p:cBhvr>
                                      <p:to>
                                        <p:strVal val="visible"/>
                                      </p:to>
                                    </p:set>
                                    <p:animEffect transition="in" filter="dissolve">
                                      <p:cBhvr>
                                        <p:cTn id="13" dur="500"/>
                                        <p:tgtEl>
                                          <p:spTgt spid="62">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62">
                                            <p:txEl>
                                              <p:pRg st="4" end="4"/>
                                            </p:txEl>
                                          </p:spTgt>
                                        </p:tgtEl>
                                        <p:attrNameLst>
                                          <p:attrName>style.visibility</p:attrName>
                                        </p:attrNameLst>
                                      </p:cBhvr>
                                      <p:to>
                                        <p:strVal val="visible"/>
                                      </p:to>
                                    </p:set>
                                    <p:animEffect transition="in" filter="dissolve">
                                      <p:cBhvr>
                                        <p:cTn id="16" dur="500"/>
                                        <p:tgtEl>
                                          <p:spTgt spid="62">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Persistent HTTP </a:t>
            </a:r>
            <a:r>
              <a:rPr lang="en-US" altLang="en-US" sz="3200" dirty="0">
                <a:cs typeface="Calibri" panose="020F0502020204030204" pitchFamily="34" charset="0"/>
              </a:rPr>
              <a:t>(HTTP 1.1)</a:t>
            </a:r>
            <a:endParaRPr lang="en-US" sz="4400" dirty="0"/>
          </a:p>
        </p:txBody>
      </p:sp>
      <p:sp>
        <p:nvSpPr>
          <p:cNvPr id="6" name="Rectangle 3">
            <a:extLst>
              <a:ext uri="{FF2B5EF4-FFF2-40B4-BE49-F238E27FC236}">
                <a16:creationId xmlns:a16="http://schemas.microsoft.com/office/drawing/2014/main" id="{FB14C937-79C9-6642-8B0C-15F130B4AF98}"/>
              </a:ext>
            </a:extLst>
          </p:cNvPr>
          <p:cNvSpPr txBox="1">
            <a:spLocks noChangeArrowheads="1"/>
          </p:cNvSpPr>
          <p:nvPr/>
        </p:nvSpPr>
        <p:spPr>
          <a:xfrm>
            <a:off x="798691" y="1401764"/>
            <a:ext cx="5165547"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0188" marR="0" lvl="0" indent="-21590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1" u="none" strike="noStrike" kern="1200" cap="none" spc="0" normalizeH="0" baseline="0" noProof="0" dirty="0">
                <a:ln>
                  <a:noFill/>
                </a:ln>
                <a:solidFill>
                  <a:srgbClr val="CC0000"/>
                </a:solidFill>
                <a:effectLst/>
                <a:uLnTx/>
                <a:uFillTx/>
                <a:latin typeface="Calibri"/>
                <a:ea typeface="+mn-ea"/>
                <a:cs typeface="+mn-cs"/>
              </a:rPr>
              <a:t>Non-persistent HTTP issues:</a:t>
            </a:r>
          </a:p>
          <a:p>
            <a:pPr marL="346075" marR="0" lvl="0" indent="-2174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requires 2 RTTs per object</a:t>
            </a:r>
          </a:p>
          <a:p>
            <a:pPr marL="346075" marR="0" lvl="0" indent="-2174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OS overhead for </a:t>
            </a:r>
            <a:r>
              <a:rPr kumimoji="0" lang="en-US" sz="2800" b="0" i="1" u="none" strike="noStrike" kern="1200" cap="none" spc="0" normalizeH="0" baseline="0" noProof="0" dirty="0">
                <a:ln>
                  <a:noFill/>
                </a:ln>
                <a:solidFill>
                  <a:prstClr val="black"/>
                </a:solidFill>
                <a:effectLst/>
                <a:uLnTx/>
                <a:uFillTx/>
                <a:latin typeface="Calibri"/>
                <a:ea typeface="+mn-ea"/>
                <a:cs typeface="+mn-cs"/>
              </a:rPr>
              <a:t>each</a:t>
            </a:r>
            <a:r>
              <a:rPr kumimoji="0" lang="en-US" sz="2800" b="0" i="0" u="none" strike="noStrike" kern="1200" cap="none" spc="0" normalizeH="0" baseline="0" noProof="0" dirty="0">
                <a:ln>
                  <a:noFill/>
                </a:ln>
                <a:solidFill>
                  <a:prstClr val="black"/>
                </a:solidFill>
                <a:effectLst/>
                <a:uLnTx/>
                <a:uFillTx/>
                <a:latin typeface="Calibri"/>
                <a:ea typeface="+mn-ea"/>
                <a:cs typeface="+mn-cs"/>
              </a:rPr>
              <a:t> TCP connection</a:t>
            </a:r>
          </a:p>
          <a:p>
            <a:pPr marL="346075" marR="0" lvl="0" indent="-2174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browsers often open multiple parallel TCP connections to fetch referenced objects in parallel</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Rectangle 10">
            <a:extLst>
              <a:ext uri="{FF2B5EF4-FFF2-40B4-BE49-F238E27FC236}">
                <a16:creationId xmlns:a16="http://schemas.microsoft.com/office/drawing/2014/main" id="{996C596E-CBDC-1641-AE54-06AC7ADF3759}"/>
              </a:ext>
            </a:extLst>
          </p:cNvPr>
          <p:cNvSpPr txBox="1">
            <a:spLocks noChangeArrowheads="1"/>
          </p:cNvSpPr>
          <p:nvPr/>
        </p:nvSpPr>
        <p:spPr>
          <a:xfrm>
            <a:off x="6227762" y="1414463"/>
            <a:ext cx="5735053"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0188" marR="0" lvl="0" indent="-21590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1" u="none" strike="noStrike" kern="1200" cap="none" spc="0" normalizeH="0" baseline="0" noProof="0" dirty="0">
                <a:ln>
                  <a:noFill/>
                </a:ln>
                <a:solidFill>
                  <a:srgbClr val="CC0000"/>
                </a:solidFill>
                <a:effectLst/>
                <a:uLnTx/>
                <a:uFillTx/>
                <a:latin typeface="Calibri"/>
                <a:ea typeface="+mn-ea"/>
                <a:cs typeface="+mn-cs"/>
              </a:rPr>
              <a:t>Persistent  HTTP </a:t>
            </a:r>
            <a:r>
              <a:rPr kumimoji="0" lang="en-US" sz="2400" b="0" i="1" u="none" strike="noStrike" kern="1200" cap="none" spc="0" normalizeH="0" baseline="0" noProof="0" dirty="0">
                <a:ln>
                  <a:noFill/>
                </a:ln>
                <a:solidFill>
                  <a:srgbClr val="CC0000"/>
                </a:solidFill>
                <a:effectLst/>
                <a:uLnTx/>
                <a:uFillTx/>
                <a:latin typeface="Calibri"/>
                <a:ea typeface="+mn-ea"/>
                <a:cs typeface="+mn-cs"/>
              </a:rPr>
              <a:t>(HTTP1.1):</a:t>
            </a:r>
            <a:endParaRPr kumimoji="0" lang="en-US" sz="3200" b="0" i="1" u="none" strike="noStrike" kern="1200" cap="none" spc="0" normalizeH="0" baseline="0" noProof="0" dirty="0">
              <a:ln>
                <a:noFill/>
              </a:ln>
              <a:solidFill>
                <a:srgbClr val="CC0000"/>
              </a:solidFill>
              <a:effectLst/>
              <a:uLnTx/>
              <a:uFillTx/>
              <a:latin typeface="Calibri"/>
              <a:ea typeface="+mn-ea"/>
              <a:cs typeface="+mn-cs"/>
            </a:endParaRPr>
          </a:p>
          <a:p>
            <a:pPr marL="346075" marR="0" lvl="0" indent="-2174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server leaves connection open after sending response</a:t>
            </a:r>
          </a:p>
          <a:p>
            <a:pPr marL="346075" marR="0" lvl="0" indent="-2174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subsequent HTTP messages  between same client/server sent over open connection</a:t>
            </a:r>
          </a:p>
          <a:p>
            <a:pPr marL="346075" marR="0" lvl="0" indent="-2174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 sends requests as soon as it encounters a referenced object</a:t>
            </a:r>
          </a:p>
          <a:p>
            <a:pPr marL="346075" marR="0" lvl="0" indent="-2174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as little as one RTT for all the referenced objects (cutting response time in half)</a:t>
            </a:r>
          </a:p>
        </p:txBody>
      </p:sp>
      <p:sp>
        <p:nvSpPr>
          <p:cNvPr id="5" name="Slide Number Placeholder 2">
            <a:extLst>
              <a:ext uri="{FF2B5EF4-FFF2-40B4-BE49-F238E27FC236}">
                <a16:creationId xmlns:a16="http://schemas.microsoft.com/office/drawing/2014/main" id="{2C9DB959-15FC-7A47-B54E-965B407AAA51}"/>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426259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A5489C0-1A64-61BB-F40B-6468743E4442}"/>
              </a:ext>
            </a:extLst>
          </p:cNvPr>
          <p:cNvSpPr>
            <a:spLocks noGrp="1"/>
          </p:cNvSpPr>
          <p:nvPr>
            <p:ph idx="1"/>
          </p:nvPr>
        </p:nvSpPr>
        <p:spPr/>
        <p:txBody>
          <a:bodyPr/>
          <a:lstStyle/>
          <a:p>
            <a:r>
              <a:rPr lang="en-US" dirty="0"/>
              <a:t>Assume:</a:t>
            </a:r>
          </a:p>
          <a:p>
            <a:pPr lvl="1"/>
            <a:r>
              <a:rPr lang="en-US" dirty="0"/>
              <a:t>RTT between the client and the server: </a:t>
            </a:r>
            <a:r>
              <a:rPr lang="en-US" b="1" dirty="0"/>
              <a:t>100 </a:t>
            </a:r>
            <a:r>
              <a:rPr lang="en-US" b="1" dirty="0" err="1"/>
              <a:t>ms</a:t>
            </a:r>
            <a:endParaRPr lang="en-US" b="1" dirty="0"/>
          </a:p>
          <a:p>
            <a:pPr lvl="1"/>
            <a:r>
              <a:rPr lang="en-US" dirty="0"/>
              <a:t>Time to transmit an object: </a:t>
            </a:r>
            <a:r>
              <a:rPr lang="en-US" b="1" dirty="0"/>
              <a:t>10 </a:t>
            </a:r>
            <a:r>
              <a:rPr lang="en-US" b="1" dirty="0" err="1"/>
              <a:t>ms</a:t>
            </a:r>
            <a:endParaRPr lang="en-US" b="1" dirty="0"/>
          </a:p>
          <a:p>
            <a:pPr lvl="1"/>
            <a:r>
              <a:rPr lang="en-US" dirty="0"/>
              <a:t>Webpage consists of: 1 HTML file and 3 objects (e.g., images or CSS files).</a:t>
            </a:r>
          </a:p>
          <a:p>
            <a:r>
              <a:rPr lang="en-US" dirty="0"/>
              <a:t>Question: Calculate the total time to retrieve the webpage using non-persistent HTTP.</a:t>
            </a:r>
          </a:p>
        </p:txBody>
      </p:sp>
      <p:sp>
        <p:nvSpPr>
          <p:cNvPr id="4" name="Title 3">
            <a:extLst>
              <a:ext uri="{FF2B5EF4-FFF2-40B4-BE49-F238E27FC236}">
                <a16:creationId xmlns:a16="http://schemas.microsoft.com/office/drawing/2014/main" id="{26FE45D2-6672-036F-4045-A8509F6CF896}"/>
              </a:ext>
            </a:extLst>
          </p:cNvPr>
          <p:cNvSpPr>
            <a:spLocks noGrp="1"/>
          </p:cNvSpPr>
          <p:nvPr>
            <p:ph type="title"/>
          </p:nvPr>
        </p:nvSpPr>
        <p:spPr/>
        <p:txBody>
          <a:bodyPr>
            <a:normAutofit/>
          </a:bodyPr>
          <a:lstStyle/>
          <a:p>
            <a:r>
              <a:rPr lang="en-US" b="1" dirty="0"/>
              <a:t>Exercise 1: Non-Persistent HTTP</a:t>
            </a:r>
            <a:endParaRPr lang="en-US" dirty="0"/>
          </a:p>
        </p:txBody>
      </p:sp>
      <p:sp>
        <p:nvSpPr>
          <p:cNvPr id="3" name="Slide Number Placeholder 2">
            <a:extLst>
              <a:ext uri="{FF2B5EF4-FFF2-40B4-BE49-F238E27FC236}">
                <a16:creationId xmlns:a16="http://schemas.microsoft.com/office/drawing/2014/main" id="{8A194182-0EE6-EC94-7525-2512833FF22D}"/>
              </a:ext>
            </a:extLst>
          </p:cNvPr>
          <p:cNvSpPr>
            <a:spLocks noGrp="1"/>
          </p:cNvSpPr>
          <p:nvPr>
            <p:ph type="sldNum" sz="quarter" idx="4"/>
          </p:nvPr>
        </p:nvSpPr>
        <p:spPr/>
        <p:txBody>
          <a:bodyPr/>
          <a:lstStyle/>
          <a:p>
            <a:r>
              <a:rPr lang="en-US"/>
              <a:t>Transport Layer: 3-</a:t>
            </a:r>
            <a:fld id="{C4204591-24BD-A542-B9D5-F8D8A88D2FEE}" type="slidenum">
              <a:rPr lang="en-US" smtClean="0"/>
              <a:pPr/>
              <a:t>10</a:t>
            </a:fld>
            <a:endParaRPr lang="en-US"/>
          </a:p>
        </p:txBody>
      </p:sp>
    </p:spTree>
    <p:extLst>
      <p:ext uri="{BB962C8B-B14F-4D97-AF65-F5344CB8AC3E}">
        <p14:creationId xmlns:p14="http://schemas.microsoft.com/office/powerpoint/2010/main" val="3679854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D4DAD8-66D8-71A8-F8D3-CA33E22F44EA}"/>
              </a:ext>
            </a:extLst>
          </p:cNvPr>
          <p:cNvSpPr>
            <a:spLocks noGrp="1"/>
          </p:cNvSpPr>
          <p:nvPr>
            <p:ph idx="1"/>
          </p:nvPr>
        </p:nvSpPr>
        <p:spPr/>
        <p:txBody>
          <a:bodyPr>
            <a:normAutofit fontScale="92500" lnSpcReduction="10000"/>
          </a:bodyPr>
          <a:lstStyle/>
          <a:p>
            <a:pPr marL="644525" indent="-514350">
              <a:buFont typeface="+mj-lt"/>
              <a:buAutoNum type="arabicPeriod"/>
            </a:pPr>
            <a:r>
              <a:rPr lang="en-US" b="1" dirty="0"/>
              <a:t>TCP Handshake</a:t>
            </a:r>
            <a:r>
              <a:rPr lang="en-US" dirty="0"/>
              <a:t>:</a:t>
            </a:r>
          </a:p>
          <a:p>
            <a:pPr marL="987425" lvl="1" indent="-514350"/>
            <a:r>
              <a:rPr lang="en-US" dirty="0"/>
              <a:t>Before sending the HTTP request, the TCP 3-way handshake needs to be completed to establish a connection.</a:t>
            </a:r>
          </a:p>
          <a:p>
            <a:pPr marL="1435100" lvl="2" indent="-514350"/>
            <a:r>
              <a:rPr lang="en-US" dirty="0"/>
              <a:t>This involves 1 RTT (Round-Trip Time):</a:t>
            </a:r>
          </a:p>
          <a:p>
            <a:pPr marL="1892300" lvl="3" indent="-514350">
              <a:buFont typeface="+mj-lt"/>
              <a:buAutoNum type="arabicPeriod"/>
            </a:pPr>
            <a:r>
              <a:rPr lang="en-US" dirty="0"/>
              <a:t>Client sends a </a:t>
            </a:r>
            <a:r>
              <a:rPr lang="en-US" b="1" dirty="0"/>
              <a:t>SYN</a:t>
            </a:r>
            <a:r>
              <a:rPr lang="en-US" dirty="0"/>
              <a:t> packet to the server.</a:t>
            </a:r>
          </a:p>
          <a:p>
            <a:pPr marL="1892300" lvl="3" indent="-514350">
              <a:buFont typeface="+mj-lt"/>
              <a:buAutoNum type="arabicPeriod"/>
            </a:pPr>
            <a:r>
              <a:rPr lang="en-US" dirty="0"/>
              <a:t>Server responds with a </a:t>
            </a:r>
            <a:r>
              <a:rPr lang="en-US" b="1" dirty="0"/>
              <a:t>SYN-ACK</a:t>
            </a:r>
            <a:r>
              <a:rPr lang="en-US" dirty="0"/>
              <a:t>.</a:t>
            </a:r>
          </a:p>
          <a:p>
            <a:pPr marL="1892300" lvl="3" indent="-514350">
              <a:buFont typeface="+mj-lt"/>
              <a:buAutoNum type="arabicPeriod"/>
            </a:pPr>
            <a:r>
              <a:rPr lang="en-US" dirty="0"/>
              <a:t>Client sends an </a:t>
            </a:r>
            <a:r>
              <a:rPr lang="en-US" b="1" dirty="0"/>
              <a:t>ACK</a:t>
            </a:r>
            <a:r>
              <a:rPr lang="en-US" dirty="0"/>
              <a:t> to the server.</a:t>
            </a:r>
          </a:p>
          <a:p>
            <a:pPr marL="644525" indent="-514350">
              <a:buFont typeface="+mj-lt"/>
              <a:buAutoNum type="arabicPeriod"/>
            </a:pPr>
            <a:r>
              <a:rPr lang="en-US" dirty="0"/>
              <a:t>Response Time for the HTML file:</a:t>
            </a:r>
          </a:p>
          <a:p>
            <a:pPr marL="987425" lvl="1" indent="-514350"/>
            <a:r>
              <a:rPr lang="en-US" b="1" dirty="0"/>
              <a:t>TCP Connection Setup</a:t>
            </a:r>
            <a:r>
              <a:rPr lang="en-US" dirty="0"/>
              <a:t> (3-way handshake) = </a:t>
            </a:r>
            <a:r>
              <a:rPr lang="en-US" b="1" dirty="0"/>
              <a:t>1 RTT</a:t>
            </a:r>
            <a:r>
              <a:rPr lang="en-US" dirty="0"/>
              <a:t> = 100 </a:t>
            </a:r>
            <a:r>
              <a:rPr lang="en-US" dirty="0" err="1"/>
              <a:t>ms</a:t>
            </a:r>
            <a:endParaRPr lang="en-US" dirty="0"/>
          </a:p>
          <a:p>
            <a:pPr marL="987425" lvl="1" indent="-514350"/>
            <a:r>
              <a:rPr lang="en-US" b="1" dirty="0"/>
              <a:t>Request and Response for HTML</a:t>
            </a:r>
            <a:r>
              <a:rPr lang="en-US" dirty="0"/>
              <a:t> = </a:t>
            </a:r>
            <a:r>
              <a:rPr lang="en-US" b="1" dirty="0"/>
              <a:t>1 RTT</a:t>
            </a:r>
            <a:r>
              <a:rPr lang="en-US" dirty="0"/>
              <a:t> = 100 </a:t>
            </a:r>
            <a:r>
              <a:rPr lang="en-US" dirty="0" err="1"/>
              <a:t>ms</a:t>
            </a:r>
            <a:endParaRPr lang="en-US" dirty="0"/>
          </a:p>
          <a:p>
            <a:pPr marL="987425" lvl="1" indent="-514350"/>
            <a:r>
              <a:rPr lang="en-US" b="1" dirty="0"/>
              <a:t>Transmission time for HTML file</a:t>
            </a:r>
            <a:r>
              <a:rPr lang="en-US" dirty="0"/>
              <a:t> = 10 </a:t>
            </a:r>
            <a:r>
              <a:rPr lang="en-US" dirty="0" err="1"/>
              <a:t>ms</a:t>
            </a:r>
            <a:endParaRPr lang="en-US" dirty="0"/>
          </a:p>
          <a:p>
            <a:pPr marL="130175" indent="0">
              <a:buNone/>
            </a:pPr>
            <a:r>
              <a:rPr lang="en-US" dirty="0"/>
              <a:t>Total time to retrieve the HTML file = 1 RTT (TCP handshake) + 1 RTT (HTTP request and response) + transmission time = </a:t>
            </a:r>
            <a:r>
              <a:rPr lang="en-US" b="1" dirty="0"/>
              <a:t>100 + 100 + 10 = 210 </a:t>
            </a:r>
            <a:r>
              <a:rPr lang="en-US" b="1" dirty="0" err="1"/>
              <a:t>ms</a:t>
            </a:r>
            <a:endParaRPr lang="en-US" dirty="0"/>
          </a:p>
        </p:txBody>
      </p:sp>
      <p:sp>
        <p:nvSpPr>
          <p:cNvPr id="3" name="Title 2">
            <a:extLst>
              <a:ext uri="{FF2B5EF4-FFF2-40B4-BE49-F238E27FC236}">
                <a16:creationId xmlns:a16="http://schemas.microsoft.com/office/drawing/2014/main" id="{0574BD6F-1ED8-AB2D-B18F-A6316AA992BB}"/>
              </a:ext>
            </a:extLst>
          </p:cNvPr>
          <p:cNvSpPr>
            <a:spLocks noGrp="1"/>
          </p:cNvSpPr>
          <p:nvPr>
            <p:ph type="title"/>
          </p:nvPr>
        </p:nvSpPr>
        <p:spPr/>
        <p:txBody>
          <a:bodyPr>
            <a:normAutofit/>
          </a:bodyPr>
          <a:lstStyle/>
          <a:p>
            <a:r>
              <a:rPr lang="en-US" b="1" dirty="0"/>
              <a:t>Response Time for the HTML file</a:t>
            </a:r>
            <a:endParaRPr lang="en-US" dirty="0"/>
          </a:p>
        </p:txBody>
      </p:sp>
      <p:sp>
        <p:nvSpPr>
          <p:cNvPr id="4" name="Slide Number Placeholder 3">
            <a:extLst>
              <a:ext uri="{FF2B5EF4-FFF2-40B4-BE49-F238E27FC236}">
                <a16:creationId xmlns:a16="http://schemas.microsoft.com/office/drawing/2014/main" id="{9E0FEA33-3A06-A6CE-ABAA-1A25EF658AB5}"/>
              </a:ext>
            </a:extLst>
          </p:cNvPr>
          <p:cNvSpPr>
            <a:spLocks noGrp="1"/>
          </p:cNvSpPr>
          <p:nvPr>
            <p:ph type="sldNum" sz="quarter" idx="4"/>
          </p:nvPr>
        </p:nvSpPr>
        <p:spPr/>
        <p:txBody>
          <a:bodyPr/>
          <a:lstStyle/>
          <a:p>
            <a:r>
              <a:rPr lang="en-US"/>
              <a:t>Transport Layer: 3-</a:t>
            </a:r>
            <a:fld id="{C4204591-24BD-A542-B9D5-F8D8A88D2FEE}" type="slidenum">
              <a:rPr lang="en-US" smtClean="0"/>
              <a:pPr/>
              <a:t>11</a:t>
            </a:fld>
            <a:endParaRPr lang="en-US"/>
          </a:p>
        </p:txBody>
      </p:sp>
    </p:spTree>
    <p:extLst>
      <p:ext uri="{BB962C8B-B14F-4D97-AF65-F5344CB8AC3E}">
        <p14:creationId xmlns:p14="http://schemas.microsoft.com/office/powerpoint/2010/main" val="2351631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46F040-79FD-7701-7B22-75DC88B925CA}"/>
              </a:ext>
            </a:extLst>
          </p:cNvPr>
          <p:cNvSpPr>
            <a:spLocks noGrp="1"/>
          </p:cNvSpPr>
          <p:nvPr>
            <p:ph idx="1"/>
          </p:nvPr>
        </p:nvSpPr>
        <p:spPr/>
        <p:txBody>
          <a:bodyPr/>
          <a:lstStyle/>
          <a:p>
            <a:r>
              <a:rPr lang="en-US" dirty="0"/>
              <a:t>For each object (requires a new TCP connection):</a:t>
            </a:r>
          </a:p>
          <a:p>
            <a:pPr marL="920750" lvl="1" indent="-457200">
              <a:buFont typeface="+mj-lt"/>
              <a:buAutoNum type="arabicPeriod"/>
            </a:pPr>
            <a:r>
              <a:rPr lang="en-US" b="1" dirty="0"/>
              <a:t>TCP Connection Setup</a:t>
            </a:r>
            <a:r>
              <a:rPr lang="en-US" dirty="0"/>
              <a:t> = </a:t>
            </a:r>
            <a:r>
              <a:rPr lang="en-US" b="1" dirty="0"/>
              <a:t>1 RTT</a:t>
            </a:r>
            <a:r>
              <a:rPr lang="en-US" dirty="0"/>
              <a:t> = 100 </a:t>
            </a:r>
            <a:r>
              <a:rPr lang="en-US" dirty="0" err="1"/>
              <a:t>ms</a:t>
            </a:r>
            <a:endParaRPr lang="en-US" dirty="0"/>
          </a:p>
          <a:p>
            <a:pPr marL="920750" lvl="1" indent="-457200">
              <a:buFont typeface="+mj-lt"/>
              <a:buAutoNum type="arabicPeriod"/>
            </a:pPr>
            <a:r>
              <a:rPr lang="en-US" b="1" dirty="0"/>
              <a:t>Request and Response for Object</a:t>
            </a:r>
            <a:r>
              <a:rPr lang="en-US" dirty="0"/>
              <a:t> = </a:t>
            </a:r>
            <a:r>
              <a:rPr lang="en-US" b="1" dirty="0"/>
              <a:t>1 RTT</a:t>
            </a:r>
            <a:r>
              <a:rPr lang="en-US" dirty="0"/>
              <a:t> = 100 </a:t>
            </a:r>
            <a:r>
              <a:rPr lang="en-US" dirty="0" err="1"/>
              <a:t>ms</a:t>
            </a:r>
            <a:endParaRPr lang="en-US" dirty="0"/>
          </a:p>
          <a:p>
            <a:pPr marL="920750" lvl="1" indent="-457200">
              <a:buFont typeface="+mj-lt"/>
              <a:buAutoNum type="arabicPeriod"/>
            </a:pPr>
            <a:r>
              <a:rPr lang="en-US" b="1" dirty="0"/>
              <a:t>Transmission time for each object</a:t>
            </a:r>
            <a:r>
              <a:rPr lang="en-US" dirty="0"/>
              <a:t> = 10 </a:t>
            </a:r>
            <a:r>
              <a:rPr lang="en-US" dirty="0" err="1"/>
              <a:t>ms</a:t>
            </a:r>
            <a:endParaRPr lang="en-US" dirty="0"/>
          </a:p>
          <a:p>
            <a:pPr marL="120650" indent="0">
              <a:buNone/>
            </a:pPr>
            <a:r>
              <a:rPr lang="en-US" dirty="0"/>
              <a:t>Total time to retrieve each object = 1 RTT (TCP handshake) + 1 RTT (HTTP request and response) + transmission time = </a:t>
            </a:r>
            <a:r>
              <a:rPr lang="en-US" b="1" dirty="0"/>
              <a:t>100 + 100 + 10 = 210 </a:t>
            </a:r>
            <a:r>
              <a:rPr lang="en-US" b="1" dirty="0" err="1"/>
              <a:t>ms</a:t>
            </a:r>
            <a:endParaRPr lang="en-US" dirty="0"/>
          </a:p>
        </p:txBody>
      </p:sp>
      <p:sp>
        <p:nvSpPr>
          <p:cNvPr id="3" name="Title 2">
            <a:extLst>
              <a:ext uri="{FF2B5EF4-FFF2-40B4-BE49-F238E27FC236}">
                <a16:creationId xmlns:a16="http://schemas.microsoft.com/office/drawing/2014/main" id="{7ABD51BF-2301-A0E1-EA51-D50F3FD836DA}"/>
              </a:ext>
            </a:extLst>
          </p:cNvPr>
          <p:cNvSpPr>
            <a:spLocks noGrp="1"/>
          </p:cNvSpPr>
          <p:nvPr>
            <p:ph type="title"/>
          </p:nvPr>
        </p:nvSpPr>
        <p:spPr/>
        <p:txBody>
          <a:bodyPr>
            <a:normAutofit fontScale="90000"/>
          </a:bodyPr>
          <a:lstStyle/>
          <a:p>
            <a:r>
              <a:rPr lang="en-US" dirty="0"/>
              <a:t>Response Time for each additional object (non-persistent connection)</a:t>
            </a:r>
          </a:p>
        </p:txBody>
      </p:sp>
      <p:sp>
        <p:nvSpPr>
          <p:cNvPr id="4" name="Slide Number Placeholder 3">
            <a:extLst>
              <a:ext uri="{FF2B5EF4-FFF2-40B4-BE49-F238E27FC236}">
                <a16:creationId xmlns:a16="http://schemas.microsoft.com/office/drawing/2014/main" id="{B9A89718-7D70-3B97-68FA-33C7452B8B31}"/>
              </a:ext>
            </a:extLst>
          </p:cNvPr>
          <p:cNvSpPr>
            <a:spLocks noGrp="1"/>
          </p:cNvSpPr>
          <p:nvPr>
            <p:ph type="sldNum" sz="quarter" idx="4"/>
          </p:nvPr>
        </p:nvSpPr>
        <p:spPr/>
        <p:txBody>
          <a:bodyPr/>
          <a:lstStyle/>
          <a:p>
            <a:r>
              <a:rPr lang="en-US"/>
              <a:t>Transport Layer: 3-</a:t>
            </a:r>
            <a:fld id="{C4204591-24BD-A542-B9D5-F8D8A88D2FEE}" type="slidenum">
              <a:rPr lang="en-US" smtClean="0"/>
              <a:pPr/>
              <a:t>12</a:t>
            </a:fld>
            <a:endParaRPr lang="en-US"/>
          </a:p>
        </p:txBody>
      </p:sp>
    </p:spTree>
    <p:extLst>
      <p:ext uri="{BB962C8B-B14F-4D97-AF65-F5344CB8AC3E}">
        <p14:creationId xmlns:p14="http://schemas.microsoft.com/office/powerpoint/2010/main" val="363003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A75A45-F120-B649-B747-F8905EB8D396}"/>
              </a:ext>
            </a:extLst>
          </p:cNvPr>
          <p:cNvSpPr>
            <a:spLocks noGrp="1"/>
          </p:cNvSpPr>
          <p:nvPr>
            <p:ph idx="1"/>
          </p:nvPr>
        </p:nvSpPr>
        <p:spPr/>
        <p:txBody>
          <a:bodyPr/>
          <a:lstStyle/>
          <a:p>
            <a:pPr marL="644525" indent="-514350">
              <a:buFont typeface="+mj-lt"/>
              <a:buAutoNum type="arabicPeriod"/>
            </a:pPr>
            <a:r>
              <a:rPr lang="en-US" dirty="0"/>
              <a:t>Time for the HTML file = </a:t>
            </a:r>
            <a:r>
              <a:rPr lang="en-US" b="1" dirty="0"/>
              <a:t>210 </a:t>
            </a:r>
            <a:r>
              <a:rPr lang="en-US" b="1" dirty="0" err="1"/>
              <a:t>ms</a:t>
            </a:r>
            <a:endParaRPr lang="en-US" b="1" dirty="0"/>
          </a:p>
          <a:p>
            <a:pPr marL="644525" indent="-514350">
              <a:buFont typeface="+mj-lt"/>
              <a:buAutoNum type="arabicPeriod"/>
            </a:pPr>
            <a:r>
              <a:rPr lang="en-US" dirty="0"/>
              <a:t>Time for each of the 3 objects = </a:t>
            </a:r>
            <a:r>
              <a:rPr lang="en-US" b="1" dirty="0"/>
              <a:t>210 </a:t>
            </a:r>
            <a:r>
              <a:rPr lang="en-US" b="1" dirty="0" err="1"/>
              <a:t>ms</a:t>
            </a:r>
            <a:r>
              <a:rPr lang="en-US" b="1" dirty="0"/>
              <a:t> × 3 = 630 </a:t>
            </a:r>
            <a:r>
              <a:rPr lang="en-US" b="1" dirty="0" err="1"/>
              <a:t>ms</a:t>
            </a:r>
            <a:endParaRPr lang="en-US" b="1" dirty="0"/>
          </a:p>
          <a:p>
            <a:pPr marL="130175" indent="0">
              <a:buNone/>
            </a:pPr>
            <a:r>
              <a:rPr lang="en-US" b="1" dirty="0"/>
              <a:t>Total time for webpage loading</a:t>
            </a:r>
            <a:r>
              <a:rPr lang="en-US" dirty="0"/>
              <a:t> = </a:t>
            </a:r>
            <a:r>
              <a:rPr lang="en-US" b="1" dirty="0"/>
              <a:t>210 </a:t>
            </a:r>
            <a:r>
              <a:rPr lang="en-US" b="1" dirty="0" err="1"/>
              <a:t>ms</a:t>
            </a:r>
            <a:r>
              <a:rPr lang="en-US" b="1" dirty="0"/>
              <a:t> (HTML)</a:t>
            </a:r>
            <a:r>
              <a:rPr lang="en-US" dirty="0"/>
              <a:t> + </a:t>
            </a:r>
            <a:r>
              <a:rPr lang="en-US" b="1" dirty="0"/>
              <a:t>630 </a:t>
            </a:r>
            <a:r>
              <a:rPr lang="en-US" b="1" dirty="0" err="1"/>
              <a:t>ms</a:t>
            </a:r>
            <a:r>
              <a:rPr lang="en-US" b="1" dirty="0"/>
              <a:t> (for 3 objects)</a:t>
            </a:r>
            <a:r>
              <a:rPr lang="en-US" dirty="0"/>
              <a:t> = </a:t>
            </a:r>
            <a:r>
              <a:rPr lang="en-US" b="1" dirty="0"/>
              <a:t>840 </a:t>
            </a:r>
            <a:r>
              <a:rPr lang="en-US" b="1" dirty="0" err="1"/>
              <a:t>ms</a:t>
            </a:r>
            <a:endParaRPr lang="en-US" dirty="0"/>
          </a:p>
          <a:p>
            <a:pPr marL="130175" indent="0">
              <a:buNone/>
            </a:pPr>
            <a:endParaRPr lang="en-US" dirty="0"/>
          </a:p>
        </p:txBody>
      </p:sp>
      <p:sp>
        <p:nvSpPr>
          <p:cNvPr id="3" name="Title 2">
            <a:extLst>
              <a:ext uri="{FF2B5EF4-FFF2-40B4-BE49-F238E27FC236}">
                <a16:creationId xmlns:a16="http://schemas.microsoft.com/office/drawing/2014/main" id="{BE4895F6-12DC-AB34-EFAF-D0731470E4BD}"/>
              </a:ext>
            </a:extLst>
          </p:cNvPr>
          <p:cNvSpPr>
            <a:spLocks noGrp="1"/>
          </p:cNvSpPr>
          <p:nvPr>
            <p:ph type="title"/>
          </p:nvPr>
        </p:nvSpPr>
        <p:spPr/>
        <p:txBody>
          <a:bodyPr/>
          <a:lstStyle/>
          <a:p>
            <a:r>
              <a:rPr lang="en-US" dirty="0"/>
              <a:t>Total Response Time for the Entire Webpage</a:t>
            </a:r>
          </a:p>
        </p:txBody>
      </p:sp>
      <p:sp>
        <p:nvSpPr>
          <p:cNvPr id="4" name="Slide Number Placeholder 3">
            <a:extLst>
              <a:ext uri="{FF2B5EF4-FFF2-40B4-BE49-F238E27FC236}">
                <a16:creationId xmlns:a16="http://schemas.microsoft.com/office/drawing/2014/main" id="{36B9EBC9-038B-DBD5-F706-A48EA5597421}"/>
              </a:ext>
            </a:extLst>
          </p:cNvPr>
          <p:cNvSpPr>
            <a:spLocks noGrp="1"/>
          </p:cNvSpPr>
          <p:nvPr>
            <p:ph type="sldNum" sz="quarter" idx="4"/>
          </p:nvPr>
        </p:nvSpPr>
        <p:spPr/>
        <p:txBody>
          <a:bodyPr/>
          <a:lstStyle/>
          <a:p>
            <a:r>
              <a:rPr lang="en-US"/>
              <a:t>Transport Layer: 3-</a:t>
            </a:r>
            <a:fld id="{C4204591-24BD-A542-B9D5-F8D8A88D2FEE}" type="slidenum">
              <a:rPr lang="en-US" smtClean="0"/>
              <a:pPr/>
              <a:t>13</a:t>
            </a:fld>
            <a:endParaRPr lang="en-US"/>
          </a:p>
        </p:txBody>
      </p:sp>
    </p:spTree>
    <p:extLst>
      <p:ext uri="{BB962C8B-B14F-4D97-AF65-F5344CB8AC3E}">
        <p14:creationId xmlns:p14="http://schemas.microsoft.com/office/powerpoint/2010/main" val="298631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DE7695-EFD1-E882-199E-D6B3E8CAF4C4}"/>
              </a:ext>
            </a:extLst>
          </p:cNvPr>
          <p:cNvSpPr>
            <a:spLocks noGrp="1"/>
          </p:cNvSpPr>
          <p:nvPr>
            <p:ph idx="1"/>
          </p:nvPr>
        </p:nvSpPr>
        <p:spPr/>
        <p:txBody>
          <a:bodyPr/>
          <a:lstStyle/>
          <a:p>
            <a:r>
              <a:rPr lang="en-US" b="1" dirty="0"/>
              <a:t>Response Time for the HTML file:</a:t>
            </a:r>
          </a:p>
          <a:p>
            <a:pPr lvl="1"/>
            <a:r>
              <a:rPr lang="en-US" b="1" dirty="0"/>
              <a:t>TCP Connection Setup</a:t>
            </a:r>
            <a:r>
              <a:rPr lang="en-US" dirty="0"/>
              <a:t> (3-way handshake) = </a:t>
            </a:r>
            <a:r>
              <a:rPr lang="en-US" b="1" dirty="0"/>
              <a:t>1 RTT</a:t>
            </a:r>
            <a:r>
              <a:rPr lang="en-US" dirty="0"/>
              <a:t> = 100 </a:t>
            </a:r>
            <a:r>
              <a:rPr lang="en-US" dirty="0" err="1"/>
              <a:t>ms</a:t>
            </a:r>
            <a:endParaRPr lang="en-US" dirty="0"/>
          </a:p>
          <a:p>
            <a:pPr lvl="1"/>
            <a:r>
              <a:rPr lang="en-US" b="1" dirty="0"/>
              <a:t>Request and Response for HTML</a:t>
            </a:r>
            <a:r>
              <a:rPr lang="en-US" dirty="0"/>
              <a:t> = </a:t>
            </a:r>
            <a:r>
              <a:rPr lang="en-US" b="1" dirty="0"/>
              <a:t>1 RTT</a:t>
            </a:r>
            <a:r>
              <a:rPr lang="en-US" dirty="0"/>
              <a:t> = 100 </a:t>
            </a:r>
            <a:r>
              <a:rPr lang="en-US" dirty="0" err="1"/>
              <a:t>ms</a:t>
            </a:r>
            <a:endParaRPr lang="en-US" dirty="0"/>
          </a:p>
          <a:p>
            <a:pPr lvl="1"/>
            <a:r>
              <a:rPr lang="en-US" b="1" dirty="0"/>
              <a:t>Transmission time for HTML file</a:t>
            </a:r>
            <a:r>
              <a:rPr lang="en-US" dirty="0"/>
              <a:t> = 10 </a:t>
            </a:r>
            <a:r>
              <a:rPr lang="en-US" dirty="0" err="1"/>
              <a:t>ms</a:t>
            </a:r>
            <a:endParaRPr lang="en-US" dirty="0"/>
          </a:p>
          <a:p>
            <a:pPr marL="120650" indent="0">
              <a:buNone/>
            </a:pPr>
            <a:r>
              <a:rPr lang="en-US" dirty="0"/>
              <a:t>Total time for the HTML file = 1 RTT (TCP handshake) + 1 RTT (HTTP request/response) + transmission time = </a:t>
            </a:r>
            <a:r>
              <a:rPr lang="en-US" b="1" dirty="0"/>
              <a:t>100 + 100 + 10 = 210 </a:t>
            </a:r>
            <a:r>
              <a:rPr lang="en-US" b="1" dirty="0" err="1"/>
              <a:t>ms</a:t>
            </a:r>
            <a:endParaRPr lang="en-US" dirty="0"/>
          </a:p>
        </p:txBody>
      </p:sp>
      <p:sp>
        <p:nvSpPr>
          <p:cNvPr id="3" name="Title 2">
            <a:extLst>
              <a:ext uri="{FF2B5EF4-FFF2-40B4-BE49-F238E27FC236}">
                <a16:creationId xmlns:a16="http://schemas.microsoft.com/office/drawing/2014/main" id="{7506D7E9-CD48-C48E-773D-AA6808D34FBA}"/>
              </a:ext>
            </a:extLst>
          </p:cNvPr>
          <p:cNvSpPr>
            <a:spLocks noGrp="1"/>
          </p:cNvSpPr>
          <p:nvPr>
            <p:ph type="title"/>
          </p:nvPr>
        </p:nvSpPr>
        <p:spPr/>
        <p:txBody>
          <a:bodyPr>
            <a:normAutofit/>
          </a:bodyPr>
          <a:lstStyle/>
          <a:p>
            <a:r>
              <a:rPr lang="en-US" dirty="0"/>
              <a:t>Steps involved in Persistent HTTP</a:t>
            </a:r>
          </a:p>
        </p:txBody>
      </p:sp>
      <p:sp>
        <p:nvSpPr>
          <p:cNvPr id="4" name="Slide Number Placeholder 3">
            <a:extLst>
              <a:ext uri="{FF2B5EF4-FFF2-40B4-BE49-F238E27FC236}">
                <a16:creationId xmlns:a16="http://schemas.microsoft.com/office/drawing/2014/main" id="{D3FBFA53-A154-9E7D-C4D7-3F34D87C21FC}"/>
              </a:ext>
            </a:extLst>
          </p:cNvPr>
          <p:cNvSpPr>
            <a:spLocks noGrp="1"/>
          </p:cNvSpPr>
          <p:nvPr>
            <p:ph type="sldNum" sz="quarter" idx="4"/>
          </p:nvPr>
        </p:nvSpPr>
        <p:spPr/>
        <p:txBody>
          <a:bodyPr/>
          <a:lstStyle/>
          <a:p>
            <a:r>
              <a:rPr lang="en-US"/>
              <a:t>Transport Layer: 3-</a:t>
            </a:r>
            <a:fld id="{C4204591-24BD-A542-B9D5-F8D8A88D2FEE}" type="slidenum">
              <a:rPr lang="en-US" smtClean="0"/>
              <a:pPr/>
              <a:t>14</a:t>
            </a:fld>
            <a:endParaRPr lang="en-US"/>
          </a:p>
        </p:txBody>
      </p:sp>
    </p:spTree>
    <p:extLst>
      <p:ext uri="{BB962C8B-B14F-4D97-AF65-F5344CB8AC3E}">
        <p14:creationId xmlns:p14="http://schemas.microsoft.com/office/powerpoint/2010/main" val="4142324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E35DFF-9C9F-DAFB-6CF0-6E42C003D4EC}"/>
              </a:ext>
            </a:extLst>
          </p:cNvPr>
          <p:cNvSpPr>
            <a:spLocks noGrp="1"/>
          </p:cNvSpPr>
          <p:nvPr>
            <p:ph idx="1"/>
          </p:nvPr>
        </p:nvSpPr>
        <p:spPr/>
        <p:txBody>
          <a:bodyPr/>
          <a:lstStyle/>
          <a:p>
            <a:r>
              <a:rPr lang="en-US" dirty="0"/>
              <a:t>For each additional object (since the TCP connection is already established):</a:t>
            </a:r>
          </a:p>
          <a:p>
            <a:pPr marL="920750" lvl="1" indent="-457200">
              <a:buFont typeface="+mj-lt"/>
              <a:buAutoNum type="arabicPeriod"/>
            </a:pPr>
            <a:r>
              <a:rPr lang="en-US" b="1" dirty="0"/>
              <a:t>Request and Response for Object</a:t>
            </a:r>
            <a:r>
              <a:rPr lang="en-US" dirty="0"/>
              <a:t> = </a:t>
            </a:r>
            <a:r>
              <a:rPr lang="en-US" b="1" dirty="0"/>
              <a:t>1 RTT</a:t>
            </a:r>
            <a:r>
              <a:rPr lang="en-US" dirty="0"/>
              <a:t> = 100 </a:t>
            </a:r>
            <a:r>
              <a:rPr lang="en-US" dirty="0" err="1"/>
              <a:t>ms</a:t>
            </a:r>
            <a:endParaRPr lang="en-US" dirty="0"/>
          </a:p>
          <a:p>
            <a:pPr marL="920750" lvl="1" indent="-457200">
              <a:buFont typeface="+mj-lt"/>
              <a:buAutoNum type="arabicPeriod"/>
            </a:pPr>
            <a:r>
              <a:rPr lang="en-US" b="1" dirty="0"/>
              <a:t>Transmission time for each object</a:t>
            </a:r>
            <a:r>
              <a:rPr lang="en-US" dirty="0"/>
              <a:t> = 10 </a:t>
            </a:r>
            <a:r>
              <a:rPr lang="en-US" dirty="0" err="1"/>
              <a:t>ms</a:t>
            </a:r>
            <a:endParaRPr lang="en-US" dirty="0"/>
          </a:p>
          <a:p>
            <a:pPr marL="120650" indent="0">
              <a:buNone/>
            </a:pPr>
            <a:r>
              <a:rPr lang="en-US" dirty="0"/>
              <a:t>Total time for each object = </a:t>
            </a:r>
            <a:r>
              <a:rPr lang="en-US" b="1" dirty="0"/>
              <a:t>100 + 10 = 110 </a:t>
            </a:r>
            <a:r>
              <a:rPr lang="en-US" b="1" dirty="0" err="1"/>
              <a:t>ms</a:t>
            </a:r>
            <a:endParaRPr lang="en-US" dirty="0"/>
          </a:p>
        </p:txBody>
      </p:sp>
      <p:sp>
        <p:nvSpPr>
          <p:cNvPr id="3" name="Title 2">
            <a:extLst>
              <a:ext uri="{FF2B5EF4-FFF2-40B4-BE49-F238E27FC236}">
                <a16:creationId xmlns:a16="http://schemas.microsoft.com/office/drawing/2014/main" id="{3681538C-E90B-E5E5-5666-FF6F7BD2BE11}"/>
              </a:ext>
            </a:extLst>
          </p:cNvPr>
          <p:cNvSpPr>
            <a:spLocks noGrp="1"/>
          </p:cNvSpPr>
          <p:nvPr>
            <p:ph type="title"/>
          </p:nvPr>
        </p:nvSpPr>
        <p:spPr/>
        <p:txBody>
          <a:bodyPr>
            <a:normAutofit fontScale="90000"/>
          </a:bodyPr>
          <a:lstStyle/>
          <a:p>
            <a:r>
              <a:rPr lang="en-US" dirty="0"/>
              <a:t>Response Time for each additional object (over persistent connection)</a:t>
            </a:r>
          </a:p>
        </p:txBody>
      </p:sp>
      <p:sp>
        <p:nvSpPr>
          <p:cNvPr id="4" name="Slide Number Placeholder 3">
            <a:extLst>
              <a:ext uri="{FF2B5EF4-FFF2-40B4-BE49-F238E27FC236}">
                <a16:creationId xmlns:a16="http://schemas.microsoft.com/office/drawing/2014/main" id="{B980109D-D24F-8DE3-D6B5-8EA1B285D470}"/>
              </a:ext>
            </a:extLst>
          </p:cNvPr>
          <p:cNvSpPr>
            <a:spLocks noGrp="1"/>
          </p:cNvSpPr>
          <p:nvPr>
            <p:ph type="sldNum" sz="quarter" idx="4"/>
          </p:nvPr>
        </p:nvSpPr>
        <p:spPr/>
        <p:txBody>
          <a:bodyPr/>
          <a:lstStyle/>
          <a:p>
            <a:r>
              <a:rPr lang="en-US"/>
              <a:t>Transport Layer: 3-</a:t>
            </a:r>
            <a:fld id="{C4204591-24BD-A542-B9D5-F8D8A88D2FEE}" type="slidenum">
              <a:rPr lang="en-US" smtClean="0"/>
              <a:pPr/>
              <a:t>15</a:t>
            </a:fld>
            <a:endParaRPr lang="en-US"/>
          </a:p>
        </p:txBody>
      </p:sp>
    </p:spTree>
    <p:extLst>
      <p:ext uri="{BB962C8B-B14F-4D97-AF65-F5344CB8AC3E}">
        <p14:creationId xmlns:p14="http://schemas.microsoft.com/office/powerpoint/2010/main" val="3527843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8D189D-18AE-D717-D3F4-06E57FE63BFA}"/>
              </a:ext>
            </a:extLst>
          </p:cNvPr>
          <p:cNvSpPr>
            <a:spLocks noGrp="1"/>
          </p:cNvSpPr>
          <p:nvPr>
            <p:ph idx="1"/>
          </p:nvPr>
        </p:nvSpPr>
        <p:spPr/>
        <p:txBody>
          <a:bodyPr/>
          <a:lstStyle/>
          <a:p>
            <a:pPr marL="644525" indent="-514350">
              <a:buFont typeface="+mj-lt"/>
              <a:buAutoNum type="arabicPeriod"/>
            </a:pPr>
            <a:r>
              <a:rPr lang="en-US" dirty="0"/>
              <a:t>Time for the HTML file = </a:t>
            </a:r>
            <a:r>
              <a:rPr lang="en-US" b="1" dirty="0"/>
              <a:t>210 </a:t>
            </a:r>
            <a:r>
              <a:rPr lang="en-US" b="1" dirty="0" err="1"/>
              <a:t>ms</a:t>
            </a:r>
            <a:endParaRPr lang="en-US" b="1" dirty="0"/>
          </a:p>
          <a:p>
            <a:pPr marL="644525" indent="-514350">
              <a:buFont typeface="+mj-lt"/>
              <a:buAutoNum type="arabicPeriod"/>
            </a:pPr>
            <a:r>
              <a:rPr lang="en-US" dirty="0"/>
              <a:t>Time for each of the 3 objects = </a:t>
            </a:r>
            <a:r>
              <a:rPr lang="en-US" b="1" dirty="0"/>
              <a:t>110 </a:t>
            </a:r>
            <a:r>
              <a:rPr lang="en-US" b="1" dirty="0" err="1"/>
              <a:t>ms</a:t>
            </a:r>
            <a:r>
              <a:rPr lang="en-US" b="1" dirty="0"/>
              <a:t> × 3 = 330 </a:t>
            </a:r>
            <a:r>
              <a:rPr lang="en-US" b="1" dirty="0" err="1"/>
              <a:t>ms</a:t>
            </a:r>
            <a:endParaRPr lang="en-US" b="1" dirty="0"/>
          </a:p>
          <a:p>
            <a:pPr marL="130175" indent="0">
              <a:buNone/>
            </a:pPr>
            <a:r>
              <a:rPr lang="en-US" b="1" dirty="0"/>
              <a:t>Total time for webpage loading</a:t>
            </a:r>
            <a:r>
              <a:rPr lang="en-US" dirty="0"/>
              <a:t> = </a:t>
            </a:r>
            <a:r>
              <a:rPr lang="en-US" b="1" dirty="0"/>
              <a:t>210 </a:t>
            </a:r>
            <a:r>
              <a:rPr lang="en-US" b="1" dirty="0" err="1"/>
              <a:t>ms</a:t>
            </a:r>
            <a:r>
              <a:rPr lang="en-US" b="1" dirty="0"/>
              <a:t> (HTML)</a:t>
            </a:r>
            <a:r>
              <a:rPr lang="en-US" dirty="0"/>
              <a:t> + </a:t>
            </a:r>
            <a:r>
              <a:rPr lang="en-US" b="1" dirty="0"/>
              <a:t>330 </a:t>
            </a:r>
            <a:r>
              <a:rPr lang="en-US" b="1" dirty="0" err="1"/>
              <a:t>ms</a:t>
            </a:r>
            <a:r>
              <a:rPr lang="en-US" b="1" dirty="0"/>
              <a:t> (for 3 objects)</a:t>
            </a:r>
            <a:r>
              <a:rPr lang="en-US" dirty="0"/>
              <a:t> = </a:t>
            </a:r>
            <a:r>
              <a:rPr lang="en-US" b="1" dirty="0"/>
              <a:t>540 </a:t>
            </a:r>
            <a:r>
              <a:rPr lang="en-US" b="1" dirty="0" err="1"/>
              <a:t>ms</a:t>
            </a:r>
            <a:endParaRPr lang="en-US" dirty="0"/>
          </a:p>
          <a:p>
            <a:pPr marL="130175" indent="0">
              <a:buNone/>
            </a:pPr>
            <a:endParaRPr lang="en-US" dirty="0"/>
          </a:p>
        </p:txBody>
      </p:sp>
      <p:sp>
        <p:nvSpPr>
          <p:cNvPr id="3" name="Title 2">
            <a:extLst>
              <a:ext uri="{FF2B5EF4-FFF2-40B4-BE49-F238E27FC236}">
                <a16:creationId xmlns:a16="http://schemas.microsoft.com/office/drawing/2014/main" id="{9075BA69-24C8-FB9E-A364-4BB028B0B92F}"/>
              </a:ext>
            </a:extLst>
          </p:cNvPr>
          <p:cNvSpPr>
            <a:spLocks noGrp="1"/>
          </p:cNvSpPr>
          <p:nvPr>
            <p:ph type="title"/>
          </p:nvPr>
        </p:nvSpPr>
        <p:spPr/>
        <p:txBody>
          <a:bodyPr/>
          <a:lstStyle/>
          <a:p>
            <a:r>
              <a:rPr lang="en-US" dirty="0"/>
              <a:t>Total Response Time for the Entire Webpage</a:t>
            </a:r>
          </a:p>
        </p:txBody>
      </p:sp>
      <p:sp>
        <p:nvSpPr>
          <p:cNvPr id="4" name="Slide Number Placeholder 3">
            <a:extLst>
              <a:ext uri="{FF2B5EF4-FFF2-40B4-BE49-F238E27FC236}">
                <a16:creationId xmlns:a16="http://schemas.microsoft.com/office/drawing/2014/main" id="{F71A1F12-A3B4-27EA-3054-5817AEAD480B}"/>
              </a:ext>
            </a:extLst>
          </p:cNvPr>
          <p:cNvSpPr>
            <a:spLocks noGrp="1"/>
          </p:cNvSpPr>
          <p:nvPr>
            <p:ph type="sldNum" sz="quarter" idx="4"/>
          </p:nvPr>
        </p:nvSpPr>
        <p:spPr/>
        <p:txBody>
          <a:bodyPr/>
          <a:lstStyle/>
          <a:p>
            <a:r>
              <a:rPr lang="en-US"/>
              <a:t>Transport Layer: 3-</a:t>
            </a:r>
            <a:fld id="{C4204591-24BD-A542-B9D5-F8D8A88D2FEE}" type="slidenum">
              <a:rPr lang="en-US" smtClean="0"/>
              <a:pPr/>
              <a:t>16</a:t>
            </a:fld>
            <a:endParaRPr lang="en-US"/>
          </a:p>
        </p:txBody>
      </p:sp>
    </p:spTree>
    <p:extLst>
      <p:ext uri="{BB962C8B-B14F-4D97-AF65-F5344CB8AC3E}">
        <p14:creationId xmlns:p14="http://schemas.microsoft.com/office/powerpoint/2010/main" val="1610791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0F4BC7-8250-F9BF-F5D9-71CD001462C9}"/>
              </a:ext>
            </a:extLst>
          </p:cNvPr>
          <p:cNvSpPr>
            <a:spLocks noGrp="1"/>
          </p:cNvSpPr>
          <p:nvPr>
            <p:ph idx="1"/>
          </p:nvPr>
        </p:nvSpPr>
        <p:spPr/>
        <p:txBody>
          <a:bodyPr/>
          <a:lstStyle/>
          <a:p>
            <a:r>
              <a:rPr lang="en-US" b="1" dirty="0"/>
              <a:t>Non-Persistent HTTP</a:t>
            </a:r>
            <a:r>
              <a:rPr lang="en-US" dirty="0"/>
              <a:t>: 840 </a:t>
            </a:r>
            <a:r>
              <a:rPr lang="en-US" dirty="0" err="1"/>
              <a:t>ms</a:t>
            </a:r>
            <a:r>
              <a:rPr lang="en-US" dirty="0"/>
              <a:t> </a:t>
            </a:r>
          </a:p>
          <a:p>
            <a:r>
              <a:rPr lang="en-US" b="1" dirty="0"/>
              <a:t>Persistent HTTP</a:t>
            </a:r>
            <a:r>
              <a:rPr lang="en-US" dirty="0"/>
              <a:t>: 540 </a:t>
            </a:r>
            <a:r>
              <a:rPr lang="en-US" dirty="0" err="1"/>
              <a:t>ms</a:t>
            </a:r>
            <a:endParaRPr lang="en-US" dirty="0"/>
          </a:p>
          <a:p>
            <a:pPr marL="130175" indent="0">
              <a:buNone/>
            </a:pPr>
            <a:r>
              <a:rPr lang="en-US" b="1" dirty="0"/>
              <a:t>Persistent HTTP</a:t>
            </a:r>
            <a:r>
              <a:rPr lang="en-US" dirty="0"/>
              <a:t> saves </a:t>
            </a:r>
            <a:r>
              <a:rPr lang="en-US" b="1" dirty="0"/>
              <a:t>300 </a:t>
            </a:r>
            <a:r>
              <a:rPr lang="en-US" b="1" dirty="0" err="1"/>
              <a:t>ms</a:t>
            </a:r>
            <a:r>
              <a:rPr lang="en-US" dirty="0"/>
              <a:t> in this example because it avoids repeated TCP connection setups for each object. The key benefit of persistent HTTP is that it reduces the need for multiple RTTs by reusing the same TCP connection for multiple requests.</a:t>
            </a:r>
          </a:p>
        </p:txBody>
      </p:sp>
      <p:sp>
        <p:nvSpPr>
          <p:cNvPr id="3" name="Title 2">
            <a:extLst>
              <a:ext uri="{FF2B5EF4-FFF2-40B4-BE49-F238E27FC236}">
                <a16:creationId xmlns:a16="http://schemas.microsoft.com/office/drawing/2014/main" id="{0AD7AB02-47BA-5510-2F6A-87F379BDA3E0}"/>
              </a:ext>
            </a:extLst>
          </p:cNvPr>
          <p:cNvSpPr>
            <a:spLocks noGrp="1"/>
          </p:cNvSpPr>
          <p:nvPr>
            <p:ph type="title"/>
          </p:nvPr>
        </p:nvSpPr>
        <p:spPr/>
        <p:txBody>
          <a:bodyPr>
            <a:normAutofit fontScale="90000"/>
          </a:bodyPr>
          <a:lstStyle/>
          <a:p>
            <a:r>
              <a:rPr lang="en-US" b="1" dirty="0"/>
              <a:t>Comparison of Non-Persistent vs. Persistent HTTP:</a:t>
            </a:r>
            <a:endParaRPr lang="en-US" dirty="0"/>
          </a:p>
        </p:txBody>
      </p:sp>
      <p:sp>
        <p:nvSpPr>
          <p:cNvPr id="4" name="Slide Number Placeholder 3">
            <a:extLst>
              <a:ext uri="{FF2B5EF4-FFF2-40B4-BE49-F238E27FC236}">
                <a16:creationId xmlns:a16="http://schemas.microsoft.com/office/drawing/2014/main" id="{BA60CF90-ABE7-ACF0-6798-D11A7A2033BC}"/>
              </a:ext>
            </a:extLst>
          </p:cNvPr>
          <p:cNvSpPr>
            <a:spLocks noGrp="1"/>
          </p:cNvSpPr>
          <p:nvPr>
            <p:ph type="sldNum" sz="quarter" idx="4"/>
          </p:nvPr>
        </p:nvSpPr>
        <p:spPr/>
        <p:txBody>
          <a:bodyPr/>
          <a:lstStyle/>
          <a:p>
            <a:r>
              <a:rPr lang="en-US"/>
              <a:t>Transport Layer: 3-</a:t>
            </a:r>
            <a:fld id="{C4204591-24BD-A542-B9D5-F8D8A88D2FEE}" type="slidenum">
              <a:rPr lang="en-US" smtClean="0"/>
              <a:pPr/>
              <a:t>17</a:t>
            </a:fld>
            <a:endParaRPr lang="en-US"/>
          </a:p>
        </p:txBody>
      </p:sp>
    </p:spTree>
    <p:extLst>
      <p:ext uri="{BB962C8B-B14F-4D97-AF65-F5344CB8AC3E}">
        <p14:creationId xmlns:p14="http://schemas.microsoft.com/office/powerpoint/2010/main" val="2092823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cs typeface="Calibri" panose="020F0502020204030204" pitchFamily="34" charset="0"/>
              </a:rPr>
              <a:t>HTTP request </a:t>
            </a:r>
            <a:r>
              <a:rPr lang="en-US" altLang="en-US" dirty="0">
                <a:cs typeface="Calibri" panose="020F0502020204030204" pitchFamily="34" charset="0"/>
              </a:rPr>
              <a:t>m</a:t>
            </a:r>
            <a:r>
              <a:rPr lang="en-US" altLang="en-US" sz="4400" dirty="0">
                <a:cs typeface="Calibri" panose="020F0502020204030204" pitchFamily="34" charset="0"/>
              </a:rPr>
              <a:t>essage</a:t>
            </a:r>
            <a:endParaRPr lang="en-US" sz="4400" dirty="0"/>
          </a:p>
        </p:txBody>
      </p:sp>
      <p:sp>
        <p:nvSpPr>
          <p:cNvPr id="8" name="Rectangle 3">
            <a:extLst>
              <a:ext uri="{FF2B5EF4-FFF2-40B4-BE49-F238E27FC236}">
                <a16:creationId xmlns:a16="http://schemas.microsoft.com/office/drawing/2014/main" id="{321ECE79-BBE4-B646-A84C-F451AD02B983}"/>
              </a:ext>
            </a:extLst>
          </p:cNvPr>
          <p:cNvSpPr txBox="1">
            <a:spLocks noChangeArrowheads="1"/>
          </p:cNvSpPr>
          <p:nvPr/>
        </p:nvSpPr>
        <p:spPr>
          <a:xfrm>
            <a:off x="533400" y="1444625"/>
            <a:ext cx="11658600" cy="1429204"/>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3363" marR="0" lvl="0" indent="-2333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two types of HTTP messages: </a:t>
            </a:r>
            <a:r>
              <a:rPr kumimoji="0" lang="en-US" altLang="en-US" sz="28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request</a:t>
            </a: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 </a:t>
            </a:r>
            <a:r>
              <a:rPr kumimoji="0" lang="en-US" altLang="en-US" sz="28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response</a:t>
            </a:r>
          </a:p>
          <a:p>
            <a:pPr marL="233363" marR="0" lvl="0" indent="-2333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HTTP request message:</a:t>
            </a:r>
          </a:p>
          <a:p>
            <a:pPr marL="685800" marR="0" lvl="1" indent="-22860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ASCII (human-readable format)</a:t>
            </a:r>
            <a:endParaRPr kumimoji="0" lang="en-US" altLang="en-US" sz="2400" b="0" i="0" u="none" strike="noStrike" kern="1200" cap="none" spc="0" normalizeH="0" baseline="0" noProof="0" dirty="0">
              <a:ln>
                <a:noFill/>
              </a:ln>
              <a:solidFill>
                <a:srgbClr val="ED7D31"/>
              </a:solidFill>
              <a:effectLst/>
              <a:uLnTx/>
              <a:uFillTx/>
              <a:latin typeface="Calibri"/>
              <a:ea typeface="ＭＳ Ｐゴシック" panose="020B0600070205080204" pitchFamily="34" charset="-128"/>
              <a:cs typeface="+mn-cs"/>
            </a:endParaRPr>
          </a:p>
        </p:txBody>
      </p:sp>
      <p:sp>
        <p:nvSpPr>
          <p:cNvPr id="13" name="Text Box 8">
            <a:extLst>
              <a:ext uri="{FF2B5EF4-FFF2-40B4-BE49-F238E27FC236}">
                <a16:creationId xmlns:a16="http://schemas.microsoft.com/office/drawing/2014/main" id="{9D189007-4005-564E-B421-909E89E9EF1D}"/>
              </a:ext>
            </a:extLst>
          </p:cNvPr>
          <p:cNvSpPr txBox="1">
            <a:spLocks noChangeArrowheads="1"/>
          </p:cNvSpPr>
          <p:nvPr/>
        </p:nvSpPr>
        <p:spPr bwMode="auto">
          <a:xfrm>
            <a:off x="2771677" y="4189643"/>
            <a:ext cx="1071127"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header</a:t>
            </a:r>
          </a:p>
          <a:p>
            <a:pPr marL="0" marR="0" lvl="0" indent="0" algn="r" defTabSz="914400" rtl="0" eaLnBrk="1" fontAlgn="auto" latinLnBrk="0" hangingPunct="1">
              <a:lnSpc>
                <a:spcPct val="9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 lines</a:t>
            </a:r>
            <a:endParaRPr kumimoji="0" lang="en-US" altLang="en-US" sz="2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endParaRPr>
          </a:p>
        </p:txBody>
      </p:sp>
      <p:sp>
        <p:nvSpPr>
          <p:cNvPr id="16" name="Text Box 16">
            <a:extLst>
              <a:ext uri="{FF2B5EF4-FFF2-40B4-BE49-F238E27FC236}">
                <a16:creationId xmlns:a16="http://schemas.microsoft.com/office/drawing/2014/main" id="{BFD47085-0DF5-F849-923F-6D72DB7EBE3F}"/>
              </a:ext>
            </a:extLst>
          </p:cNvPr>
          <p:cNvSpPr txBox="1">
            <a:spLocks noChangeArrowheads="1"/>
          </p:cNvSpPr>
          <p:nvPr/>
        </p:nvSpPr>
        <p:spPr bwMode="auto">
          <a:xfrm>
            <a:off x="4000046" y="3323999"/>
            <a:ext cx="7921878" cy="2342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GET /index.html HTTP/1.1\r\n</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Host: www-net.cs.umass.edu\r\n</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User-Agent: Mozilla/5.0 (Macintosh; Intel Mac OS X 10.15; rv:80.0) Gecko/20100101 Firefox/80.0 \r\n</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Accept: text/html,application/xhtml+xml\r\n</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Accept-Language: en-us,en;q=0.5\r\n</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Accept-Encoding: gzip,deflate\r\n</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Connection: keep-alive\r\n</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\r\n</a:t>
            </a:r>
          </a:p>
        </p:txBody>
      </p:sp>
      <p:grpSp>
        <p:nvGrpSpPr>
          <p:cNvPr id="7" name="Group 6">
            <a:extLst>
              <a:ext uri="{FF2B5EF4-FFF2-40B4-BE49-F238E27FC236}">
                <a16:creationId xmlns:a16="http://schemas.microsoft.com/office/drawing/2014/main" id="{75C8212B-5FF3-1B41-8A79-6C4F774EA6B6}"/>
              </a:ext>
            </a:extLst>
          </p:cNvPr>
          <p:cNvGrpSpPr/>
          <p:nvPr/>
        </p:nvGrpSpPr>
        <p:grpSpPr>
          <a:xfrm>
            <a:off x="7524296" y="2623511"/>
            <a:ext cx="2834575" cy="849313"/>
            <a:chOff x="7524296" y="2554061"/>
            <a:chExt cx="2834575" cy="849313"/>
          </a:xfrm>
        </p:grpSpPr>
        <p:sp>
          <p:nvSpPr>
            <p:cNvPr id="17" name="Line 17">
              <a:extLst>
                <a:ext uri="{FF2B5EF4-FFF2-40B4-BE49-F238E27FC236}">
                  <a16:creationId xmlns:a16="http://schemas.microsoft.com/office/drawing/2014/main" id="{3F48C300-763A-B54F-B0A7-01186DC913C8}"/>
                </a:ext>
              </a:extLst>
            </p:cNvPr>
            <p:cNvSpPr>
              <a:spLocks noChangeShapeType="1"/>
            </p:cNvSpPr>
            <p:nvPr/>
          </p:nvSpPr>
          <p:spPr bwMode="auto">
            <a:xfrm flipH="1">
              <a:off x="7524296" y="2841399"/>
              <a:ext cx="166688" cy="51435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Text Box 18">
              <a:extLst>
                <a:ext uri="{FF2B5EF4-FFF2-40B4-BE49-F238E27FC236}">
                  <a16:creationId xmlns:a16="http://schemas.microsoft.com/office/drawing/2014/main" id="{6AE4689D-D5B0-114C-898E-652FE1146212}"/>
                </a:ext>
              </a:extLst>
            </p:cNvPr>
            <p:cNvSpPr txBox="1">
              <a:spLocks noChangeArrowheads="1"/>
            </p:cNvSpPr>
            <p:nvPr/>
          </p:nvSpPr>
          <p:spPr bwMode="auto">
            <a:xfrm>
              <a:off x="7575096" y="2554061"/>
              <a:ext cx="2783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carriage return character</a:t>
              </a:r>
            </a:p>
          </p:txBody>
        </p:sp>
        <p:sp>
          <p:nvSpPr>
            <p:cNvPr id="19" name="Text Box 19">
              <a:extLst>
                <a:ext uri="{FF2B5EF4-FFF2-40B4-BE49-F238E27FC236}">
                  <a16:creationId xmlns:a16="http://schemas.microsoft.com/office/drawing/2014/main" id="{BF17A6F8-488B-914D-8FD5-D0101F59C47F}"/>
                </a:ext>
              </a:extLst>
            </p:cNvPr>
            <p:cNvSpPr txBox="1">
              <a:spLocks noChangeArrowheads="1"/>
            </p:cNvSpPr>
            <p:nvPr/>
          </p:nvSpPr>
          <p:spPr bwMode="auto">
            <a:xfrm>
              <a:off x="7727496" y="2850924"/>
              <a:ext cx="21493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line-feed character</a:t>
              </a:r>
            </a:p>
          </p:txBody>
        </p:sp>
        <p:sp>
          <p:nvSpPr>
            <p:cNvPr id="20" name="Line 20">
              <a:extLst>
                <a:ext uri="{FF2B5EF4-FFF2-40B4-BE49-F238E27FC236}">
                  <a16:creationId xmlns:a16="http://schemas.microsoft.com/office/drawing/2014/main" id="{36550CDC-D06A-104F-8EAA-1F14B32B7AF9}"/>
                </a:ext>
              </a:extLst>
            </p:cNvPr>
            <p:cNvSpPr>
              <a:spLocks noChangeShapeType="1"/>
            </p:cNvSpPr>
            <p:nvPr/>
          </p:nvSpPr>
          <p:spPr bwMode="auto">
            <a:xfrm flipH="1">
              <a:off x="7805284" y="3150961"/>
              <a:ext cx="80962" cy="252413"/>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 name="Group 2">
            <a:extLst>
              <a:ext uri="{FF2B5EF4-FFF2-40B4-BE49-F238E27FC236}">
                <a16:creationId xmlns:a16="http://schemas.microsoft.com/office/drawing/2014/main" id="{7D1DA586-D2C5-594D-BC4F-D63F85BDFA27}"/>
              </a:ext>
            </a:extLst>
          </p:cNvPr>
          <p:cNvGrpSpPr/>
          <p:nvPr/>
        </p:nvGrpSpPr>
        <p:grpSpPr>
          <a:xfrm>
            <a:off x="304572" y="3050979"/>
            <a:ext cx="3691165" cy="830997"/>
            <a:chOff x="304572" y="3050979"/>
            <a:chExt cx="3691165" cy="830997"/>
          </a:xfrm>
        </p:grpSpPr>
        <p:sp>
          <p:nvSpPr>
            <p:cNvPr id="10" name="Text Box 5">
              <a:extLst>
                <a:ext uri="{FF2B5EF4-FFF2-40B4-BE49-F238E27FC236}">
                  <a16:creationId xmlns:a16="http://schemas.microsoft.com/office/drawing/2014/main" id="{B6C3DB56-846D-8E43-9453-A014201ECCAE}"/>
                </a:ext>
              </a:extLst>
            </p:cNvPr>
            <p:cNvSpPr txBox="1">
              <a:spLocks noChangeArrowheads="1"/>
            </p:cNvSpPr>
            <p:nvPr/>
          </p:nvSpPr>
          <p:spPr bwMode="auto">
            <a:xfrm>
              <a:off x="304572" y="3050979"/>
              <a:ext cx="31631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request line (GET, POST,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HEAD commands)</a:t>
              </a:r>
              <a:endParaRPr kumimoji="0" lang="en-US" altLang="en-US" sz="2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endParaRPr>
            </a:p>
          </p:txBody>
        </p:sp>
        <p:cxnSp>
          <p:nvCxnSpPr>
            <p:cNvPr id="4" name="Straight Arrow Connector 3">
              <a:extLst>
                <a:ext uri="{FF2B5EF4-FFF2-40B4-BE49-F238E27FC236}">
                  <a16:creationId xmlns:a16="http://schemas.microsoft.com/office/drawing/2014/main" id="{1EF472D7-7102-3D4F-8FB9-8F68234EDD8D}"/>
                </a:ext>
              </a:extLst>
            </p:cNvPr>
            <p:cNvCxnSpPr>
              <a:cxnSpLocks/>
            </p:cNvCxnSpPr>
            <p:nvPr/>
          </p:nvCxnSpPr>
          <p:spPr>
            <a:xfrm>
              <a:off x="2558822" y="3471412"/>
              <a:ext cx="1436915" cy="0"/>
            </a:xfrm>
            <a:prstGeom prst="straightConnector1">
              <a:avLst/>
            </a:prstGeom>
            <a:ln w="19050">
              <a:solidFill>
                <a:srgbClr val="0000A8"/>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A7CEE239-9E6A-4845-9F03-74B240F246F8}"/>
              </a:ext>
            </a:extLst>
          </p:cNvPr>
          <p:cNvGrpSpPr/>
          <p:nvPr/>
        </p:nvGrpSpPr>
        <p:grpSpPr>
          <a:xfrm>
            <a:off x="743905" y="5548787"/>
            <a:ext cx="7763054" cy="1145473"/>
            <a:chOff x="743905" y="5548787"/>
            <a:chExt cx="7763054" cy="1145473"/>
          </a:xfrm>
        </p:grpSpPr>
        <p:sp>
          <p:nvSpPr>
            <p:cNvPr id="14" name="Line 10">
              <a:extLst>
                <a:ext uri="{FF2B5EF4-FFF2-40B4-BE49-F238E27FC236}">
                  <a16:creationId xmlns:a16="http://schemas.microsoft.com/office/drawing/2014/main" id="{6CA9B985-18B2-6347-8689-E6656C025475}"/>
                </a:ext>
              </a:extLst>
            </p:cNvPr>
            <p:cNvSpPr>
              <a:spLocks noChangeShapeType="1"/>
            </p:cNvSpPr>
            <p:nvPr/>
          </p:nvSpPr>
          <p:spPr bwMode="auto">
            <a:xfrm>
              <a:off x="3499984" y="5710011"/>
              <a:ext cx="511175" cy="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Text Box 11">
              <a:extLst>
                <a:ext uri="{FF2B5EF4-FFF2-40B4-BE49-F238E27FC236}">
                  <a16:creationId xmlns:a16="http://schemas.microsoft.com/office/drawing/2014/main" id="{DED6E2F1-61E7-E241-8E2D-ADEC5E8A8091}"/>
                </a:ext>
              </a:extLst>
            </p:cNvPr>
            <p:cNvSpPr txBox="1">
              <a:spLocks noChangeArrowheads="1"/>
            </p:cNvSpPr>
            <p:nvPr/>
          </p:nvSpPr>
          <p:spPr bwMode="auto">
            <a:xfrm>
              <a:off x="743905" y="5548787"/>
              <a:ext cx="277163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carriage return, line feed at start of line indicates end of header lines</a:t>
              </a:r>
              <a:endParaRPr kumimoji="0" lang="en-US" altLang="en-US" sz="24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endParaRPr>
            </a:p>
          </p:txBody>
        </p:sp>
        <p:sp>
          <p:nvSpPr>
            <p:cNvPr id="21" name="TextBox 1">
              <a:extLst>
                <a:ext uri="{FF2B5EF4-FFF2-40B4-BE49-F238E27FC236}">
                  <a16:creationId xmlns:a16="http://schemas.microsoft.com/office/drawing/2014/main" id="{EF5DEF07-DC95-F343-B9CA-F9BD40638A1C}"/>
                </a:ext>
              </a:extLst>
            </p:cNvPr>
            <p:cNvSpPr txBox="1">
              <a:spLocks noChangeArrowheads="1"/>
            </p:cNvSpPr>
            <p:nvPr/>
          </p:nvSpPr>
          <p:spPr bwMode="auto">
            <a:xfrm>
              <a:off x="4000046" y="6171973"/>
              <a:ext cx="45069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ttp://gaia.cs.umass.edu/kurose_ross/interactive/</a:t>
              </a:r>
            </a:p>
          </p:txBody>
        </p:sp>
      </p:grpSp>
      <p:sp>
        <p:nvSpPr>
          <p:cNvPr id="5" name="Left Brace 4">
            <a:extLst>
              <a:ext uri="{FF2B5EF4-FFF2-40B4-BE49-F238E27FC236}">
                <a16:creationId xmlns:a16="http://schemas.microsoft.com/office/drawing/2014/main" id="{36B9FB67-1AD8-6146-8926-BFEB803718A3}"/>
              </a:ext>
            </a:extLst>
          </p:cNvPr>
          <p:cNvSpPr/>
          <p:nvPr/>
        </p:nvSpPr>
        <p:spPr>
          <a:xfrm>
            <a:off x="3812583" y="3704095"/>
            <a:ext cx="217442" cy="1797803"/>
          </a:xfrm>
          <a:prstGeom prst="leftBrace">
            <a:avLst/>
          </a:prstGeom>
          <a:ln w="19050">
            <a:solidFill>
              <a:srgbClr val="0000A3"/>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5F809E13-4068-2140-8EEF-80CD03B5F69C}"/>
              </a:ext>
            </a:extLst>
          </p:cNvPr>
          <p:cNvSpPr/>
          <p:nvPr/>
        </p:nvSpPr>
        <p:spPr>
          <a:xfrm>
            <a:off x="4019515" y="3331027"/>
            <a:ext cx="6620718" cy="3021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95D7502B-9EA4-9D49-A251-DB91BDC6BB3C}"/>
              </a:ext>
            </a:extLst>
          </p:cNvPr>
          <p:cNvSpPr/>
          <p:nvPr/>
        </p:nvSpPr>
        <p:spPr>
          <a:xfrm>
            <a:off x="2726871" y="3599519"/>
            <a:ext cx="8392886" cy="19685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Slide Number Placeholder 2">
            <a:extLst>
              <a:ext uri="{FF2B5EF4-FFF2-40B4-BE49-F238E27FC236}">
                <a16:creationId xmlns:a16="http://schemas.microsoft.com/office/drawing/2014/main" id="{C3381709-4DCC-204B-A742-66F4884C7AF0}"/>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195858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xit" presetSubtype="0" fill="hold" grpId="0" nodeType="withEffect">
                                  <p:stCondLst>
                                    <p:cond delay="0"/>
                                  </p:stCondLst>
                                  <p:childTnLst>
                                    <p:animEffect transition="out" filter="dissolve">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grpId="0" nodeType="clickEffect">
                                  <p:stCondLst>
                                    <p:cond delay="0"/>
                                  </p:stCondLst>
                                  <p:childTnLst>
                                    <p:animEffect transition="out" filter="dissolve">
                                      <p:cBhvr>
                                        <p:cTn id="17" dur="500"/>
                                        <p:tgtEl>
                                          <p:spTgt spid="24"/>
                                        </p:tgtEl>
                                      </p:cBhvr>
                                    </p:animEffect>
                                    <p:set>
                                      <p:cBhvr>
                                        <p:cTn id="18" dur="1" fill="hold">
                                          <p:stCondLst>
                                            <p:cond delay="499"/>
                                          </p:stCondLst>
                                        </p:cTn>
                                        <p:tgtEl>
                                          <p:spTgt spid="24"/>
                                        </p:tgtEl>
                                        <p:attrNameLst>
                                          <p:attrName>style.visibility</p:attrName>
                                        </p:attrNameLst>
                                      </p:cBhvr>
                                      <p:to>
                                        <p:strVal val="hidden"/>
                                      </p:to>
                                    </p:set>
                                  </p:childTnLst>
                                </p:cTn>
                              </p:par>
                              <p:par>
                                <p:cTn id="19" presetID="9"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ea typeface="ＭＳ Ｐゴシック" panose="020B0600070205080204" pitchFamily="34" charset="-128"/>
              </a:rPr>
              <a:t>HTTP request message: general format</a:t>
            </a:r>
            <a:endParaRPr lang="en-US" sz="4400" dirty="0"/>
          </a:p>
        </p:txBody>
      </p:sp>
      <p:sp>
        <p:nvSpPr>
          <p:cNvPr id="22" name="Text Box 9">
            <a:extLst>
              <a:ext uri="{FF2B5EF4-FFF2-40B4-BE49-F238E27FC236}">
                <a16:creationId xmlns:a16="http://schemas.microsoft.com/office/drawing/2014/main" id="{CAB95007-032C-1849-B460-3E4D669013E8}"/>
              </a:ext>
            </a:extLst>
          </p:cNvPr>
          <p:cNvSpPr txBox="1">
            <a:spLocks noChangeArrowheads="1"/>
          </p:cNvSpPr>
          <p:nvPr/>
        </p:nvSpPr>
        <p:spPr bwMode="auto">
          <a:xfrm>
            <a:off x="8704472" y="1752600"/>
            <a:ext cx="1030287"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request</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line</a:t>
            </a:r>
          </a:p>
        </p:txBody>
      </p:sp>
      <p:sp>
        <p:nvSpPr>
          <p:cNvPr id="23" name="Text Box 11">
            <a:extLst>
              <a:ext uri="{FF2B5EF4-FFF2-40B4-BE49-F238E27FC236}">
                <a16:creationId xmlns:a16="http://schemas.microsoft.com/office/drawing/2014/main" id="{0CB38CB5-45F7-C847-AE71-4F4C5B6FDC22}"/>
              </a:ext>
            </a:extLst>
          </p:cNvPr>
          <p:cNvSpPr txBox="1">
            <a:spLocks noChangeArrowheads="1"/>
          </p:cNvSpPr>
          <p:nvPr/>
        </p:nvSpPr>
        <p:spPr bwMode="auto">
          <a:xfrm>
            <a:off x="8699709" y="2768600"/>
            <a:ext cx="974725"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header</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lines</a:t>
            </a:r>
          </a:p>
        </p:txBody>
      </p:sp>
      <p:sp>
        <p:nvSpPr>
          <p:cNvPr id="24" name="Rectangle 12">
            <a:extLst>
              <a:ext uri="{FF2B5EF4-FFF2-40B4-BE49-F238E27FC236}">
                <a16:creationId xmlns:a16="http://schemas.microsoft.com/office/drawing/2014/main" id="{E645219C-0302-5E46-AE15-64BD65153E7E}"/>
              </a:ext>
            </a:extLst>
          </p:cNvPr>
          <p:cNvSpPr>
            <a:spLocks noChangeArrowheads="1"/>
          </p:cNvSpPr>
          <p:nvPr/>
        </p:nvSpPr>
        <p:spPr bwMode="auto">
          <a:xfrm>
            <a:off x="8315534" y="2338387"/>
            <a:ext cx="346075" cy="1819275"/>
          </a:xfrm>
          <a:prstGeom prst="rect">
            <a:avLst/>
          </a:prstGeom>
          <a:noFill/>
          <a:ln w="1905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Rectangle 13">
            <a:extLst>
              <a:ext uri="{FF2B5EF4-FFF2-40B4-BE49-F238E27FC236}">
                <a16:creationId xmlns:a16="http://schemas.microsoft.com/office/drawing/2014/main" id="{CAFB1EEC-4EBF-6E41-B9CB-E4B01F156EAB}"/>
              </a:ext>
            </a:extLst>
          </p:cNvPr>
          <p:cNvSpPr>
            <a:spLocks noChangeArrowheads="1"/>
          </p:cNvSpPr>
          <p:nvPr/>
        </p:nvSpPr>
        <p:spPr bwMode="auto">
          <a:xfrm>
            <a:off x="8182184" y="2287587"/>
            <a:ext cx="290513" cy="2017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6" name="Rectangle 15">
            <a:extLst>
              <a:ext uri="{FF2B5EF4-FFF2-40B4-BE49-F238E27FC236}">
                <a16:creationId xmlns:a16="http://schemas.microsoft.com/office/drawing/2014/main" id="{009CBE09-CA75-A245-B675-9042959F169C}"/>
              </a:ext>
            </a:extLst>
          </p:cNvPr>
          <p:cNvSpPr>
            <a:spLocks noChangeArrowheads="1"/>
          </p:cNvSpPr>
          <p:nvPr/>
        </p:nvSpPr>
        <p:spPr bwMode="auto">
          <a:xfrm>
            <a:off x="8550484" y="4394200"/>
            <a:ext cx="712788" cy="1216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 name="Text Box 16">
            <a:extLst>
              <a:ext uri="{FF2B5EF4-FFF2-40B4-BE49-F238E27FC236}">
                <a16:creationId xmlns:a16="http://schemas.microsoft.com/office/drawing/2014/main" id="{548D8BC5-234B-1340-9AE4-2B7B4CCDF55A}"/>
              </a:ext>
            </a:extLst>
          </p:cNvPr>
          <p:cNvSpPr txBox="1">
            <a:spLocks noChangeArrowheads="1"/>
          </p:cNvSpPr>
          <p:nvPr/>
        </p:nvSpPr>
        <p:spPr bwMode="auto">
          <a:xfrm>
            <a:off x="8701297" y="4959350"/>
            <a:ext cx="735012"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body</a:t>
            </a:r>
          </a:p>
        </p:txBody>
      </p:sp>
      <p:sp>
        <p:nvSpPr>
          <p:cNvPr id="28" name="Rectangle 20">
            <a:extLst>
              <a:ext uri="{FF2B5EF4-FFF2-40B4-BE49-F238E27FC236}">
                <a16:creationId xmlns:a16="http://schemas.microsoft.com/office/drawing/2014/main" id="{8BE22D39-29E3-DB4E-8BB7-B366225B441F}"/>
              </a:ext>
            </a:extLst>
          </p:cNvPr>
          <p:cNvSpPr>
            <a:spLocks noChangeArrowheads="1"/>
          </p:cNvSpPr>
          <p:nvPr/>
        </p:nvSpPr>
        <p:spPr bwMode="auto">
          <a:xfrm>
            <a:off x="2879934" y="1789112"/>
            <a:ext cx="5638800" cy="4460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9" name="Line 22">
            <a:extLst>
              <a:ext uri="{FF2B5EF4-FFF2-40B4-BE49-F238E27FC236}">
                <a16:creationId xmlns:a16="http://schemas.microsoft.com/office/drawing/2014/main" id="{E517253E-A702-9F4B-B692-C2D297AE8C56}"/>
              </a:ext>
            </a:extLst>
          </p:cNvPr>
          <p:cNvSpPr>
            <a:spLocks noChangeShapeType="1"/>
          </p:cNvSpPr>
          <p:nvPr/>
        </p:nvSpPr>
        <p:spPr bwMode="auto">
          <a:xfrm>
            <a:off x="4188034" y="1792287"/>
            <a:ext cx="0" cy="438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0" name="Line 23">
            <a:extLst>
              <a:ext uri="{FF2B5EF4-FFF2-40B4-BE49-F238E27FC236}">
                <a16:creationId xmlns:a16="http://schemas.microsoft.com/office/drawing/2014/main" id="{9A3ED2FB-B252-C14F-B645-419D36E7F292}"/>
              </a:ext>
            </a:extLst>
          </p:cNvPr>
          <p:cNvSpPr>
            <a:spLocks noChangeShapeType="1"/>
          </p:cNvSpPr>
          <p:nvPr/>
        </p:nvSpPr>
        <p:spPr bwMode="auto">
          <a:xfrm>
            <a:off x="4632534" y="1792287"/>
            <a:ext cx="0" cy="438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1" name="Line 24">
            <a:extLst>
              <a:ext uri="{FF2B5EF4-FFF2-40B4-BE49-F238E27FC236}">
                <a16:creationId xmlns:a16="http://schemas.microsoft.com/office/drawing/2014/main" id="{B2B62443-11E1-2B43-9DCA-4AE37C7E4636}"/>
              </a:ext>
            </a:extLst>
          </p:cNvPr>
          <p:cNvSpPr>
            <a:spLocks noChangeShapeType="1"/>
          </p:cNvSpPr>
          <p:nvPr/>
        </p:nvSpPr>
        <p:spPr bwMode="auto">
          <a:xfrm>
            <a:off x="5940634" y="1792287"/>
            <a:ext cx="0" cy="438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 name="Line 25">
            <a:extLst>
              <a:ext uri="{FF2B5EF4-FFF2-40B4-BE49-F238E27FC236}">
                <a16:creationId xmlns:a16="http://schemas.microsoft.com/office/drawing/2014/main" id="{04CD6AC7-3A8A-D448-ACDB-A1CAAAE45847}"/>
              </a:ext>
            </a:extLst>
          </p:cNvPr>
          <p:cNvSpPr>
            <a:spLocks noChangeShapeType="1"/>
          </p:cNvSpPr>
          <p:nvPr/>
        </p:nvSpPr>
        <p:spPr bwMode="auto">
          <a:xfrm>
            <a:off x="6366084" y="1785937"/>
            <a:ext cx="0" cy="438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Line 26">
            <a:extLst>
              <a:ext uri="{FF2B5EF4-FFF2-40B4-BE49-F238E27FC236}">
                <a16:creationId xmlns:a16="http://schemas.microsoft.com/office/drawing/2014/main" id="{116D6361-9C6F-384A-940A-DBEE668B1738}"/>
              </a:ext>
            </a:extLst>
          </p:cNvPr>
          <p:cNvSpPr>
            <a:spLocks noChangeShapeType="1"/>
          </p:cNvSpPr>
          <p:nvPr/>
        </p:nvSpPr>
        <p:spPr bwMode="auto">
          <a:xfrm>
            <a:off x="7667834" y="1792287"/>
            <a:ext cx="0" cy="438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Line 27">
            <a:extLst>
              <a:ext uri="{FF2B5EF4-FFF2-40B4-BE49-F238E27FC236}">
                <a16:creationId xmlns:a16="http://schemas.microsoft.com/office/drawing/2014/main" id="{66F44111-14E6-9047-91A5-35A207202184}"/>
              </a:ext>
            </a:extLst>
          </p:cNvPr>
          <p:cNvSpPr>
            <a:spLocks noChangeShapeType="1"/>
          </p:cNvSpPr>
          <p:nvPr/>
        </p:nvSpPr>
        <p:spPr bwMode="auto">
          <a:xfrm>
            <a:off x="8105984" y="1792287"/>
            <a:ext cx="0" cy="438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5" name="Text Box 28">
            <a:extLst>
              <a:ext uri="{FF2B5EF4-FFF2-40B4-BE49-F238E27FC236}">
                <a16:creationId xmlns:a16="http://schemas.microsoft.com/office/drawing/2014/main" id="{101CD148-0CB6-B64C-B622-686BDB7E0577}"/>
              </a:ext>
            </a:extLst>
          </p:cNvPr>
          <p:cNvSpPr txBox="1">
            <a:spLocks noChangeArrowheads="1"/>
          </p:cNvSpPr>
          <p:nvPr/>
        </p:nvSpPr>
        <p:spPr bwMode="auto">
          <a:xfrm>
            <a:off x="3003759" y="1816100"/>
            <a:ext cx="1030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method</a:t>
            </a:r>
          </a:p>
        </p:txBody>
      </p:sp>
      <p:sp>
        <p:nvSpPr>
          <p:cNvPr id="36" name="Text Box 29">
            <a:extLst>
              <a:ext uri="{FF2B5EF4-FFF2-40B4-BE49-F238E27FC236}">
                <a16:creationId xmlns:a16="http://schemas.microsoft.com/office/drawing/2014/main" id="{803519B0-4DBB-0446-BBAE-FAAA993CE334}"/>
              </a:ext>
            </a:extLst>
          </p:cNvPr>
          <p:cNvSpPr txBox="1">
            <a:spLocks noChangeArrowheads="1"/>
          </p:cNvSpPr>
          <p:nvPr/>
        </p:nvSpPr>
        <p:spPr bwMode="auto">
          <a:xfrm>
            <a:off x="4165809" y="1797050"/>
            <a:ext cx="452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sp</a:t>
            </a:r>
          </a:p>
        </p:txBody>
      </p:sp>
      <p:sp>
        <p:nvSpPr>
          <p:cNvPr id="37" name="Text Box 30">
            <a:extLst>
              <a:ext uri="{FF2B5EF4-FFF2-40B4-BE49-F238E27FC236}">
                <a16:creationId xmlns:a16="http://schemas.microsoft.com/office/drawing/2014/main" id="{2AE14B96-40BF-C44D-B226-47487039EDC0}"/>
              </a:ext>
            </a:extLst>
          </p:cNvPr>
          <p:cNvSpPr txBox="1">
            <a:spLocks noChangeArrowheads="1"/>
          </p:cNvSpPr>
          <p:nvPr/>
        </p:nvSpPr>
        <p:spPr bwMode="auto">
          <a:xfrm>
            <a:off x="5931109" y="1803400"/>
            <a:ext cx="452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sp</a:t>
            </a:r>
          </a:p>
        </p:txBody>
      </p:sp>
      <p:sp>
        <p:nvSpPr>
          <p:cNvPr id="38" name="Text Box 31">
            <a:extLst>
              <a:ext uri="{FF2B5EF4-FFF2-40B4-BE49-F238E27FC236}">
                <a16:creationId xmlns:a16="http://schemas.microsoft.com/office/drawing/2014/main" id="{499F11E0-2AAF-FC46-939A-844BDA8F36F0}"/>
              </a:ext>
            </a:extLst>
          </p:cNvPr>
          <p:cNvSpPr txBox="1">
            <a:spLocks noChangeArrowheads="1"/>
          </p:cNvSpPr>
          <p:nvPr/>
        </p:nvSpPr>
        <p:spPr bwMode="auto">
          <a:xfrm>
            <a:off x="7683709" y="1809750"/>
            <a:ext cx="403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cr</a:t>
            </a:r>
          </a:p>
        </p:txBody>
      </p:sp>
      <p:sp>
        <p:nvSpPr>
          <p:cNvPr id="39" name="Text Box 32">
            <a:extLst>
              <a:ext uri="{FF2B5EF4-FFF2-40B4-BE49-F238E27FC236}">
                <a16:creationId xmlns:a16="http://schemas.microsoft.com/office/drawing/2014/main" id="{74D4C75B-57F6-FC40-A95F-1EA89717E27F}"/>
              </a:ext>
            </a:extLst>
          </p:cNvPr>
          <p:cNvSpPr txBox="1">
            <a:spLocks noChangeArrowheads="1"/>
          </p:cNvSpPr>
          <p:nvPr/>
        </p:nvSpPr>
        <p:spPr bwMode="auto">
          <a:xfrm>
            <a:off x="8153609" y="1820862"/>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lf</a:t>
            </a:r>
          </a:p>
        </p:txBody>
      </p:sp>
      <p:sp>
        <p:nvSpPr>
          <p:cNvPr id="40" name="Text Box 33">
            <a:extLst>
              <a:ext uri="{FF2B5EF4-FFF2-40B4-BE49-F238E27FC236}">
                <a16:creationId xmlns:a16="http://schemas.microsoft.com/office/drawing/2014/main" id="{D3CF33E6-800C-C34A-9A2F-34E6C60D755D}"/>
              </a:ext>
            </a:extLst>
          </p:cNvPr>
          <p:cNvSpPr txBox="1">
            <a:spLocks noChangeArrowheads="1"/>
          </p:cNvSpPr>
          <p:nvPr/>
        </p:nvSpPr>
        <p:spPr bwMode="auto">
          <a:xfrm>
            <a:off x="6521659" y="1803400"/>
            <a:ext cx="1003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version</a:t>
            </a:r>
          </a:p>
        </p:txBody>
      </p:sp>
      <p:sp>
        <p:nvSpPr>
          <p:cNvPr id="41" name="Text Box 34">
            <a:extLst>
              <a:ext uri="{FF2B5EF4-FFF2-40B4-BE49-F238E27FC236}">
                <a16:creationId xmlns:a16="http://schemas.microsoft.com/office/drawing/2014/main" id="{064EF9BF-C55B-3041-B970-830A38934793}"/>
              </a:ext>
            </a:extLst>
          </p:cNvPr>
          <p:cNvSpPr txBox="1">
            <a:spLocks noChangeArrowheads="1"/>
          </p:cNvSpPr>
          <p:nvPr/>
        </p:nvSpPr>
        <p:spPr bwMode="auto">
          <a:xfrm>
            <a:off x="4896059" y="1816100"/>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URL</a:t>
            </a:r>
          </a:p>
        </p:txBody>
      </p:sp>
      <p:grpSp>
        <p:nvGrpSpPr>
          <p:cNvPr id="42" name="Group 45">
            <a:extLst>
              <a:ext uri="{FF2B5EF4-FFF2-40B4-BE49-F238E27FC236}">
                <a16:creationId xmlns:a16="http://schemas.microsoft.com/office/drawing/2014/main" id="{BF6F8085-A891-0844-94E6-578F3AFB50F3}"/>
              </a:ext>
            </a:extLst>
          </p:cNvPr>
          <p:cNvGrpSpPr>
            <a:grpSpLocks/>
          </p:cNvGrpSpPr>
          <p:nvPr/>
        </p:nvGrpSpPr>
        <p:grpSpPr bwMode="auto">
          <a:xfrm>
            <a:off x="2879934" y="2233612"/>
            <a:ext cx="4565650" cy="446088"/>
            <a:chOff x="192" y="1894"/>
            <a:chExt cx="2876" cy="281"/>
          </a:xfrm>
        </p:grpSpPr>
        <p:sp>
          <p:nvSpPr>
            <p:cNvPr id="43" name="Rectangle 35">
              <a:extLst>
                <a:ext uri="{FF2B5EF4-FFF2-40B4-BE49-F238E27FC236}">
                  <a16:creationId xmlns:a16="http://schemas.microsoft.com/office/drawing/2014/main" id="{37CAD855-2626-9B4A-87B5-BBFB2178C732}"/>
                </a:ext>
              </a:extLst>
            </p:cNvPr>
            <p:cNvSpPr>
              <a:spLocks noChangeArrowheads="1"/>
            </p:cNvSpPr>
            <p:nvPr/>
          </p:nvSpPr>
          <p:spPr bwMode="auto">
            <a:xfrm>
              <a:off x="192" y="1894"/>
              <a:ext cx="2876" cy="28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4" name="Line 36">
              <a:extLst>
                <a:ext uri="{FF2B5EF4-FFF2-40B4-BE49-F238E27FC236}">
                  <a16:creationId xmlns:a16="http://schemas.microsoft.com/office/drawing/2014/main" id="{3882514C-0ADC-584D-AAA4-E4882A2DEA38}"/>
                </a:ext>
              </a:extLst>
            </p:cNvPr>
            <p:cNvSpPr>
              <a:spLocks noChangeShapeType="1"/>
            </p:cNvSpPr>
            <p:nvPr/>
          </p:nvSpPr>
          <p:spPr bwMode="auto">
            <a:xfrm>
              <a:off x="1700" y="1896"/>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5" name="Line 37">
              <a:extLst>
                <a:ext uri="{FF2B5EF4-FFF2-40B4-BE49-F238E27FC236}">
                  <a16:creationId xmlns:a16="http://schemas.microsoft.com/office/drawing/2014/main" id="{688D6AB7-0894-2D4A-9EE3-CF8BFFA30627}"/>
                </a:ext>
              </a:extLst>
            </p:cNvPr>
            <p:cNvSpPr>
              <a:spLocks noChangeShapeType="1"/>
            </p:cNvSpPr>
            <p:nvPr/>
          </p:nvSpPr>
          <p:spPr bwMode="auto">
            <a:xfrm>
              <a:off x="1832" y="1896"/>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6" name="Line 39">
              <a:extLst>
                <a:ext uri="{FF2B5EF4-FFF2-40B4-BE49-F238E27FC236}">
                  <a16:creationId xmlns:a16="http://schemas.microsoft.com/office/drawing/2014/main" id="{8B2EC183-EB51-C64D-B126-461EEABB1EBF}"/>
                </a:ext>
              </a:extLst>
            </p:cNvPr>
            <p:cNvSpPr>
              <a:spLocks noChangeShapeType="1"/>
            </p:cNvSpPr>
            <p:nvPr/>
          </p:nvSpPr>
          <p:spPr bwMode="auto">
            <a:xfrm>
              <a:off x="2528" y="1896"/>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7" name="Line 40">
              <a:extLst>
                <a:ext uri="{FF2B5EF4-FFF2-40B4-BE49-F238E27FC236}">
                  <a16:creationId xmlns:a16="http://schemas.microsoft.com/office/drawing/2014/main" id="{4DE50D57-00F5-134E-8F40-FDF96483157C}"/>
                </a:ext>
              </a:extLst>
            </p:cNvPr>
            <p:cNvSpPr>
              <a:spLocks noChangeShapeType="1"/>
            </p:cNvSpPr>
            <p:nvPr/>
          </p:nvSpPr>
          <p:spPr bwMode="auto">
            <a:xfrm>
              <a:off x="2804" y="1896"/>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8" name="Text Box 41">
              <a:extLst>
                <a:ext uri="{FF2B5EF4-FFF2-40B4-BE49-F238E27FC236}">
                  <a16:creationId xmlns:a16="http://schemas.microsoft.com/office/drawing/2014/main" id="{54D07A27-F429-7046-9310-3A09B05FC60A}"/>
                </a:ext>
              </a:extLst>
            </p:cNvPr>
            <p:cNvSpPr txBox="1">
              <a:spLocks noChangeArrowheads="1"/>
            </p:cNvSpPr>
            <p:nvPr/>
          </p:nvSpPr>
          <p:spPr bwMode="auto">
            <a:xfrm>
              <a:off x="2538" y="1907"/>
              <a:ext cx="2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cr</a:t>
              </a:r>
            </a:p>
          </p:txBody>
        </p:sp>
        <p:sp>
          <p:nvSpPr>
            <p:cNvPr id="49" name="Text Box 42">
              <a:extLst>
                <a:ext uri="{FF2B5EF4-FFF2-40B4-BE49-F238E27FC236}">
                  <a16:creationId xmlns:a16="http://schemas.microsoft.com/office/drawing/2014/main" id="{C2EDB89B-2549-D34E-89E0-D083A1B07D60}"/>
                </a:ext>
              </a:extLst>
            </p:cNvPr>
            <p:cNvSpPr txBox="1">
              <a:spLocks noChangeArrowheads="1"/>
            </p:cNvSpPr>
            <p:nvPr/>
          </p:nvSpPr>
          <p:spPr bwMode="auto">
            <a:xfrm>
              <a:off x="2834" y="1914"/>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lf</a:t>
              </a:r>
            </a:p>
          </p:txBody>
        </p:sp>
        <p:sp>
          <p:nvSpPr>
            <p:cNvPr id="50" name="Text Box 43">
              <a:extLst>
                <a:ext uri="{FF2B5EF4-FFF2-40B4-BE49-F238E27FC236}">
                  <a16:creationId xmlns:a16="http://schemas.microsoft.com/office/drawing/2014/main" id="{C7C20190-6015-D24C-8172-D12AE7AC2A4E}"/>
                </a:ext>
              </a:extLst>
            </p:cNvPr>
            <p:cNvSpPr txBox="1">
              <a:spLocks noChangeArrowheads="1"/>
            </p:cNvSpPr>
            <p:nvPr/>
          </p:nvSpPr>
          <p:spPr bwMode="auto">
            <a:xfrm>
              <a:off x="1922" y="1895"/>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value</a:t>
              </a:r>
            </a:p>
          </p:txBody>
        </p:sp>
        <p:sp>
          <p:nvSpPr>
            <p:cNvPr id="51" name="Text Box 44">
              <a:extLst>
                <a:ext uri="{FF2B5EF4-FFF2-40B4-BE49-F238E27FC236}">
                  <a16:creationId xmlns:a16="http://schemas.microsoft.com/office/drawing/2014/main" id="{9D74CC94-6309-9D4E-AC17-7834303D292A}"/>
                </a:ext>
              </a:extLst>
            </p:cNvPr>
            <p:cNvSpPr txBox="1">
              <a:spLocks noChangeArrowheads="1"/>
            </p:cNvSpPr>
            <p:nvPr/>
          </p:nvSpPr>
          <p:spPr bwMode="auto">
            <a:xfrm>
              <a:off x="246" y="1903"/>
              <a:ext cx="1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header field name</a:t>
              </a:r>
            </a:p>
          </p:txBody>
        </p:sp>
      </p:grpSp>
      <p:grpSp>
        <p:nvGrpSpPr>
          <p:cNvPr id="52" name="Group 46">
            <a:extLst>
              <a:ext uri="{FF2B5EF4-FFF2-40B4-BE49-F238E27FC236}">
                <a16:creationId xmlns:a16="http://schemas.microsoft.com/office/drawing/2014/main" id="{F763EEE1-8E7B-574B-9B12-C02141AD6CEE}"/>
              </a:ext>
            </a:extLst>
          </p:cNvPr>
          <p:cNvGrpSpPr>
            <a:grpSpLocks/>
          </p:cNvGrpSpPr>
          <p:nvPr/>
        </p:nvGrpSpPr>
        <p:grpSpPr bwMode="auto">
          <a:xfrm>
            <a:off x="2876759" y="3709987"/>
            <a:ext cx="4565650" cy="446088"/>
            <a:chOff x="192" y="1894"/>
            <a:chExt cx="2876" cy="281"/>
          </a:xfrm>
        </p:grpSpPr>
        <p:sp>
          <p:nvSpPr>
            <p:cNvPr id="53" name="Rectangle 47">
              <a:extLst>
                <a:ext uri="{FF2B5EF4-FFF2-40B4-BE49-F238E27FC236}">
                  <a16:creationId xmlns:a16="http://schemas.microsoft.com/office/drawing/2014/main" id="{03037660-A975-AC41-9666-AFCCB3A0B935}"/>
                </a:ext>
              </a:extLst>
            </p:cNvPr>
            <p:cNvSpPr>
              <a:spLocks noChangeArrowheads="1"/>
            </p:cNvSpPr>
            <p:nvPr/>
          </p:nvSpPr>
          <p:spPr bwMode="auto">
            <a:xfrm>
              <a:off x="192" y="1894"/>
              <a:ext cx="2876" cy="28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4" name="Line 48">
              <a:extLst>
                <a:ext uri="{FF2B5EF4-FFF2-40B4-BE49-F238E27FC236}">
                  <a16:creationId xmlns:a16="http://schemas.microsoft.com/office/drawing/2014/main" id="{7DAB01D5-4A4C-0848-8E97-EACA6A36C3AD}"/>
                </a:ext>
              </a:extLst>
            </p:cNvPr>
            <p:cNvSpPr>
              <a:spLocks noChangeShapeType="1"/>
            </p:cNvSpPr>
            <p:nvPr/>
          </p:nvSpPr>
          <p:spPr bwMode="auto">
            <a:xfrm>
              <a:off x="1700" y="1896"/>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5" name="Line 49">
              <a:extLst>
                <a:ext uri="{FF2B5EF4-FFF2-40B4-BE49-F238E27FC236}">
                  <a16:creationId xmlns:a16="http://schemas.microsoft.com/office/drawing/2014/main" id="{12F13F26-AF12-FB44-9B51-D0B6944C6D9C}"/>
                </a:ext>
              </a:extLst>
            </p:cNvPr>
            <p:cNvSpPr>
              <a:spLocks noChangeShapeType="1"/>
            </p:cNvSpPr>
            <p:nvPr/>
          </p:nvSpPr>
          <p:spPr bwMode="auto">
            <a:xfrm>
              <a:off x="1832" y="1896"/>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6" name="Line 50">
              <a:extLst>
                <a:ext uri="{FF2B5EF4-FFF2-40B4-BE49-F238E27FC236}">
                  <a16:creationId xmlns:a16="http://schemas.microsoft.com/office/drawing/2014/main" id="{781CA89B-E86B-F843-A1BF-431E5679227B}"/>
                </a:ext>
              </a:extLst>
            </p:cNvPr>
            <p:cNvSpPr>
              <a:spLocks noChangeShapeType="1"/>
            </p:cNvSpPr>
            <p:nvPr/>
          </p:nvSpPr>
          <p:spPr bwMode="auto">
            <a:xfrm>
              <a:off x="2528" y="1896"/>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7" name="Line 51">
              <a:extLst>
                <a:ext uri="{FF2B5EF4-FFF2-40B4-BE49-F238E27FC236}">
                  <a16:creationId xmlns:a16="http://schemas.microsoft.com/office/drawing/2014/main" id="{74911CA3-EBEB-B142-B4CE-F45E577120E5}"/>
                </a:ext>
              </a:extLst>
            </p:cNvPr>
            <p:cNvSpPr>
              <a:spLocks noChangeShapeType="1"/>
            </p:cNvSpPr>
            <p:nvPr/>
          </p:nvSpPr>
          <p:spPr bwMode="auto">
            <a:xfrm>
              <a:off x="2804" y="1896"/>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8" name="Text Box 52">
              <a:extLst>
                <a:ext uri="{FF2B5EF4-FFF2-40B4-BE49-F238E27FC236}">
                  <a16:creationId xmlns:a16="http://schemas.microsoft.com/office/drawing/2014/main" id="{D0CB791B-5400-C244-A515-F158CF9A23BC}"/>
                </a:ext>
              </a:extLst>
            </p:cNvPr>
            <p:cNvSpPr txBox="1">
              <a:spLocks noChangeArrowheads="1"/>
            </p:cNvSpPr>
            <p:nvPr/>
          </p:nvSpPr>
          <p:spPr bwMode="auto">
            <a:xfrm>
              <a:off x="2538" y="1907"/>
              <a:ext cx="2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cr</a:t>
              </a:r>
            </a:p>
          </p:txBody>
        </p:sp>
        <p:sp>
          <p:nvSpPr>
            <p:cNvPr id="59" name="Text Box 53">
              <a:extLst>
                <a:ext uri="{FF2B5EF4-FFF2-40B4-BE49-F238E27FC236}">
                  <a16:creationId xmlns:a16="http://schemas.microsoft.com/office/drawing/2014/main" id="{E5D6E821-F80C-7046-BF97-7FA229C97D7C}"/>
                </a:ext>
              </a:extLst>
            </p:cNvPr>
            <p:cNvSpPr txBox="1">
              <a:spLocks noChangeArrowheads="1"/>
            </p:cNvSpPr>
            <p:nvPr/>
          </p:nvSpPr>
          <p:spPr bwMode="auto">
            <a:xfrm>
              <a:off x="2834" y="1914"/>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lf</a:t>
              </a:r>
            </a:p>
          </p:txBody>
        </p:sp>
        <p:sp>
          <p:nvSpPr>
            <p:cNvPr id="60" name="Text Box 54">
              <a:extLst>
                <a:ext uri="{FF2B5EF4-FFF2-40B4-BE49-F238E27FC236}">
                  <a16:creationId xmlns:a16="http://schemas.microsoft.com/office/drawing/2014/main" id="{5F6B0327-AD11-4545-B4F6-735084B855B5}"/>
                </a:ext>
              </a:extLst>
            </p:cNvPr>
            <p:cNvSpPr txBox="1">
              <a:spLocks noChangeArrowheads="1"/>
            </p:cNvSpPr>
            <p:nvPr/>
          </p:nvSpPr>
          <p:spPr bwMode="auto">
            <a:xfrm>
              <a:off x="1922" y="1895"/>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value</a:t>
              </a:r>
            </a:p>
          </p:txBody>
        </p:sp>
        <p:sp>
          <p:nvSpPr>
            <p:cNvPr id="61" name="Text Box 55">
              <a:extLst>
                <a:ext uri="{FF2B5EF4-FFF2-40B4-BE49-F238E27FC236}">
                  <a16:creationId xmlns:a16="http://schemas.microsoft.com/office/drawing/2014/main" id="{95580CF6-5A42-2640-82F1-B4775A0714B8}"/>
                </a:ext>
              </a:extLst>
            </p:cNvPr>
            <p:cNvSpPr txBox="1">
              <a:spLocks noChangeArrowheads="1"/>
            </p:cNvSpPr>
            <p:nvPr/>
          </p:nvSpPr>
          <p:spPr bwMode="auto">
            <a:xfrm>
              <a:off x="246" y="1903"/>
              <a:ext cx="1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header field name</a:t>
              </a:r>
            </a:p>
          </p:txBody>
        </p:sp>
      </p:grpSp>
      <p:sp>
        <p:nvSpPr>
          <p:cNvPr id="62" name="Line 56">
            <a:extLst>
              <a:ext uri="{FF2B5EF4-FFF2-40B4-BE49-F238E27FC236}">
                <a16:creationId xmlns:a16="http://schemas.microsoft.com/office/drawing/2014/main" id="{923CEA11-D6DF-1C46-A3A4-FD9F81E7CBE9}"/>
              </a:ext>
            </a:extLst>
          </p:cNvPr>
          <p:cNvSpPr>
            <a:spLocks noChangeShapeType="1"/>
          </p:cNvSpPr>
          <p:nvPr/>
        </p:nvSpPr>
        <p:spPr bwMode="auto">
          <a:xfrm>
            <a:off x="2879934" y="2681287"/>
            <a:ext cx="0" cy="1041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63" name="Group 61">
            <a:extLst>
              <a:ext uri="{FF2B5EF4-FFF2-40B4-BE49-F238E27FC236}">
                <a16:creationId xmlns:a16="http://schemas.microsoft.com/office/drawing/2014/main" id="{331FDA17-3586-0A4D-9D97-B7C360855EC7}"/>
              </a:ext>
            </a:extLst>
          </p:cNvPr>
          <p:cNvGrpSpPr>
            <a:grpSpLocks/>
          </p:cNvGrpSpPr>
          <p:nvPr/>
        </p:nvGrpSpPr>
        <p:grpSpPr bwMode="auto">
          <a:xfrm>
            <a:off x="2711659" y="2905125"/>
            <a:ext cx="331788" cy="461962"/>
            <a:chOff x="462" y="1727"/>
            <a:chExt cx="209" cy="291"/>
          </a:xfrm>
        </p:grpSpPr>
        <p:sp>
          <p:nvSpPr>
            <p:cNvPr id="64" name="Rectangle 59">
              <a:extLst>
                <a:ext uri="{FF2B5EF4-FFF2-40B4-BE49-F238E27FC236}">
                  <a16:creationId xmlns:a16="http://schemas.microsoft.com/office/drawing/2014/main" id="{C1850415-E4E6-744B-A59A-4CBBE0004E2D}"/>
                </a:ext>
              </a:extLst>
            </p:cNvPr>
            <p:cNvSpPr>
              <a:spLocks noChangeArrowheads="1"/>
            </p:cNvSpPr>
            <p:nvPr/>
          </p:nvSpPr>
          <p:spPr bwMode="auto">
            <a:xfrm>
              <a:off x="534" y="1854"/>
              <a:ext cx="56" cy="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65" name="Text Box 57">
              <a:extLst>
                <a:ext uri="{FF2B5EF4-FFF2-40B4-BE49-F238E27FC236}">
                  <a16:creationId xmlns:a16="http://schemas.microsoft.com/office/drawing/2014/main" id="{26A802CD-661F-6548-9B20-03447D673761}"/>
                </a:ext>
              </a:extLst>
            </p:cNvPr>
            <p:cNvSpPr txBox="1">
              <a:spLocks noChangeArrowheads="1"/>
            </p:cNvSpPr>
            <p:nvPr/>
          </p:nvSpPr>
          <p:spPr bwMode="auto">
            <a:xfrm>
              <a:off x="462" y="1727"/>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66" name="Text Box 58">
              <a:extLst>
                <a:ext uri="{FF2B5EF4-FFF2-40B4-BE49-F238E27FC236}">
                  <a16:creationId xmlns:a16="http://schemas.microsoft.com/office/drawing/2014/main" id="{5857CADE-C5FA-4D45-86A4-A527BB0999C5}"/>
                </a:ext>
              </a:extLst>
            </p:cNvPr>
            <p:cNvSpPr txBox="1">
              <a:spLocks noChangeArrowheads="1"/>
            </p:cNvSpPr>
            <p:nvPr/>
          </p:nvSpPr>
          <p:spPr bwMode="auto">
            <a:xfrm>
              <a:off x="462" y="1768"/>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grpSp>
      <p:sp>
        <p:nvSpPr>
          <p:cNvPr id="67" name="Line 62">
            <a:extLst>
              <a:ext uri="{FF2B5EF4-FFF2-40B4-BE49-F238E27FC236}">
                <a16:creationId xmlns:a16="http://schemas.microsoft.com/office/drawing/2014/main" id="{4AD99966-51D9-144F-843E-CA57BB5A97E5}"/>
              </a:ext>
            </a:extLst>
          </p:cNvPr>
          <p:cNvSpPr>
            <a:spLocks noChangeShapeType="1"/>
          </p:cNvSpPr>
          <p:nvPr/>
        </p:nvSpPr>
        <p:spPr bwMode="auto">
          <a:xfrm>
            <a:off x="7443997" y="2668587"/>
            <a:ext cx="0" cy="1041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68" name="Group 63">
            <a:extLst>
              <a:ext uri="{FF2B5EF4-FFF2-40B4-BE49-F238E27FC236}">
                <a16:creationId xmlns:a16="http://schemas.microsoft.com/office/drawing/2014/main" id="{21BE7B05-C0E3-2847-AA19-1D559561D8E0}"/>
              </a:ext>
            </a:extLst>
          </p:cNvPr>
          <p:cNvGrpSpPr>
            <a:grpSpLocks/>
          </p:cNvGrpSpPr>
          <p:nvPr/>
        </p:nvGrpSpPr>
        <p:grpSpPr bwMode="auto">
          <a:xfrm>
            <a:off x="7275722" y="2892425"/>
            <a:ext cx="331787" cy="461962"/>
            <a:chOff x="462" y="1727"/>
            <a:chExt cx="209" cy="291"/>
          </a:xfrm>
        </p:grpSpPr>
        <p:sp>
          <p:nvSpPr>
            <p:cNvPr id="69" name="Rectangle 64">
              <a:extLst>
                <a:ext uri="{FF2B5EF4-FFF2-40B4-BE49-F238E27FC236}">
                  <a16:creationId xmlns:a16="http://schemas.microsoft.com/office/drawing/2014/main" id="{1068B7F8-AE57-0A4E-92E6-32182A78CA31}"/>
                </a:ext>
              </a:extLst>
            </p:cNvPr>
            <p:cNvSpPr>
              <a:spLocks noChangeArrowheads="1"/>
            </p:cNvSpPr>
            <p:nvPr/>
          </p:nvSpPr>
          <p:spPr bwMode="auto">
            <a:xfrm>
              <a:off x="534" y="1854"/>
              <a:ext cx="56" cy="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0" name="Text Box 65">
              <a:extLst>
                <a:ext uri="{FF2B5EF4-FFF2-40B4-BE49-F238E27FC236}">
                  <a16:creationId xmlns:a16="http://schemas.microsoft.com/office/drawing/2014/main" id="{304BAA75-EDF9-3049-8146-D4E3B77D4E55}"/>
                </a:ext>
              </a:extLst>
            </p:cNvPr>
            <p:cNvSpPr txBox="1">
              <a:spLocks noChangeArrowheads="1"/>
            </p:cNvSpPr>
            <p:nvPr/>
          </p:nvSpPr>
          <p:spPr bwMode="auto">
            <a:xfrm>
              <a:off x="462" y="1727"/>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71" name="Text Box 66">
              <a:extLst>
                <a:ext uri="{FF2B5EF4-FFF2-40B4-BE49-F238E27FC236}">
                  <a16:creationId xmlns:a16="http://schemas.microsoft.com/office/drawing/2014/main" id="{7B98EC85-B737-7A4A-B367-0CDBC6B02392}"/>
                </a:ext>
              </a:extLst>
            </p:cNvPr>
            <p:cNvSpPr txBox="1">
              <a:spLocks noChangeArrowheads="1"/>
            </p:cNvSpPr>
            <p:nvPr/>
          </p:nvSpPr>
          <p:spPr bwMode="auto">
            <a:xfrm>
              <a:off x="462" y="1768"/>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grpSp>
      <p:grpSp>
        <p:nvGrpSpPr>
          <p:cNvPr id="72" name="Group 77">
            <a:extLst>
              <a:ext uri="{FF2B5EF4-FFF2-40B4-BE49-F238E27FC236}">
                <a16:creationId xmlns:a16="http://schemas.microsoft.com/office/drawing/2014/main" id="{3F072947-4F12-CC4D-A114-F6AA680D477F}"/>
              </a:ext>
            </a:extLst>
          </p:cNvPr>
          <p:cNvGrpSpPr>
            <a:grpSpLocks/>
          </p:cNvGrpSpPr>
          <p:nvPr/>
        </p:nvGrpSpPr>
        <p:grpSpPr bwMode="auto">
          <a:xfrm>
            <a:off x="2875172" y="4156075"/>
            <a:ext cx="963612" cy="446087"/>
            <a:chOff x="3105" y="2650"/>
            <a:chExt cx="607" cy="281"/>
          </a:xfrm>
        </p:grpSpPr>
        <p:sp>
          <p:nvSpPr>
            <p:cNvPr id="73" name="Rectangle 68">
              <a:extLst>
                <a:ext uri="{FF2B5EF4-FFF2-40B4-BE49-F238E27FC236}">
                  <a16:creationId xmlns:a16="http://schemas.microsoft.com/office/drawing/2014/main" id="{B30322FD-E3EE-8748-B949-5646BF3FDFC8}"/>
                </a:ext>
              </a:extLst>
            </p:cNvPr>
            <p:cNvSpPr>
              <a:spLocks noChangeArrowheads="1"/>
            </p:cNvSpPr>
            <p:nvPr/>
          </p:nvSpPr>
          <p:spPr bwMode="auto">
            <a:xfrm>
              <a:off x="3105" y="2650"/>
              <a:ext cx="607" cy="28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4" name="Line 72">
              <a:extLst>
                <a:ext uri="{FF2B5EF4-FFF2-40B4-BE49-F238E27FC236}">
                  <a16:creationId xmlns:a16="http://schemas.microsoft.com/office/drawing/2014/main" id="{48E1F9CF-9FEF-5347-B932-F18E52F7D062}"/>
                </a:ext>
              </a:extLst>
            </p:cNvPr>
            <p:cNvSpPr>
              <a:spLocks noChangeShapeType="1"/>
            </p:cNvSpPr>
            <p:nvPr/>
          </p:nvSpPr>
          <p:spPr bwMode="auto">
            <a:xfrm>
              <a:off x="3406" y="2652"/>
              <a:ext cx="0" cy="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5" name="Text Box 73">
              <a:extLst>
                <a:ext uri="{FF2B5EF4-FFF2-40B4-BE49-F238E27FC236}">
                  <a16:creationId xmlns:a16="http://schemas.microsoft.com/office/drawing/2014/main" id="{3F1DCBAA-5080-0B49-ADD4-12FFFAF8A808}"/>
                </a:ext>
              </a:extLst>
            </p:cNvPr>
            <p:cNvSpPr txBox="1">
              <a:spLocks noChangeArrowheads="1"/>
            </p:cNvSpPr>
            <p:nvPr/>
          </p:nvSpPr>
          <p:spPr bwMode="auto">
            <a:xfrm>
              <a:off x="3140" y="2663"/>
              <a:ext cx="2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cr</a:t>
              </a:r>
            </a:p>
          </p:txBody>
        </p:sp>
        <p:sp>
          <p:nvSpPr>
            <p:cNvPr id="76" name="Text Box 74">
              <a:extLst>
                <a:ext uri="{FF2B5EF4-FFF2-40B4-BE49-F238E27FC236}">
                  <a16:creationId xmlns:a16="http://schemas.microsoft.com/office/drawing/2014/main" id="{30F8DE49-8702-8242-B74B-8F1C10B8D2BE}"/>
                </a:ext>
              </a:extLst>
            </p:cNvPr>
            <p:cNvSpPr txBox="1">
              <a:spLocks noChangeArrowheads="1"/>
            </p:cNvSpPr>
            <p:nvPr/>
          </p:nvSpPr>
          <p:spPr bwMode="auto">
            <a:xfrm>
              <a:off x="3436" y="267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lf</a:t>
              </a:r>
            </a:p>
          </p:txBody>
        </p:sp>
      </p:grpSp>
      <p:sp>
        <p:nvSpPr>
          <p:cNvPr id="77" name="Rectangle 78">
            <a:extLst>
              <a:ext uri="{FF2B5EF4-FFF2-40B4-BE49-F238E27FC236}">
                <a16:creationId xmlns:a16="http://schemas.microsoft.com/office/drawing/2014/main" id="{6229F0FB-98BB-B944-85C4-25A52FBA6CCF}"/>
              </a:ext>
            </a:extLst>
          </p:cNvPr>
          <p:cNvSpPr>
            <a:spLocks noChangeArrowheads="1"/>
          </p:cNvSpPr>
          <p:nvPr/>
        </p:nvSpPr>
        <p:spPr bwMode="auto">
          <a:xfrm>
            <a:off x="2875172" y="4603750"/>
            <a:ext cx="5170487" cy="11207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8" name="Text Box 80">
            <a:extLst>
              <a:ext uri="{FF2B5EF4-FFF2-40B4-BE49-F238E27FC236}">
                <a16:creationId xmlns:a16="http://schemas.microsoft.com/office/drawing/2014/main" id="{15C2EA86-0F4F-3247-A569-CE038874C470}"/>
              </a:ext>
            </a:extLst>
          </p:cNvPr>
          <p:cNvSpPr txBox="1">
            <a:spLocks noChangeArrowheads="1"/>
          </p:cNvSpPr>
          <p:nvPr/>
        </p:nvSpPr>
        <p:spPr bwMode="auto">
          <a:xfrm>
            <a:off x="4811922" y="4927600"/>
            <a:ext cx="1411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entity body</a:t>
            </a:r>
          </a:p>
        </p:txBody>
      </p:sp>
      <p:grpSp>
        <p:nvGrpSpPr>
          <p:cNvPr id="79" name="Group 81">
            <a:extLst>
              <a:ext uri="{FF2B5EF4-FFF2-40B4-BE49-F238E27FC236}">
                <a16:creationId xmlns:a16="http://schemas.microsoft.com/office/drawing/2014/main" id="{FBD71B37-ADDE-7A46-9420-5D7F558DE36A}"/>
              </a:ext>
            </a:extLst>
          </p:cNvPr>
          <p:cNvGrpSpPr>
            <a:grpSpLocks/>
          </p:cNvGrpSpPr>
          <p:nvPr/>
        </p:nvGrpSpPr>
        <p:grpSpPr bwMode="auto">
          <a:xfrm>
            <a:off x="2711659" y="4941887"/>
            <a:ext cx="331788" cy="461963"/>
            <a:chOff x="462" y="1727"/>
            <a:chExt cx="209" cy="291"/>
          </a:xfrm>
        </p:grpSpPr>
        <p:sp>
          <p:nvSpPr>
            <p:cNvPr id="80" name="Rectangle 82">
              <a:extLst>
                <a:ext uri="{FF2B5EF4-FFF2-40B4-BE49-F238E27FC236}">
                  <a16:creationId xmlns:a16="http://schemas.microsoft.com/office/drawing/2014/main" id="{EB685F5D-49A7-714D-B0CE-A681FE471FBF}"/>
                </a:ext>
              </a:extLst>
            </p:cNvPr>
            <p:cNvSpPr>
              <a:spLocks noChangeArrowheads="1"/>
            </p:cNvSpPr>
            <p:nvPr/>
          </p:nvSpPr>
          <p:spPr bwMode="auto">
            <a:xfrm>
              <a:off x="534" y="1854"/>
              <a:ext cx="56" cy="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81" name="Text Box 83">
              <a:extLst>
                <a:ext uri="{FF2B5EF4-FFF2-40B4-BE49-F238E27FC236}">
                  <a16:creationId xmlns:a16="http://schemas.microsoft.com/office/drawing/2014/main" id="{F39503FA-5AF7-1343-97ED-74063A1F12A0}"/>
                </a:ext>
              </a:extLst>
            </p:cNvPr>
            <p:cNvSpPr txBox="1">
              <a:spLocks noChangeArrowheads="1"/>
            </p:cNvSpPr>
            <p:nvPr/>
          </p:nvSpPr>
          <p:spPr bwMode="auto">
            <a:xfrm>
              <a:off x="462" y="1727"/>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82" name="Text Box 84">
              <a:extLst>
                <a:ext uri="{FF2B5EF4-FFF2-40B4-BE49-F238E27FC236}">
                  <a16:creationId xmlns:a16="http://schemas.microsoft.com/office/drawing/2014/main" id="{65445F71-0392-1545-8E73-EFFA475F7631}"/>
                </a:ext>
              </a:extLst>
            </p:cNvPr>
            <p:cNvSpPr txBox="1">
              <a:spLocks noChangeArrowheads="1"/>
            </p:cNvSpPr>
            <p:nvPr/>
          </p:nvSpPr>
          <p:spPr bwMode="auto">
            <a:xfrm>
              <a:off x="462" y="1768"/>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grpSp>
      <p:grpSp>
        <p:nvGrpSpPr>
          <p:cNvPr id="83" name="Group 85">
            <a:extLst>
              <a:ext uri="{FF2B5EF4-FFF2-40B4-BE49-F238E27FC236}">
                <a16:creationId xmlns:a16="http://schemas.microsoft.com/office/drawing/2014/main" id="{948FB213-CBD1-754F-9A31-92B73ABB091D}"/>
              </a:ext>
            </a:extLst>
          </p:cNvPr>
          <p:cNvGrpSpPr>
            <a:grpSpLocks/>
          </p:cNvGrpSpPr>
          <p:nvPr/>
        </p:nvGrpSpPr>
        <p:grpSpPr bwMode="auto">
          <a:xfrm>
            <a:off x="7871034" y="4932362"/>
            <a:ext cx="331788" cy="461963"/>
            <a:chOff x="462" y="1727"/>
            <a:chExt cx="209" cy="291"/>
          </a:xfrm>
        </p:grpSpPr>
        <p:sp>
          <p:nvSpPr>
            <p:cNvPr id="84" name="Rectangle 86">
              <a:extLst>
                <a:ext uri="{FF2B5EF4-FFF2-40B4-BE49-F238E27FC236}">
                  <a16:creationId xmlns:a16="http://schemas.microsoft.com/office/drawing/2014/main" id="{2099BE28-2CBD-FA47-A576-86B1CF474263}"/>
                </a:ext>
              </a:extLst>
            </p:cNvPr>
            <p:cNvSpPr>
              <a:spLocks noChangeArrowheads="1"/>
            </p:cNvSpPr>
            <p:nvPr/>
          </p:nvSpPr>
          <p:spPr bwMode="auto">
            <a:xfrm>
              <a:off x="534" y="1854"/>
              <a:ext cx="56" cy="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85" name="Text Box 87">
              <a:extLst>
                <a:ext uri="{FF2B5EF4-FFF2-40B4-BE49-F238E27FC236}">
                  <a16:creationId xmlns:a16="http://schemas.microsoft.com/office/drawing/2014/main" id="{94AB5515-CA17-A64C-8C42-F0741024357D}"/>
                </a:ext>
              </a:extLst>
            </p:cNvPr>
            <p:cNvSpPr txBox="1">
              <a:spLocks noChangeArrowheads="1"/>
            </p:cNvSpPr>
            <p:nvPr/>
          </p:nvSpPr>
          <p:spPr bwMode="auto">
            <a:xfrm>
              <a:off x="462" y="1727"/>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86" name="Text Box 88">
              <a:extLst>
                <a:ext uri="{FF2B5EF4-FFF2-40B4-BE49-F238E27FC236}">
                  <a16:creationId xmlns:a16="http://schemas.microsoft.com/office/drawing/2014/main" id="{157CE15D-905D-5B44-91B2-249371FA4B11}"/>
                </a:ext>
              </a:extLst>
            </p:cNvPr>
            <p:cNvSpPr txBox="1">
              <a:spLocks noChangeArrowheads="1"/>
            </p:cNvSpPr>
            <p:nvPr/>
          </p:nvSpPr>
          <p:spPr bwMode="auto">
            <a:xfrm>
              <a:off x="462" y="1768"/>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grpSp>
      <p:sp>
        <p:nvSpPr>
          <p:cNvPr id="87" name="Slide Number Placeholder 2">
            <a:extLst>
              <a:ext uri="{FF2B5EF4-FFF2-40B4-BE49-F238E27FC236}">
                <a16:creationId xmlns:a16="http://schemas.microsoft.com/office/drawing/2014/main" id="{09896B4E-767E-074F-8EDA-CDA62F290479}"/>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3719365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ea typeface="ＭＳ Ｐゴシック" panose="020B0600070205080204" pitchFamily="34" charset="-128"/>
              </a:rPr>
              <a:t>Other HTTP request </a:t>
            </a:r>
            <a:r>
              <a:rPr lang="en-US" altLang="en-US" dirty="0">
                <a:ea typeface="ＭＳ Ｐゴシック" panose="020B0600070205080204" pitchFamily="34" charset="-128"/>
              </a:rPr>
              <a:t>m</a:t>
            </a:r>
            <a:r>
              <a:rPr lang="en-US" altLang="en-US" sz="4400" dirty="0">
                <a:ea typeface="ＭＳ Ｐゴシック" panose="020B0600070205080204" pitchFamily="34" charset="-128"/>
              </a:rPr>
              <a:t>essages</a:t>
            </a:r>
            <a:endParaRPr lang="en-US" sz="4400" dirty="0"/>
          </a:p>
        </p:txBody>
      </p:sp>
      <p:sp>
        <p:nvSpPr>
          <p:cNvPr id="87" name="Rectangle 3">
            <a:extLst>
              <a:ext uri="{FF2B5EF4-FFF2-40B4-BE49-F238E27FC236}">
                <a16:creationId xmlns:a16="http://schemas.microsoft.com/office/drawing/2014/main" id="{25316CA5-99B5-7F45-AFB7-B3A2CBFABDDC}"/>
              </a:ext>
            </a:extLst>
          </p:cNvPr>
          <p:cNvSpPr txBox="1">
            <a:spLocks noChangeArrowheads="1"/>
          </p:cNvSpPr>
          <p:nvPr/>
        </p:nvSpPr>
        <p:spPr>
          <a:xfrm>
            <a:off x="685573" y="1727394"/>
            <a:ext cx="4684713" cy="1701606"/>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sng" strike="noStrike" kern="1200" cap="none" spc="0" normalizeH="0" baseline="0" noProof="0" dirty="0">
                <a:ln>
                  <a:noFill/>
                </a:ln>
                <a:solidFill>
                  <a:srgbClr val="CC0000"/>
                </a:solidFill>
                <a:effectLst/>
                <a:uLnTx/>
                <a:uFillTx/>
                <a:latin typeface="Calibri"/>
                <a:ea typeface="+mn-ea"/>
                <a:cs typeface="+mn-cs"/>
              </a:rPr>
              <a:t>POST method:</a:t>
            </a:r>
          </a:p>
          <a:p>
            <a:pPr marL="233363" marR="0" lvl="0" indent="-233363"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web page often includes form input</a:t>
            </a:r>
          </a:p>
          <a:p>
            <a:pPr marL="233363" marR="0" lvl="0" indent="-233363"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user input sent from client to server in entity body of HTTP POST request message</a:t>
            </a:r>
          </a:p>
        </p:txBody>
      </p:sp>
      <p:sp>
        <p:nvSpPr>
          <p:cNvPr id="88" name="Rectangle 3">
            <a:extLst>
              <a:ext uri="{FF2B5EF4-FFF2-40B4-BE49-F238E27FC236}">
                <a16:creationId xmlns:a16="http://schemas.microsoft.com/office/drawing/2014/main" id="{EC7D421B-4EDF-C343-AB2D-4624467F5415}"/>
              </a:ext>
            </a:extLst>
          </p:cNvPr>
          <p:cNvSpPr txBox="1">
            <a:spLocks noChangeArrowheads="1"/>
          </p:cNvSpPr>
          <p:nvPr/>
        </p:nvSpPr>
        <p:spPr>
          <a:xfrm>
            <a:off x="685573" y="4466964"/>
            <a:ext cx="5541055" cy="1701606"/>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sng" strike="noStrike" kern="1200" cap="none" spc="0" normalizeH="0" baseline="0" noProof="0" dirty="0">
                <a:ln>
                  <a:noFill/>
                </a:ln>
                <a:solidFill>
                  <a:srgbClr val="CC0000"/>
                </a:solidFill>
                <a:effectLst/>
                <a:uLnTx/>
                <a:uFillTx/>
                <a:latin typeface="Calibri"/>
                <a:ea typeface="+mn-ea"/>
                <a:cs typeface="+mn-cs"/>
              </a:rPr>
              <a:t>GET method </a:t>
            </a:r>
            <a:r>
              <a:rPr kumimoji="0" lang="en-US" sz="2400" b="0" i="0" u="none" strike="noStrike" kern="1200" cap="none" spc="0" normalizeH="0" baseline="0" noProof="0" dirty="0">
                <a:ln>
                  <a:noFill/>
                </a:ln>
                <a:solidFill>
                  <a:prstClr val="black"/>
                </a:solidFill>
                <a:effectLst/>
                <a:uLnTx/>
                <a:uFillTx/>
                <a:latin typeface="Calibri"/>
                <a:ea typeface="+mn-ea"/>
                <a:cs typeface="+mn-cs"/>
              </a:rPr>
              <a:t>(for sending data to server):</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233363" marR="0" lvl="0" indent="-23336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include user data in URL field of HTTP GET request message (following a ‘?’):</a:t>
            </a:r>
          </a:p>
        </p:txBody>
      </p:sp>
      <p:sp>
        <p:nvSpPr>
          <p:cNvPr id="89" name="Text Box 5">
            <a:extLst>
              <a:ext uri="{FF2B5EF4-FFF2-40B4-BE49-F238E27FC236}">
                <a16:creationId xmlns:a16="http://schemas.microsoft.com/office/drawing/2014/main" id="{B785588B-2DEA-474F-89CA-2613413F7528}"/>
              </a:ext>
            </a:extLst>
          </p:cNvPr>
          <p:cNvSpPr txBox="1">
            <a:spLocks noChangeArrowheads="1"/>
          </p:cNvSpPr>
          <p:nvPr/>
        </p:nvSpPr>
        <p:spPr bwMode="auto">
          <a:xfrm>
            <a:off x="798692" y="5806133"/>
            <a:ext cx="6280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www.somesite.com/animalsearch?monkeys&amp;banana</a:t>
            </a:r>
          </a:p>
        </p:txBody>
      </p:sp>
      <p:sp>
        <p:nvSpPr>
          <p:cNvPr id="90" name="Rectangle 3">
            <a:extLst>
              <a:ext uri="{FF2B5EF4-FFF2-40B4-BE49-F238E27FC236}">
                <a16:creationId xmlns:a16="http://schemas.microsoft.com/office/drawing/2014/main" id="{F9FB5262-4D63-A149-A391-3CDD424427AC}"/>
              </a:ext>
            </a:extLst>
          </p:cNvPr>
          <p:cNvSpPr txBox="1">
            <a:spLocks noChangeArrowheads="1"/>
          </p:cNvSpPr>
          <p:nvPr/>
        </p:nvSpPr>
        <p:spPr>
          <a:xfrm>
            <a:off x="6991758" y="1752600"/>
            <a:ext cx="4684713" cy="1701606"/>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sng" strike="noStrike" kern="1200" cap="none" spc="0" normalizeH="0" baseline="0" noProof="0" dirty="0">
                <a:ln>
                  <a:noFill/>
                </a:ln>
                <a:solidFill>
                  <a:srgbClr val="CC0000"/>
                </a:solidFill>
                <a:effectLst/>
                <a:uLnTx/>
                <a:uFillTx/>
                <a:latin typeface="Calibri"/>
                <a:ea typeface="+mn-ea"/>
                <a:cs typeface="+mn-cs"/>
              </a:rPr>
              <a:t>HEAD method:</a:t>
            </a:r>
          </a:p>
          <a:p>
            <a:pPr marL="233363" marR="0" lvl="0" indent="-233363"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requests headers (only) that would be returned</a:t>
            </a:r>
            <a:r>
              <a:rPr kumimoji="0" lang="en-US" sz="2400" b="0" i="1" u="none" strike="noStrike" kern="1200" cap="none" spc="0" normalizeH="0" baseline="0" noProof="0" dirty="0">
                <a:ln>
                  <a:noFill/>
                </a:ln>
                <a:solidFill>
                  <a:prstClr val="black"/>
                </a:solidFill>
                <a:effectLst/>
                <a:uLnTx/>
                <a:uFillTx/>
                <a:latin typeface="Calibri"/>
                <a:ea typeface="+mn-ea"/>
                <a:cs typeface="+mn-cs"/>
              </a:rPr>
              <a:t> if </a:t>
            </a:r>
            <a:r>
              <a:rPr kumimoji="0" lang="en-US" sz="2400" b="0" i="0" u="none" strike="noStrike" kern="1200" cap="none" spc="0" normalizeH="0" baseline="0" noProof="0" dirty="0">
                <a:ln>
                  <a:noFill/>
                </a:ln>
                <a:solidFill>
                  <a:prstClr val="black"/>
                </a:solidFill>
                <a:effectLst/>
                <a:uLnTx/>
                <a:uFillTx/>
                <a:latin typeface="Calibri"/>
                <a:ea typeface="+mn-ea"/>
                <a:cs typeface="+mn-cs"/>
              </a:rPr>
              <a:t>specified URL were requested  with an HTTP GET method. </a:t>
            </a:r>
          </a:p>
        </p:txBody>
      </p:sp>
      <p:sp>
        <p:nvSpPr>
          <p:cNvPr id="91" name="Rectangle 3">
            <a:extLst>
              <a:ext uri="{FF2B5EF4-FFF2-40B4-BE49-F238E27FC236}">
                <a16:creationId xmlns:a16="http://schemas.microsoft.com/office/drawing/2014/main" id="{2D3C6453-B336-C04B-8A91-4E7D3B632FEB}"/>
              </a:ext>
            </a:extLst>
          </p:cNvPr>
          <p:cNvSpPr txBox="1">
            <a:spLocks noChangeArrowheads="1"/>
          </p:cNvSpPr>
          <p:nvPr/>
        </p:nvSpPr>
        <p:spPr>
          <a:xfrm>
            <a:off x="6993371" y="3839527"/>
            <a:ext cx="4684713" cy="1701606"/>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sng" strike="noStrike" kern="1200" cap="none" spc="0" normalizeH="0" baseline="0" noProof="0" dirty="0">
                <a:ln>
                  <a:noFill/>
                </a:ln>
                <a:solidFill>
                  <a:srgbClr val="CC0000"/>
                </a:solidFill>
                <a:effectLst/>
                <a:uLnTx/>
                <a:uFillTx/>
                <a:latin typeface="Calibri"/>
                <a:ea typeface="+mn-ea"/>
                <a:cs typeface="+mn-cs"/>
              </a:rPr>
              <a:t>PUT method:</a:t>
            </a:r>
          </a:p>
          <a:p>
            <a:pPr marL="233363" marR="0" lvl="0" indent="-233363"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uploads new file (object) to server</a:t>
            </a:r>
          </a:p>
          <a:p>
            <a:pPr marL="233363" marR="0" lvl="0" indent="-233363"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completely replaces file that exists at specified URL with content in entity body of POST HTTP request message</a:t>
            </a:r>
          </a:p>
        </p:txBody>
      </p:sp>
      <p:sp>
        <p:nvSpPr>
          <p:cNvPr id="8" name="Slide Number Placeholder 2">
            <a:extLst>
              <a:ext uri="{FF2B5EF4-FFF2-40B4-BE49-F238E27FC236}">
                <a16:creationId xmlns:a16="http://schemas.microsoft.com/office/drawing/2014/main" id="{40C538BA-1C71-0F4D-B753-A7D597D981F9}"/>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369124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dissolve">
                                      <p:cBhvr>
                                        <p:cTn id="7" dur="500"/>
                                        <p:tgtEl>
                                          <p:spTgt spid="9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dissolve">
                                      <p:cBhvr>
                                        <p:cTn id="1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0BF4A9B-1302-924D-A5CB-7B7B93A1076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Key Differences</a:t>
            </a:r>
          </a:p>
        </p:txBody>
      </p:sp>
      <p:pic>
        <p:nvPicPr>
          <p:cNvPr id="7" name="Content Placeholder 6">
            <a:extLst>
              <a:ext uri="{FF2B5EF4-FFF2-40B4-BE49-F238E27FC236}">
                <a16:creationId xmlns:a16="http://schemas.microsoft.com/office/drawing/2014/main" id="{8B25B476-7959-F732-7A88-7A6503278FE0}"/>
              </a:ext>
            </a:extLst>
          </p:cNvPr>
          <p:cNvPicPr>
            <a:picLocks noGrp="1" noChangeAspect="1"/>
          </p:cNvPicPr>
          <p:nvPr>
            <p:ph idx="1"/>
          </p:nvPr>
        </p:nvPicPr>
        <p:blipFill>
          <a:blip r:embed="rId2"/>
          <a:stretch>
            <a:fillRect/>
          </a:stretch>
        </p:blipFill>
        <p:spPr>
          <a:xfrm>
            <a:off x="643467" y="2045729"/>
            <a:ext cx="10905066" cy="3653195"/>
          </a:xfrm>
          <a:prstGeom prst="rect">
            <a:avLst/>
          </a:prstGeom>
        </p:spPr>
      </p:pic>
      <p:sp>
        <p:nvSpPr>
          <p:cNvPr id="3" name="Slide Number Placeholder 2">
            <a:extLst>
              <a:ext uri="{FF2B5EF4-FFF2-40B4-BE49-F238E27FC236}">
                <a16:creationId xmlns:a16="http://schemas.microsoft.com/office/drawing/2014/main" id="{1DC35203-C8B8-0966-3849-DFACCA7E5E41}"/>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pPr>
            <a:r>
              <a:rPr lang="en-US" sz="1200">
                <a:solidFill>
                  <a:schemeClr val="tx1">
                    <a:tint val="75000"/>
                  </a:schemeClr>
                </a:solidFill>
              </a:rPr>
              <a:t>Transport Layer: 3-</a:t>
            </a:r>
            <a:fld id="{C4204591-24BD-A542-B9D5-F8D8A88D2FEE}" type="slidenum">
              <a:rPr lang="en-US" sz="1200" smtClean="0">
                <a:solidFill>
                  <a:schemeClr val="tx1">
                    <a:tint val="75000"/>
                  </a:schemeClr>
                </a:solidFill>
              </a:rPr>
              <a:pPr>
                <a:spcAft>
                  <a:spcPts val="600"/>
                </a:spcAft>
              </a:pPr>
              <a:t>21</a:t>
            </a:fld>
            <a:endParaRPr lang="en-US" sz="1200">
              <a:solidFill>
                <a:schemeClr val="tx1">
                  <a:tint val="75000"/>
                </a:schemeClr>
              </a:solidFill>
            </a:endParaRPr>
          </a:p>
        </p:txBody>
      </p:sp>
    </p:spTree>
    <p:extLst>
      <p:ext uri="{BB962C8B-B14F-4D97-AF65-F5344CB8AC3E}">
        <p14:creationId xmlns:p14="http://schemas.microsoft.com/office/powerpoint/2010/main" val="4056853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0DFAA5-78EE-64D0-EC6D-9C13CB099B67}"/>
              </a:ext>
            </a:extLst>
          </p:cNvPr>
          <p:cNvSpPr>
            <a:spLocks noGrp="1"/>
          </p:cNvSpPr>
          <p:nvPr>
            <p:ph idx="1"/>
          </p:nvPr>
        </p:nvSpPr>
        <p:spPr/>
        <p:txBody>
          <a:bodyPr/>
          <a:lstStyle/>
          <a:p>
            <a:r>
              <a:rPr lang="en-US" dirty="0"/>
              <a:t>In HTTP, </a:t>
            </a:r>
            <a:r>
              <a:rPr lang="en-US" b="1" dirty="0"/>
              <a:t>idempotent</a:t>
            </a:r>
            <a:r>
              <a:rPr lang="en-US" dirty="0"/>
              <a:t> refers to a property of certain methods where making multiple identical requests has the </a:t>
            </a:r>
            <a:r>
              <a:rPr lang="en-US" b="1" dirty="0"/>
              <a:t>same effect</a:t>
            </a:r>
            <a:r>
              <a:rPr lang="en-US" dirty="0"/>
              <a:t> as making a single request. </a:t>
            </a:r>
          </a:p>
          <a:p>
            <a:r>
              <a:rPr lang="en-US" dirty="0"/>
              <a:t>In other words, no matter how many times the request is repeated, the final outcome or the state of the resource on the server remains the same, with no additional side effects.</a:t>
            </a:r>
          </a:p>
        </p:txBody>
      </p:sp>
      <p:sp>
        <p:nvSpPr>
          <p:cNvPr id="3" name="Title 2">
            <a:extLst>
              <a:ext uri="{FF2B5EF4-FFF2-40B4-BE49-F238E27FC236}">
                <a16:creationId xmlns:a16="http://schemas.microsoft.com/office/drawing/2014/main" id="{E577AC77-CFF3-18C9-1BB6-1B472B7DD21B}"/>
              </a:ext>
            </a:extLst>
          </p:cNvPr>
          <p:cNvSpPr>
            <a:spLocks noGrp="1"/>
          </p:cNvSpPr>
          <p:nvPr>
            <p:ph type="title"/>
          </p:nvPr>
        </p:nvSpPr>
        <p:spPr/>
        <p:txBody>
          <a:bodyPr/>
          <a:lstStyle/>
          <a:p>
            <a:r>
              <a:rPr lang="en-US" dirty="0"/>
              <a:t>Idempotent </a:t>
            </a:r>
          </a:p>
        </p:txBody>
      </p:sp>
      <p:sp>
        <p:nvSpPr>
          <p:cNvPr id="4" name="Slide Number Placeholder 3">
            <a:extLst>
              <a:ext uri="{FF2B5EF4-FFF2-40B4-BE49-F238E27FC236}">
                <a16:creationId xmlns:a16="http://schemas.microsoft.com/office/drawing/2014/main" id="{82F6222D-0546-CBF1-AFEE-53097FEBC3E6}"/>
              </a:ext>
            </a:extLst>
          </p:cNvPr>
          <p:cNvSpPr>
            <a:spLocks noGrp="1"/>
          </p:cNvSpPr>
          <p:nvPr>
            <p:ph type="sldNum" sz="quarter" idx="4"/>
          </p:nvPr>
        </p:nvSpPr>
        <p:spPr/>
        <p:txBody>
          <a:bodyPr/>
          <a:lstStyle/>
          <a:p>
            <a:r>
              <a:rPr lang="en-US"/>
              <a:t>Transport Layer: 3-</a:t>
            </a:r>
            <a:fld id="{C4204591-24BD-A542-B9D5-F8D8A88D2FEE}" type="slidenum">
              <a:rPr lang="en-US" smtClean="0"/>
              <a:pPr/>
              <a:t>22</a:t>
            </a:fld>
            <a:endParaRPr lang="en-US"/>
          </a:p>
        </p:txBody>
      </p:sp>
    </p:spTree>
    <p:extLst>
      <p:ext uri="{BB962C8B-B14F-4D97-AF65-F5344CB8AC3E}">
        <p14:creationId xmlns:p14="http://schemas.microsoft.com/office/powerpoint/2010/main" val="1944509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EF2596-AF01-FDAE-7AFE-1B90017E500C}"/>
              </a:ext>
            </a:extLst>
          </p:cNvPr>
          <p:cNvSpPr>
            <a:spLocks noGrp="1"/>
          </p:cNvSpPr>
          <p:nvPr>
            <p:ph idx="1"/>
          </p:nvPr>
        </p:nvSpPr>
        <p:spPr/>
        <p:txBody>
          <a:bodyPr/>
          <a:lstStyle/>
          <a:p>
            <a:r>
              <a:rPr lang="en-US" b="1" dirty="0"/>
              <a:t>GET</a:t>
            </a:r>
            <a:r>
              <a:rPr lang="en-US" dirty="0"/>
              <a:t>: The </a:t>
            </a:r>
            <a:r>
              <a:rPr lang="en-US" b="1" dirty="0"/>
              <a:t>GET</a:t>
            </a:r>
            <a:r>
              <a:rPr lang="en-US" dirty="0"/>
              <a:t> method is idempotent. When you request a resource using GET, whether you make the request once or multiple times, the response will be the same, and the state of the server will not be modified.</a:t>
            </a:r>
          </a:p>
          <a:p>
            <a:pPr lvl="1"/>
            <a:r>
              <a:rPr lang="en-US" dirty="0"/>
              <a:t>Example: GET /user/123 will always return the same user information (if unchanged) without altering the state of that user on the server.</a:t>
            </a:r>
          </a:p>
        </p:txBody>
      </p:sp>
      <p:sp>
        <p:nvSpPr>
          <p:cNvPr id="3" name="Title 2">
            <a:extLst>
              <a:ext uri="{FF2B5EF4-FFF2-40B4-BE49-F238E27FC236}">
                <a16:creationId xmlns:a16="http://schemas.microsoft.com/office/drawing/2014/main" id="{A8FA2F7B-655B-F1FC-817B-3057CCBB97C8}"/>
              </a:ext>
            </a:extLst>
          </p:cNvPr>
          <p:cNvSpPr>
            <a:spLocks noGrp="1"/>
          </p:cNvSpPr>
          <p:nvPr>
            <p:ph type="title"/>
          </p:nvPr>
        </p:nvSpPr>
        <p:spPr/>
        <p:txBody>
          <a:bodyPr/>
          <a:lstStyle/>
          <a:p>
            <a:r>
              <a:rPr lang="en-US" dirty="0"/>
              <a:t>Idempotent Methods in HTTP</a:t>
            </a:r>
          </a:p>
        </p:txBody>
      </p:sp>
      <p:sp>
        <p:nvSpPr>
          <p:cNvPr id="4" name="Slide Number Placeholder 3">
            <a:extLst>
              <a:ext uri="{FF2B5EF4-FFF2-40B4-BE49-F238E27FC236}">
                <a16:creationId xmlns:a16="http://schemas.microsoft.com/office/drawing/2014/main" id="{62FEE373-B187-FA2A-5A21-36819A68B893}"/>
              </a:ext>
            </a:extLst>
          </p:cNvPr>
          <p:cNvSpPr>
            <a:spLocks noGrp="1"/>
          </p:cNvSpPr>
          <p:nvPr>
            <p:ph type="sldNum" sz="quarter" idx="4"/>
          </p:nvPr>
        </p:nvSpPr>
        <p:spPr/>
        <p:txBody>
          <a:bodyPr/>
          <a:lstStyle/>
          <a:p>
            <a:r>
              <a:rPr lang="en-US"/>
              <a:t>Transport Layer: 3-</a:t>
            </a:r>
            <a:fld id="{C4204591-24BD-A542-B9D5-F8D8A88D2FEE}" type="slidenum">
              <a:rPr lang="en-US" smtClean="0"/>
              <a:pPr/>
              <a:t>23</a:t>
            </a:fld>
            <a:endParaRPr lang="en-US"/>
          </a:p>
        </p:txBody>
      </p:sp>
    </p:spTree>
    <p:extLst>
      <p:ext uri="{BB962C8B-B14F-4D97-AF65-F5344CB8AC3E}">
        <p14:creationId xmlns:p14="http://schemas.microsoft.com/office/powerpoint/2010/main" val="37873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F5513B-89FA-D745-B2A2-CD9B8B526958}"/>
              </a:ext>
            </a:extLst>
          </p:cNvPr>
          <p:cNvSpPr>
            <a:spLocks noGrp="1"/>
          </p:cNvSpPr>
          <p:nvPr>
            <p:ph idx="1"/>
          </p:nvPr>
        </p:nvSpPr>
        <p:spPr/>
        <p:txBody>
          <a:bodyPr/>
          <a:lstStyle/>
          <a:p>
            <a:r>
              <a:rPr lang="en-US" b="1" dirty="0"/>
              <a:t>POST</a:t>
            </a:r>
            <a:r>
              <a:rPr lang="en-US" dirty="0"/>
              <a:t>: The </a:t>
            </a:r>
            <a:r>
              <a:rPr lang="en-US" b="1" dirty="0"/>
              <a:t>POST</a:t>
            </a:r>
            <a:r>
              <a:rPr lang="en-US" dirty="0"/>
              <a:t> method is </a:t>
            </a:r>
            <a:r>
              <a:rPr lang="en-US" b="1" dirty="0"/>
              <a:t>not idempotent</a:t>
            </a:r>
            <a:r>
              <a:rPr lang="en-US" dirty="0"/>
              <a:t>. Repeating a POST request may create multiple resources or have different side effects, making the outcome different with each request.</a:t>
            </a:r>
          </a:p>
          <a:p>
            <a:pPr lvl="1"/>
            <a:r>
              <a:rPr lang="en-US" dirty="0"/>
              <a:t>Example: POST /user to create a new user. Each time the POST request is sent, a new user is created, leading to different results (new user IDs, for example).</a:t>
            </a:r>
          </a:p>
        </p:txBody>
      </p:sp>
      <p:sp>
        <p:nvSpPr>
          <p:cNvPr id="3" name="Title 2">
            <a:extLst>
              <a:ext uri="{FF2B5EF4-FFF2-40B4-BE49-F238E27FC236}">
                <a16:creationId xmlns:a16="http://schemas.microsoft.com/office/drawing/2014/main" id="{AADEB44E-61C3-0466-7CDD-7B3F16685C6D}"/>
              </a:ext>
            </a:extLst>
          </p:cNvPr>
          <p:cNvSpPr>
            <a:spLocks noGrp="1"/>
          </p:cNvSpPr>
          <p:nvPr>
            <p:ph type="title"/>
          </p:nvPr>
        </p:nvSpPr>
        <p:spPr/>
        <p:txBody>
          <a:bodyPr/>
          <a:lstStyle/>
          <a:p>
            <a:r>
              <a:rPr lang="en-US" dirty="0"/>
              <a:t>Non-Idempotent Methods in HTTP</a:t>
            </a:r>
          </a:p>
        </p:txBody>
      </p:sp>
      <p:sp>
        <p:nvSpPr>
          <p:cNvPr id="4" name="Slide Number Placeholder 3">
            <a:extLst>
              <a:ext uri="{FF2B5EF4-FFF2-40B4-BE49-F238E27FC236}">
                <a16:creationId xmlns:a16="http://schemas.microsoft.com/office/drawing/2014/main" id="{47C80256-E4BA-D9E3-CC5E-234E19322AA9}"/>
              </a:ext>
            </a:extLst>
          </p:cNvPr>
          <p:cNvSpPr>
            <a:spLocks noGrp="1"/>
          </p:cNvSpPr>
          <p:nvPr>
            <p:ph type="sldNum" sz="quarter" idx="4"/>
          </p:nvPr>
        </p:nvSpPr>
        <p:spPr/>
        <p:txBody>
          <a:bodyPr/>
          <a:lstStyle/>
          <a:p>
            <a:r>
              <a:rPr lang="en-US"/>
              <a:t>Transport Layer: 3-</a:t>
            </a:r>
            <a:fld id="{C4204591-24BD-A542-B9D5-F8D8A88D2FEE}" type="slidenum">
              <a:rPr lang="en-US" smtClean="0"/>
              <a:pPr/>
              <a:t>24</a:t>
            </a:fld>
            <a:endParaRPr lang="en-US"/>
          </a:p>
        </p:txBody>
      </p:sp>
    </p:spTree>
    <p:extLst>
      <p:ext uri="{BB962C8B-B14F-4D97-AF65-F5344CB8AC3E}">
        <p14:creationId xmlns:p14="http://schemas.microsoft.com/office/powerpoint/2010/main" val="1788684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6C8582-BDF9-9ABF-0E3B-535602EA089B}"/>
              </a:ext>
            </a:extLst>
          </p:cNvPr>
          <p:cNvSpPr>
            <a:spLocks noGrp="1"/>
          </p:cNvSpPr>
          <p:nvPr>
            <p:ph idx="1"/>
          </p:nvPr>
        </p:nvSpPr>
        <p:spPr/>
        <p:txBody>
          <a:bodyPr/>
          <a:lstStyle/>
          <a:p>
            <a:r>
              <a:rPr lang="en-US" dirty="0"/>
              <a:t>Idempotence is important for ensuring stability and safety in network communications. If a request fails (due to timeouts, connection issues), it might be automatically retried. With idempotent methods, retrying the same request won't cause unintended side effects or change the outcome.</a:t>
            </a:r>
          </a:p>
          <a:p>
            <a:r>
              <a:rPr lang="en-US" dirty="0"/>
              <a:t>Systems like distributed servers and load balancers often rely on idempotence to perform tasks like balancing traffic or retrying requests efficiently without causing issues on the server.</a:t>
            </a:r>
          </a:p>
        </p:txBody>
      </p:sp>
      <p:sp>
        <p:nvSpPr>
          <p:cNvPr id="3" name="Title 2">
            <a:extLst>
              <a:ext uri="{FF2B5EF4-FFF2-40B4-BE49-F238E27FC236}">
                <a16:creationId xmlns:a16="http://schemas.microsoft.com/office/drawing/2014/main" id="{EB851461-F685-C698-10BD-B8FAD586176F}"/>
              </a:ext>
            </a:extLst>
          </p:cNvPr>
          <p:cNvSpPr>
            <a:spLocks noGrp="1"/>
          </p:cNvSpPr>
          <p:nvPr>
            <p:ph type="title"/>
          </p:nvPr>
        </p:nvSpPr>
        <p:spPr/>
        <p:txBody>
          <a:bodyPr/>
          <a:lstStyle/>
          <a:p>
            <a:r>
              <a:rPr lang="en-US" dirty="0"/>
              <a:t>Why Idempotence Matters</a:t>
            </a:r>
          </a:p>
        </p:txBody>
      </p:sp>
      <p:sp>
        <p:nvSpPr>
          <p:cNvPr id="4" name="Slide Number Placeholder 3">
            <a:extLst>
              <a:ext uri="{FF2B5EF4-FFF2-40B4-BE49-F238E27FC236}">
                <a16:creationId xmlns:a16="http://schemas.microsoft.com/office/drawing/2014/main" id="{D9D38420-9253-B540-A954-9B1CCA258B07}"/>
              </a:ext>
            </a:extLst>
          </p:cNvPr>
          <p:cNvSpPr>
            <a:spLocks noGrp="1"/>
          </p:cNvSpPr>
          <p:nvPr>
            <p:ph type="sldNum" sz="quarter" idx="4"/>
          </p:nvPr>
        </p:nvSpPr>
        <p:spPr/>
        <p:txBody>
          <a:bodyPr/>
          <a:lstStyle/>
          <a:p>
            <a:r>
              <a:rPr lang="en-US"/>
              <a:t>Transport Layer: 3-</a:t>
            </a:r>
            <a:fld id="{C4204591-24BD-A542-B9D5-F8D8A88D2FEE}" type="slidenum">
              <a:rPr lang="en-US" smtClean="0"/>
              <a:pPr/>
              <a:t>25</a:t>
            </a:fld>
            <a:endParaRPr lang="en-US"/>
          </a:p>
        </p:txBody>
      </p:sp>
    </p:spTree>
    <p:extLst>
      <p:ext uri="{BB962C8B-B14F-4D97-AF65-F5344CB8AC3E}">
        <p14:creationId xmlns:p14="http://schemas.microsoft.com/office/powerpoint/2010/main" val="2963888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ea typeface="ＭＳ Ｐゴシック" panose="020B0600070205080204" pitchFamily="34" charset="-128"/>
              </a:rPr>
              <a:t>HTTP response </a:t>
            </a:r>
            <a:r>
              <a:rPr lang="en-US" altLang="en-US" dirty="0">
                <a:ea typeface="ＭＳ Ｐゴシック" panose="020B0600070205080204" pitchFamily="34" charset="-128"/>
              </a:rPr>
              <a:t>m</a:t>
            </a:r>
            <a:r>
              <a:rPr lang="en-US" altLang="en-US" sz="4400" dirty="0">
                <a:ea typeface="ＭＳ Ｐゴシック" panose="020B0600070205080204" pitchFamily="34" charset="-128"/>
              </a:rPr>
              <a:t>essage</a:t>
            </a:r>
            <a:endParaRPr lang="en-US" sz="4400" dirty="0"/>
          </a:p>
        </p:txBody>
      </p:sp>
      <p:sp>
        <p:nvSpPr>
          <p:cNvPr id="87" name="Text Box 5">
            <a:extLst>
              <a:ext uri="{FF2B5EF4-FFF2-40B4-BE49-F238E27FC236}">
                <a16:creationId xmlns:a16="http://schemas.microsoft.com/office/drawing/2014/main" id="{A994AECC-DC16-7847-B8EE-F2F612ABB287}"/>
              </a:ext>
            </a:extLst>
          </p:cNvPr>
          <p:cNvSpPr txBox="1">
            <a:spLocks noChangeArrowheads="1"/>
          </p:cNvSpPr>
          <p:nvPr/>
        </p:nvSpPr>
        <p:spPr bwMode="auto">
          <a:xfrm>
            <a:off x="889630" y="1555730"/>
            <a:ext cx="40561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status line (protocol</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status code status phrase)</a:t>
            </a:r>
            <a:endParaRPr kumimoji="0" lang="en-US" altLang="en-US" sz="28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endParaRPr>
          </a:p>
        </p:txBody>
      </p:sp>
      <p:sp>
        <p:nvSpPr>
          <p:cNvPr id="90" name="Text Box 8">
            <a:extLst>
              <a:ext uri="{FF2B5EF4-FFF2-40B4-BE49-F238E27FC236}">
                <a16:creationId xmlns:a16="http://schemas.microsoft.com/office/drawing/2014/main" id="{9695B2A1-768B-CE41-87A1-8D564F953877}"/>
              </a:ext>
            </a:extLst>
          </p:cNvPr>
          <p:cNvSpPr txBox="1">
            <a:spLocks noChangeArrowheads="1"/>
          </p:cNvSpPr>
          <p:nvPr/>
        </p:nvSpPr>
        <p:spPr bwMode="auto">
          <a:xfrm>
            <a:off x="3979618" y="2984961"/>
            <a:ext cx="107112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header</a:t>
            </a:r>
          </a:p>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 lines</a:t>
            </a:r>
            <a:endParaRPr kumimoji="0" lang="en-US" altLang="en-US" sz="28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endParaRPr>
          </a:p>
        </p:txBody>
      </p:sp>
      <p:sp>
        <p:nvSpPr>
          <p:cNvPr id="92" name="Text Box 10">
            <a:extLst>
              <a:ext uri="{FF2B5EF4-FFF2-40B4-BE49-F238E27FC236}">
                <a16:creationId xmlns:a16="http://schemas.microsoft.com/office/drawing/2014/main" id="{71D3CD43-9088-2144-992C-3A77F783A6D7}"/>
              </a:ext>
            </a:extLst>
          </p:cNvPr>
          <p:cNvSpPr txBox="1">
            <a:spLocks noChangeArrowheads="1"/>
          </p:cNvSpPr>
          <p:nvPr/>
        </p:nvSpPr>
        <p:spPr bwMode="auto">
          <a:xfrm>
            <a:off x="828397" y="4607159"/>
            <a:ext cx="36028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data, e.g.,  requested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HTML file</a:t>
            </a:r>
            <a:endParaRPr kumimoji="0" lang="en-US" altLang="en-US" sz="28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endParaRPr>
          </a:p>
        </p:txBody>
      </p:sp>
      <p:sp>
        <p:nvSpPr>
          <p:cNvPr id="93" name="Rectangle 15">
            <a:extLst>
              <a:ext uri="{FF2B5EF4-FFF2-40B4-BE49-F238E27FC236}">
                <a16:creationId xmlns:a16="http://schemas.microsoft.com/office/drawing/2014/main" id="{AE1D96B5-48F4-B842-9424-43BC570F6345}"/>
              </a:ext>
            </a:extLst>
          </p:cNvPr>
          <p:cNvSpPr>
            <a:spLocks noChangeArrowheads="1"/>
          </p:cNvSpPr>
          <p:nvPr/>
        </p:nvSpPr>
        <p:spPr bwMode="auto">
          <a:xfrm>
            <a:off x="5131481" y="1710879"/>
            <a:ext cx="6311900" cy="3490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Courier New" panose="02070309020205020404" pitchFamily="49" charset="0"/>
              </a:rPr>
              <a:t>HTTP/1.1 200 OK</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Courier New" panose="02070309020205020404" pitchFamily="49" charset="0"/>
              </a:rPr>
              <a:t>Date: Tue, 08 Sep 2020 00:53:20 GMT</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Courier New" panose="02070309020205020404" pitchFamily="49" charset="0"/>
              </a:rPr>
              <a:t>Server: Apache/2.4.6 (CentOS) OpenSSL/1.0.2k-fips PHP/7.4.9 mod_perl/2.0.11 Perl/v5.16.3</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Courier New" panose="02070309020205020404" pitchFamily="49" charset="0"/>
              </a:rPr>
              <a:t>Last-Modified: Tue, 01 Mar 2016 18:57:50 GMT</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Courier New" panose="02070309020205020404" pitchFamily="49" charset="0"/>
              </a:rPr>
              <a:t>ETag: "a5b-52d015789ee9e"</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Courier New" panose="02070309020205020404" pitchFamily="49" charset="0"/>
              </a:rPr>
              <a:t>Accept-Ranges: bytes</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Courier New" panose="02070309020205020404" pitchFamily="49" charset="0"/>
              </a:rPr>
              <a:t>Content-Length: 2651</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Courier New" panose="02070309020205020404" pitchFamily="49" charset="0"/>
              </a:rPr>
              <a:t>Content-Type: text/html; charset=UTF-8</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\r\n</a:t>
            </a:r>
          </a:p>
          <a:p>
            <a:pPr marL="342900" marR="0" lvl="0" indent="-342900" algn="l" defTabSz="914400" rtl="0" eaLnBrk="1" fontAlgn="auto" latinLnBrk="0" hangingPunct="1">
              <a:lnSpc>
                <a:spcPct val="90000"/>
              </a:lnSpc>
              <a:spcBef>
                <a:spcPct val="0"/>
              </a:spcBef>
              <a:spcAft>
                <a:spcPts val="0"/>
              </a:spcAft>
              <a:buClrTx/>
              <a:buSzTx/>
              <a:buFontTx/>
              <a:buNone/>
              <a:tabLst/>
              <a:defRPr/>
            </a:pPr>
            <a:r>
              <a:rPr kumimoji="0" lang="it-IT"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data data data data data ... </a:t>
            </a:r>
            <a:endParaRPr kumimoji="0" lang="en-US" altLang="en-US" sz="1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p:txBody>
      </p:sp>
      <p:cxnSp>
        <p:nvCxnSpPr>
          <p:cNvPr id="94" name="Straight Arrow Connector 93">
            <a:extLst>
              <a:ext uri="{FF2B5EF4-FFF2-40B4-BE49-F238E27FC236}">
                <a16:creationId xmlns:a16="http://schemas.microsoft.com/office/drawing/2014/main" id="{81248C33-8978-FA4A-B68D-07F7345C9C4D}"/>
              </a:ext>
            </a:extLst>
          </p:cNvPr>
          <p:cNvCxnSpPr>
            <a:cxnSpLocks/>
          </p:cNvCxnSpPr>
          <p:nvPr/>
        </p:nvCxnSpPr>
        <p:spPr>
          <a:xfrm>
            <a:off x="3593872" y="1845820"/>
            <a:ext cx="1436915" cy="0"/>
          </a:xfrm>
          <a:prstGeom prst="straightConnector1">
            <a:avLst/>
          </a:prstGeom>
          <a:ln w="19050">
            <a:solidFill>
              <a:srgbClr val="0000A8"/>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A1C1D39C-E830-C840-962A-5EF5A5C89548}"/>
              </a:ext>
            </a:extLst>
          </p:cNvPr>
          <p:cNvCxnSpPr>
            <a:cxnSpLocks/>
          </p:cNvCxnSpPr>
          <p:nvPr/>
        </p:nvCxnSpPr>
        <p:spPr>
          <a:xfrm>
            <a:off x="3642857" y="4850277"/>
            <a:ext cx="1436915" cy="0"/>
          </a:xfrm>
          <a:prstGeom prst="straightConnector1">
            <a:avLst/>
          </a:prstGeom>
          <a:ln w="19050">
            <a:solidFill>
              <a:srgbClr val="0000A8"/>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1">
            <a:extLst>
              <a:ext uri="{FF2B5EF4-FFF2-40B4-BE49-F238E27FC236}">
                <a16:creationId xmlns:a16="http://schemas.microsoft.com/office/drawing/2014/main" id="{2551C779-9290-AD4E-91BD-E60A7E927A95}"/>
              </a:ext>
            </a:extLst>
          </p:cNvPr>
          <p:cNvSpPr txBox="1">
            <a:spLocks noChangeArrowheads="1"/>
          </p:cNvSpPr>
          <p:nvPr/>
        </p:nvSpPr>
        <p:spPr bwMode="auto">
          <a:xfrm>
            <a:off x="889630" y="6155251"/>
            <a:ext cx="95213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ttp://gaia.cs.umass.edu/kurose_ross/interactive/</a:t>
            </a:r>
          </a:p>
        </p:txBody>
      </p:sp>
      <p:sp>
        <p:nvSpPr>
          <p:cNvPr id="12" name="Rectangle 11">
            <a:extLst>
              <a:ext uri="{FF2B5EF4-FFF2-40B4-BE49-F238E27FC236}">
                <a16:creationId xmlns:a16="http://schemas.microsoft.com/office/drawing/2014/main" id="{C9A44120-8306-2742-A6C5-833CF39C2053}"/>
              </a:ext>
            </a:extLst>
          </p:cNvPr>
          <p:cNvSpPr/>
          <p:nvPr/>
        </p:nvSpPr>
        <p:spPr>
          <a:xfrm>
            <a:off x="506185" y="4724398"/>
            <a:ext cx="10733315" cy="1894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Left Brace 2">
            <a:extLst>
              <a:ext uri="{FF2B5EF4-FFF2-40B4-BE49-F238E27FC236}">
                <a16:creationId xmlns:a16="http://schemas.microsoft.com/office/drawing/2014/main" id="{7B4A04F6-6325-3B46-B996-B1257F5CC1D8}"/>
              </a:ext>
            </a:extLst>
          </p:cNvPr>
          <p:cNvSpPr/>
          <p:nvPr/>
        </p:nvSpPr>
        <p:spPr>
          <a:xfrm>
            <a:off x="4963885" y="2057400"/>
            <a:ext cx="261258" cy="2694214"/>
          </a:xfrm>
          <a:prstGeom prst="leftBrace">
            <a:avLst/>
          </a:prstGeom>
          <a:ln w="22225">
            <a:solidFill>
              <a:srgbClr val="0000A3"/>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73B0BCB5-3B5E-AE49-AE9B-AE6FFB902BA8}"/>
              </a:ext>
            </a:extLst>
          </p:cNvPr>
          <p:cNvSpPr/>
          <p:nvPr/>
        </p:nvSpPr>
        <p:spPr>
          <a:xfrm>
            <a:off x="4359729" y="2041072"/>
            <a:ext cx="7151914" cy="2982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DB7232E2-6D04-AD43-8E7F-3073A3A01F08}"/>
              </a:ext>
            </a:extLst>
          </p:cNvPr>
          <p:cNvSpPr/>
          <p:nvPr/>
        </p:nvSpPr>
        <p:spPr>
          <a:xfrm>
            <a:off x="3858986" y="2939143"/>
            <a:ext cx="7151914" cy="1355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 name="Slide Number Placeholder 2">
            <a:extLst>
              <a:ext uri="{FF2B5EF4-FFF2-40B4-BE49-F238E27FC236}">
                <a16:creationId xmlns:a16="http://schemas.microsoft.com/office/drawing/2014/main" id="{1A72BEEE-6164-8340-B1FC-05E6C79CF76A}"/>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71689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15"/>
                                        </p:tgtEl>
                                      </p:cBhvr>
                                    </p:animEffect>
                                    <p:set>
                                      <p:cBhvr>
                                        <p:cTn id="10" dur="1" fill="hold">
                                          <p:stCondLst>
                                            <p:cond delay="499"/>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grpId="0" nodeType="clickEffect">
                                  <p:stCondLst>
                                    <p:cond delay="0"/>
                                  </p:stCondLst>
                                  <p:childTnLst>
                                    <p:animEffect transition="out" filter="dissolve">
                                      <p:cBhvr>
                                        <p:cTn id="14" dur="500"/>
                                        <p:tgtEl>
                                          <p:spTgt spid="12"/>
                                        </p:tgtEl>
                                      </p:cBhvr>
                                    </p:animEffect>
                                    <p:set>
                                      <p:cBhvr>
                                        <p:cTn id="15"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430001"/>
            <a:ext cx="10515600" cy="894622"/>
          </a:xfrm>
        </p:spPr>
        <p:txBody>
          <a:bodyPr>
            <a:normAutofit/>
          </a:bodyPr>
          <a:lstStyle/>
          <a:p>
            <a:r>
              <a:rPr lang="en-US" altLang="en-US" sz="4400" dirty="0">
                <a:ea typeface="ＭＳ Ｐゴシック" panose="020B0600070205080204" pitchFamily="34" charset="-128"/>
              </a:rPr>
              <a:t>HTTP response </a:t>
            </a:r>
            <a:r>
              <a:rPr lang="en-US" altLang="en-US" dirty="0">
                <a:ea typeface="ＭＳ Ｐゴシック" panose="020B0600070205080204" pitchFamily="34" charset="-128"/>
              </a:rPr>
              <a:t>s</a:t>
            </a:r>
            <a:r>
              <a:rPr lang="en-US" altLang="en-US" sz="4400" dirty="0">
                <a:ea typeface="ＭＳ Ｐゴシック" panose="020B0600070205080204" pitchFamily="34" charset="-128"/>
              </a:rPr>
              <a:t>tatus </a:t>
            </a:r>
            <a:r>
              <a:rPr lang="en-US" altLang="en-US" dirty="0">
                <a:ea typeface="ＭＳ Ｐゴシック" panose="020B0600070205080204" pitchFamily="34" charset="-128"/>
              </a:rPr>
              <a:t>c</a:t>
            </a:r>
            <a:r>
              <a:rPr lang="en-US" altLang="en-US" sz="4400" dirty="0">
                <a:ea typeface="ＭＳ Ｐゴシック" panose="020B0600070205080204" pitchFamily="34" charset="-128"/>
              </a:rPr>
              <a:t>odes</a:t>
            </a:r>
            <a:endParaRPr lang="en-US" sz="4400" dirty="0"/>
          </a:p>
        </p:txBody>
      </p:sp>
      <p:sp>
        <p:nvSpPr>
          <p:cNvPr id="12" name="Rectangle 3">
            <a:extLst>
              <a:ext uri="{FF2B5EF4-FFF2-40B4-BE49-F238E27FC236}">
                <a16:creationId xmlns:a16="http://schemas.microsoft.com/office/drawing/2014/main" id="{D7D9FAF8-ACB6-2648-AF49-4F1CA2DD361E}"/>
              </a:ext>
            </a:extLst>
          </p:cNvPr>
          <p:cNvSpPr txBox="1">
            <a:spLocks noChangeArrowheads="1"/>
          </p:cNvSpPr>
          <p:nvPr/>
        </p:nvSpPr>
        <p:spPr>
          <a:xfrm>
            <a:off x="1179871" y="2274314"/>
            <a:ext cx="10678300" cy="416877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5000"/>
              </a:lnSpc>
              <a:spcBef>
                <a:spcPts val="4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200 OK</a:t>
            </a:r>
          </a:p>
          <a:p>
            <a:pPr marL="695325" marR="0" lvl="1" indent="-231775" algn="l" defTabSz="914400" rtl="0" eaLnBrk="1" fontAlgn="auto" latinLnBrk="0" hangingPunct="1">
              <a:lnSpc>
                <a:spcPct val="95000"/>
              </a:lnSpc>
              <a:spcBef>
                <a:spcPts val="4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request succeeded, requested object later in this message</a:t>
            </a:r>
          </a:p>
          <a:p>
            <a:pPr marL="352425" marR="0" lvl="0" indent="-222250" algn="l" defTabSz="914400" rtl="0" eaLnBrk="1" fontAlgn="auto" latinLnBrk="0" hangingPunct="1">
              <a:lnSpc>
                <a:spcPct val="95000"/>
              </a:lnSpc>
              <a:spcBef>
                <a:spcPts val="4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301 Moved Permanently</a:t>
            </a:r>
          </a:p>
          <a:p>
            <a:pPr marL="695325" marR="0" lvl="1" indent="-231775" algn="l" defTabSz="914400" rtl="0" eaLnBrk="1" fontAlgn="auto" latinLnBrk="0" hangingPunct="1">
              <a:lnSpc>
                <a:spcPct val="95000"/>
              </a:lnSpc>
              <a:spcBef>
                <a:spcPts val="4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requested object moved, new location specified later in this message (in Location: field)</a:t>
            </a:r>
          </a:p>
          <a:p>
            <a:pPr marL="352425" marR="0" lvl="0" indent="-222250" algn="l" defTabSz="914400" rtl="0" eaLnBrk="1" fontAlgn="auto" latinLnBrk="0" hangingPunct="1">
              <a:lnSpc>
                <a:spcPct val="95000"/>
              </a:lnSpc>
              <a:spcBef>
                <a:spcPts val="4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400 Bad Request</a:t>
            </a:r>
          </a:p>
          <a:p>
            <a:pPr marL="695325" marR="0" lvl="1" indent="-231775" algn="l" defTabSz="914400" rtl="0" eaLnBrk="1" fontAlgn="auto" latinLnBrk="0" hangingPunct="1">
              <a:lnSpc>
                <a:spcPct val="95000"/>
              </a:lnSpc>
              <a:spcBef>
                <a:spcPts val="4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request msg not understood by server</a:t>
            </a:r>
          </a:p>
          <a:p>
            <a:pPr marL="352425" marR="0" lvl="0" indent="-222250" algn="l" defTabSz="914400" rtl="0" eaLnBrk="1" fontAlgn="auto" latinLnBrk="0" hangingPunct="1">
              <a:lnSpc>
                <a:spcPct val="95000"/>
              </a:lnSpc>
              <a:spcBef>
                <a:spcPts val="4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404 Not Found</a:t>
            </a:r>
          </a:p>
          <a:p>
            <a:pPr marL="695325" marR="0" lvl="1" indent="-231775" algn="l" defTabSz="914400" rtl="0" eaLnBrk="1" fontAlgn="auto" latinLnBrk="0" hangingPunct="1">
              <a:lnSpc>
                <a:spcPct val="95000"/>
              </a:lnSpc>
              <a:spcBef>
                <a:spcPts val="4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requested document not found on this server</a:t>
            </a:r>
          </a:p>
          <a:p>
            <a:pPr marL="352425" marR="0" lvl="0" indent="-222250" algn="l" defTabSz="914400" rtl="0" eaLnBrk="1" fontAlgn="auto" latinLnBrk="0" hangingPunct="1">
              <a:lnSpc>
                <a:spcPct val="95000"/>
              </a:lnSpc>
              <a:spcBef>
                <a:spcPts val="4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505 HTTP Version Not Supported</a:t>
            </a:r>
          </a:p>
        </p:txBody>
      </p:sp>
      <p:sp>
        <p:nvSpPr>
          <p:cNvPr id="13" name="Rectangle 5">
            <a:extLst>
              <a:ext uri="{FF2B5EF4-FFF2-40B4-BE49-F238E27FC236}">
                <a16:creationId xmlns:a16="http://schemas.microsoft.com/office/drawing/2014/main" id="{8C98F9E3-E57A-7844-89F3-A6331B046576}"/>
              </a:ext>
            </a:extLst>
          </p:cNvPr>
          <p:cNvSpPr>
            <a:spLocks noChangeArrowheads="1"/>
          </p:cNvSpPr>
          <p:nvPr/>
        </p:nvSpPr>
        <p:spPr bwMode="auto">
          <a:xfrm>
            <a:off x="798691" y="1325562"/>
            <a:ext cx="1085628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50838" indent="-350838">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50838" marR="0" lvl="0" indent="-350838" algn="l" defTabSz="914400" rtl="0" eaLnBrk="1" fontAlgn="auto" latinLnBrk="0" hangingPunct="1">
              <a:lnSpc>
                <a:spcPct val="90000"/>
              </a:lnSpc>
              <a:spcBef>
                <a:spcPts val="0"/>
              </a:spcBef>
              <a:spcAft>
                <a:spcPts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status code appears in 1st line in server-to-client response message.</a:t>
            </a:r>
          </a:p>
          <a:p>
            <a:pPr marL="350838" marR="0" lvl="0" indent="-350838" algn="l" defTabSz="914400" rtl="0" eaLnBrk="1" fontAlgn="auto" latinLnBrk="0" hangingPunct="1">
              <a:lnSpc>
                <a:spcPct val="100000"/>
              </a:lnSpc>
              <a:spcBef>
                <a:spcPts val="0"/>
              </a:spcBef>
              <a:spcAft>
                <a:spcPts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some sample codes</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t>
            </a:r>
          </a:p>
        </p:txBody>
      </p:sp>
      <p:sp>
        <p:nvSpPr>
          <p:cNvPr id="5" name="Slide Number Placeholder 2">
            <a:extLst>
              <a:ext uri="{FF2B5EF4-FFF2-40B4-BE49-F238E27FC236}">
                <a16:creationId xmlns:a16="http://schemas.microsoft.com/office/drawing/2014/main" id="{2F3EBF3D-1991-B942-BC94-7A161F52592B}"/>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42065158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altLang="en-US" sz="4400" dirty="0">
                <a:ea typeface="ＭＳ Ｐゴシック" panose="020B0600070205080204" pitchFamily="34" charset="-128"/>
              </a:rPr>
              <a:t>Trying out HTTP (client side) for yourself</a:t>
            </a:r>
            <a:endParaRPr lang="en-US" sz="4400" dirty="0"/>
          </a:p>
        </p:txBody>
      </p:sp>
      <p:sp>
        <p:nvSpPr>
          <p:cNvPr id="6" name="Rectangle 3">
            <a:extLst>
              <a:ext uri="{FF2B5EF4-FFF2-40B4-BE49-F238E27FC236}">
                <a16:creationId xmlns:a16="http://schemas.microsoft.com/office/drawing/2014/main" id="{54162CB5-536A-4D40-94FC-6A99B52D37CF}"/>
              </a:ext>
            </a:extLst>
          </p:cNvPr>
          <p:cNvSpPr txBox="1">
            <a:spLocks noChangeArrowheads="1"/>
          </p:cNvSpPr>
          <p:nvPr/>
        </p:nvSpPr>
        <p:spPr>
          <a:xfrm>
            <a:off x="579438" y="1474924"/>
            <a:ext cx="8096250" cy="46672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1. netcat to your favorite Web server:</a:t>
            </a:r>
          </a:p>
          <a:p>
            <a:pPr marL="1143000" marR="0" lvl="2" indent="-228600" algn="l" defTabSz="914400" rtl="0" eaLnBrk="1" fontAlgn="auto" latinLnBrk="0" hangingPunct="1">
              <a:lnSpc>
                <a:spcPct val="90000"/>
              </a:lnSpc>
              <a:spcBef>
                <a:spcPts val="50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7" name="Text Box 5">
            <a:extLst>
              <a:ext uri="{FF2B5EF4-FFF2-40B4-BE49-F238E27FC236}">
                <a16:creationId xmlns:a16="http://schemas.microsoft.com/office/drawing/2014/main" id="{5AD8FC5E-7EF6-5D4A-947A-76F9FAC50B5A}"/>
              </a:ext>
            </a:extLst>
          </p:cNvPr>
          <p:cNvSpPr txBox="1">
            <a:spLocks noChangeArrowheads="1"/>
          </p:cNvSpPr>
          <p:nvPr/>
        </p:nvSpPr>
        <p:spPr bwMode="auto">
          <a:xfrm>
            <a:off x="6101461" y="1932221"/>
            <a:ext cx="5852372" cy="1400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238125" marR="0" lvl="0" indent="-238125" algn="l" defTabSz="914400" rtl="0" eaLnBrk="1" fontAlgn="auto" latinLnBrk="0" hangingPunct="1">
              <a:lnSpc>
                <a:spcPct val="100000"/>
              </a:lnSpc>
              <a:spcBef>
                <a:spcPts val="600"/>
              </a:spcBef>
              <a:spcAft>
                <a:spcPts val="0"/>
              </a:spcAft>
              <a:buClr>
                <a:srgbClr val="0000A3"/>
              </a:buClr>
              <a:buSzTx/>
              <a:buFont typeface="Wingdings" pitchFamily="2" charset="2"/>
              <a:buChar char="§"/>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opens TCP connection to port 80 (default HTTP server port)  at gaia.cs.umass.edu.</a:t>
            </a:r>
          </a:p>
          <a:p>
            <a:pPr marL="238125" marR="0" lvl="0" indent="-238125" algn="l" defTabSz="914400" rtl="0" eaLnBrk="1" fontAlgn="auto" latinLnBrk="0" hangingPunct="1">
              <a:lnSpc>
                <a:spcPct val="100000"/>
              </a:lnSpc>
              <a:spcBef>
                <a:spcPts val="600"/>
              </a:spcBef>
              <a:spcAft>
                <a:spcPts val="0"/>
              </a:spcAft>
              <a:buClr>
                <a:srgbClr val="0000A3"/>
              </a:buClr>
              <a:buSzTx/>
              <a:buFont typeface="Wingdings" pitchFamily="2" charset="2"/>
              <a:buChar char="§"/>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anything typed in will be sent  to port 80 at gaia.cs.umass.edu</a:t>
            </a: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28AAC288-3206-534D-929C-FFD2305EC27E}"/>
              </a:ext>
            </a:extLst>
          </p:cNvPr>
          <p:cNvGrpSpPr/>
          <p:nvPr/>
        </p:nvGrpSpPr>
        <p:grpSpPr>
          <a:xfrm>
            <a:off x="711200" y="5286696"/>
            <a:ext cx="8289126" cy="996484"/>
            <a:chOff x="711200" y="5286696"/>
            <a:chExt cx="8289126" cy="996484"/>
          </a:xfrm>
        </p:grpSpPr>
        <p:sp>
          <p:nvSpPr>
            <p:cNvPr id="15" name="Rectangle 14">
              <a:extLst>
                <a:ext uri="{FF2B5EF4-FFF2-40B4-BE49-F238E27FC236}">
                  <a16:creationId xmlns:a16="http://schemas.microsoft.com/office/drawing/2014/main" id="{D06E2A86-603C-764E-9AF8-0B2F20CD26BD}"/>
                </a:ext>
              </a:extLst>
            </p:cNvPr>
            <p:cNvSpPr>
              <a:spLocks noChangeArrowheads="1"/>
            </p:cNvSpPr>
            <p:nvPr/>
          </p:nvSpPr>
          <p:spPr bwMode="auto">
            <a:xfrm>
              <a:off x="711200" y="5286696"/>
              <a:ext cx="80962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3. look at response message sent by HTTP server!</a:t>
              </a:r>
            </a:p>
          </p:txBody>
        </p:sp>
        <p:sp>
          <p:nvSpPr>
            <p:cNvPr id="16" name="Text Box 17">
              <a:extLst>
                <a:ext uri="{FF2B5EF4-FFF2-40B4-BE49-F238E27FC236}">
                  <a16:creationId xmlns:a16="http://schemas.microsoft.com/office/drawing/2014/main" id="{A3659547-E754-6B44-903F-76BD7A3006F6}"/>
                </a:ext>
              </a:extLst>
            </p:cNvPr>
            <p:cNvSpPr txBox="1">
              <a:spLocks noChangeArrowheads="1"/>
            </p:cNvSpPr>
            <p:nvPr/>
          </p:nvSpPr>
          <p:spPr bwMode="auto">
            <a:xfrm>
              <a:off x="1066295" y="5821515"/>
              <a:ext cx="79340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(or use Wireshark to look at captured HTTP request/response)</a:t>
              </a:r>
            </a:p>
          </p:txBody>
        </p:sp>
      </p:grpSp>
      <p:grpSp>
        <p:nvGrpSpPr>
          <p:cNvPr id="2" name="Group 1">
            <a:extLst>
              <a:ext uri="{FF2B5EF4-FFF2-40B4-BE49-F238E27FC236}">
                <a16:creationId xmlns:a16="http://schemas.microsoft.com/office/drawing/2014/main" id="{26E12EFF-E52A-B84D-934A-7405FA201329}"/>
              </a:ext>
            </a:extLst>
          </p:cNvPr>
          <p:cNvGrpSpPr/>
          <p:nvPr/>
        </p:nvGrpSpPr>
        <p:grpSpPr>
          <a:xfrm>
            <a:off x="727530" y="3145663"/>
            <a:ext cx="10979788" cy="2045073"/>
            <a:chOff x="727530" y="3145663"/>
            <a:chExt cx="10979788" cy="2045073"/>
          </a:xfrm>
        </p:grpSpPr>
        <p:sp>
          <p:nvSpPr>
            <p:cNvPr id="10" name="Rectangle 7">
              <a:extLst>
                <a:ext uri="{FF2B5EF4-FFF2-40B4-BE49-F238E27FC236}">
                  <a16:creationId xmlns:a16="http://schemas.microsoft.com/office/drawing/2014/main" id="{CF530C45-E591-C948-8561-E3D1A663C89A}"/>
                </a:ext>
              </a:extLst>
            </p:cNvPr>
            <p:cNvSpPr>
              <a:spLocks noChangeArrowheads="1"/>
            </p:cNvSpPr>
            <p:nvPr/>
          </p:nvSpPr>
          <p:spPr bwMode="auto">
            <a:xfrm>
              <a:off x="727530" y="3145663"/>
              <a:ext cx="80962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2. type in a GET HTTP request:</a:t>
              </a:r>
            </a:p>
            <a:p>
              <a:pPr marL="1143000" marR="0" lvl="2" indent="-22860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p:txBody>
        </p:sp>
        <p:sp>
          <p:nvSpPr>
            <p:cNvPr id="11" name="Text Box 8">
              <a:extLst>
                <a:ext uri="{FF2B5EF4-FFF2-40B4-BE49-F238E27FC236}">
                  <a16:creationId xmlns:a16="http://schemas.microsoft.com/office/drawing/2014/main" id="{44F32261-DA96-6645-A103-A806625BC498}"/>
                </a:ext>
              </a:extLst>
            </p:cNvPr>
            <p:cNvSpPr txBox="1">
              <a:spLocks noChangeArrowheads="1"/>
            </p:cNvSpPr>
            <p:nvPr/>
          </p:nvSpPr>
          <p:spPr bwMode="auto">
            <a:xfrm>
              <a:off x="1258273" y="3748006"/>
              <a:ext cx="741741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CC0000"/>
                  </a:solidFill>
                  <a:effectLst/>
                  <a:uLnTx/>
                  <a:uFillTx/>
                  <a:latin typeface="Courier New" panose="02070309020205020404" pitchFamily="49" charset="0"/>
                  <a:ea typeface="ＭＳ Ｐゴシック" panose="020B0600070205080204" pitchFamily="34" charset="-128"/>
                  <a:cs typeface="+mn-cs"/>
                </a:rPr>
                <a:t>GET /kurose_ross/interactive/index.php HTTP/1.1</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CC0000"/>
                  </a:solidFill>
                  <a:effectLst/>
                  <a:uLnTx/>
                  <a:uFillTx/>
                  <a:latin typeface="Courier New" panose="02070309020205020404" pitchFamily="49" charset="0"/>
                  <a:ea typeface="ＭＳ Ｐゴシック" panose="020B0600070205080204" pitchFamily="34" charset="-128"/>
                  <a:cs typeface="+mn-cs"/>
                </a:rPr>
                <a:t>Host: gaia.cs.umass.edu</a:t>
              </a:r>
            </a:p>
          </p:txBody>
        </p:sp>
        <p:sp>
          <p:nvSpPr>
            <p:cNvPr id="19" name="Text Box 5">
              <a:extLst>
                <a:ext uri="{FF2B5EF4-FFF2-40B4-BE49-F238E27FC236}">
                  <a16:creationId xmlns:a16="http://schemas.microsoft.com/office/drawing/2014/main" id="{A5628D90-F44C-0944-B370-D91518878697}"/>
                </a:ext>
              </a:extLst>
            </p:cNvPr>
            <p:cNvSpPr txBox="1">
              <a:spLocks noChangeArrowheads="1"/>
            </p:cNvSpPr>
            <p:nvPr/>
          </p:nvSpPr>
          <p:spPr bwMode="auto">
            <a:xfrm>
              <a:off x="6163577" y="4175073"/>
              <a:ext cx="554374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238125" marR="0" lvl="0" indent="-238125" algn="l" defTabSz="914400" rtl="0" eaLnBrk="1" fontAlgn="auto" latinLnBrk="0" hangingPunct="1">
                <a:lnSpc>
                  <a:spcPct val="100000"/>
                </a:lnSpc>
                <a:spcBef>
                  <a:spcPct val="0"/>
                </a:spcBef>
                <a:spcAft>
                  <a:spcPts val="0"/>
                </a:spcAft>
                <a:buClr>
                  <a:srgbClr val="0000A3"/>
                </a:buClr>
                <a:buSzTx/>
                <a:buFont typeface="Wingdings" pitchFamily="2" charset="2"/>
                <a:buChar char="§"/>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by typing this in (hit carriage return twice), you send this minimal (but complete)  GET request to HTTP server</a:t>
              </a:r>
            </a:p>
          </p:txBody>
        </p:sp>
      </p:grpSp>
      <p:sp>
        <p:nvSpPr>
          <p:cNvPr id="13" name="Slide Number Placeholder 2">
            <a:extLst>
              <a:ext uri="{FF2B5EF4-FFF2-40B4-BE49-F238E27FC236}">
                <a16:creationId xmlns:a16="http://schemas.microsoft.com/office/drawing/2014/main" id="{C4905279-7B20-4F4C-AC34-18EB5C18F599}"/>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
        <p:nvSpPr>
          <p:cNvPr id="3" name="Text Box 6">
            <a:extLst>
              <a:ext uri="{FF2B5EF4-FFF2-40B4-BE49-F238E27FC236}">
                <a16:creationId xmlns:a16="http://schemas.microsoft.com/office/drawing/2014/main" id="{72EC16EB-48D6-6F60-9003-B5E809F4522A}"/>
              </a:ext>
            </a:extLst>
          </p:cNvPr>
          <p:cNvSpPr txBox="1">
            <a:spLocks noChangeArrowheads="1"/>
          </p:cNvSpPr>
          <p:nvPr/>
        </p:nvSpPr>
        <p:spPr bwMode="auto">
          <a:xfrm>
            <a:off x="1258273" y="2039943"/>
            <a:ext cx="488762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nc -c -v gaia.cs.umass.edu 80 (for Mac)</a:t>
            </a:r>
            <a:endParaRPr lang="en-US"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lang="en-US" dirty="0">
                <a:solidFill>
                  <a:prstClr val="black"/>
                </a:solidFill>
                <a:latin typeface="Calibri" panose="020F0502020204030204" pitchFamily="34" charset="0"/>
                <a:ea typeface="Calibri" panose="020F0502020204030204" pitchFamily="34" charset="0"/>
                <a:cs typeface="Calibri" panose="020F0502020204030204" pitchFamily="34" charset="0"/>
              </a:rPr>
              <a:t>&gt;n</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cat –C gaia.cs.umass.edu 80 (for Windows)</a:t>
            </a:r>
          </a:p>
        </p:txBody>
      </p:sp>
    </p:spTree>
    <p:extLst>
      <p:ext uri="{BB962C8B-B14F-4D97-AF65-F5344CB8AC3E}">
        <p14:creationId xmlns:p14="http://schemas.microsoft.com/office/powerpoint/2010/main" val="331342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altLang="en-US" sz="4400" dirty="0">
                <a:ea typeface="ＭＳ Ｐゴシック" panose="020B0600070205080204" pitchFamily="34" charset="-128"/>
              </a:rPr>
              <a:t>Maintaining user/server state: cookies</a:t>
            </a:r>
            <a:endParaRPr lang="en-US" sz="4400" dirty="0"/>
          </a:p>
        </p:txBody>
      </p:sp>
      <p:sp>
        <p:nvSpPr>
          <p:cNvPr id="12" name="Rectangle 3">
            <a:extLst>
              <a:ext uri="{FF2B5EF4-FFF2-40B4-BE49-F238E27FC236}">
                <a16:creationId xmlns:a16="http://schemas.microsoft.com/office/drawing/2014/main" id="{3635EFC9-A521-0240-B257-CD458B330808}"/>
              </a:ext>
            </a:extLst>
          </p:cNvPr>
          <p:cNvSpPr txBox="1">
            <a:spLocks noChangeArrowheads="1"/>
          </p:cNvSpPr>
          <p:nvPr/>
        </p:nvSpPr>
        <p:spPr>
          <a:xfrm>
            <a:off x="751523" y="1368109"/>
            <a:ext cx="5877880" cy="483674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Recall:  HTTP GET/response interaction is </a:t>
            </a:r>
            <a:r>
              <a:rPr kumimoji="0" lang="en-US" altLang="en-US" sz="3200" b="0" i="1"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stateless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no notion of multi-step exchanges of HTTP messages to complete a Web “transaction”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no need for client/server to track “state” of multi-step exchange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all HTTP requests are independent of each other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no need for client/server to “recover” from a partially-completed-but-never-completely-completed transaction</a:t>
            </a:r>
          </a:p>
        </p:txBody>
      </p:sp>
      <p:sp>
        <p:nvSpPr>
          <p:cNvPr id="2" name="TextBox 1">
            <a:extLst>
              <a:ext uri="{FF2B5EF4-FFF2-40B4-BE49-F238E27FC236}">
                <a16:creationId xmlns:a16="http://schemas.microsoft.com/office/drawing/2014/main" id="{F81F961A-6387-0345-9591-6D8E9EDB9801}"/>
              </a:ext>
            </a:extLst>
          </p:cNvPr>
          <p:cNvSpPr txBox="1"/>
          <p:nvPr/>
        </p:nvSpPr>
        <p:spPr>
          <a:xfrm>
            <a:off x="7777183" y="1266045"/>
            <a:ext cx="334734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A3"/>
                </a:solidFill>
                <a:effectLst/>
                <a:uLnTx/>
                <a:uFillTx/>
                <a:latin typeface="Calibri"/>
                <a:ea typeface="+mn-ea"/>
                <a:cs typeface="+mn-cs"/>
              </a:rPr>
              <a:t>a stateful protocol: </a:t>
            </a:r>
            <a:r>
              <a:rPr kumimoji="0" lang="en-US" sz="1800" b="0" i="0" u="none" strike="noStrike" kern="1200" cap="none" spc="0" normalizeH="0" baseline="0" noProof="0" dirty="0">
                <a:ln>
                  <a:noFill/>
                </a:ln>
                <a:solidFill>
                  <a:prstClr val="black"/>
                </a:solidFill>
                <a:effectLst/>
                <a:uLnTx/>
                <a:uFillTx/>
                <a:latin typeface="Calibri"/>
                <a:ea typeface="+mn-ea"/>
                <a:cs typeface="+mn-cs"/>
              </a:rPr>
              <a:t>client makes two changes to X, or none at all</a:t>
            </a:r>
          </a:p>
        </p:txBody>
      </p:sp>
      <p:sp>
        <p:nvSpPr>
          <p:cNvPr id="14" name="Line 15">
            <a:extLst>
              <a:ext uri="{FF2B5EF4-FFF2-40B4-BE49-F238E27FC236}">
                <a16:creationId xmlns:a16="http://schemas.microsoft.com/office/drawing/2014/main" id="{E1896121-77D8-FD42-BC74-F51FD18D8659}"/>
              </a:ext>
            </a:extLst>
          </p:cNvPr>
          <p:cNvSpPr>
            <a:spLocks noChangeShapeType="1"/>
          </p:cNvSpPr>
          <p:nvPr/>
        </p:nvSpPr>
        <p:spPr bwMode="auto">
          <a:xfrm>
            <a:off x="8211743" y="2818375"/>
            <a:ext cx="0" cy="2832100"/>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Line 16">
            <a:extLst>
              <a:ext uri="{FF2B5EF4-FFF2-40B4-BE49-F238E27FC236}">
                <a16:creationId xmlns:a16="http://schemas.microsoft.com/office/drawing/2014/main" id="{7668C468-5627-F641-A1D5-CCCD71D47636}"/>
              </a:ext>
            </a:extLst>
          </p:cNvPr>
          <p:cNvSpPr>
            <a:spLocks noChangeShapeType="1"/>
          </p:cNvSpPr>
          <p:nvPr/>
        </p:nvSpPr>
        <p:spPr bwMode="auto">
          <a:xfrm>
            <a:off x="9902430" y="2812025"/>
            <a:ext cx="0" cy="2881312"/>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Text Box 37">
            <a:extLst>
              <a:ext uri="{FF2B5EF4-FFF2-40B4-BE49-F238E27FC236}">
                <a16:creationId xmlns:a16="http://schemas.microsoft.com/office/drawing/2014/main" id="{4D29A06D-1A18-BA46-8999-A8C319B0650D}"/>
              </a:ext>
            </a:extLst>
          </p:cNvPr>
          <p:cNvSpPr txBox="1">
            <a:spLocks noChangeArrowheads="1"/>
          </p:cNvSpPr>
          <p:nvPr/>
        </p:nvSpPr>
        <p:spPr bwMode="auto">
          <a:xfrm>
            <a:off x="7986318" y="5664762"/>
            <a:ext cx="519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white">
                    <a:lumMod val="65000"/>
                  </a:prstClr>
                </a:solidFill>
                <a:effectLst/>
                <a:uLnTx/>
                <a:uFillTx/>
                <a:latin typeface="Calibri"/>
                <a:ea typeface="ＭＳ Ｐゴシック" panose="020B0600070205080204" pitchFamily="34" charset="-128"/>
                <a:cs typeface="+mn-cs"/>
              </a:rPr>
              <a:t>time</a:t>
            </a:r>
          </a:p>
        </p:txBody>
      </p:sp>
      <p:sp>
        <p:nvSpPr>
          <p:cNvPr id="35" name="Text Box 38">
            <a:extLst>
              <a:ext uri="{FF2B5EF4-FFF2-40B4-BE49-F238E27FC236}">
                <a16:creationId xmlns:a16="http://schemas.microsoft.com/office/drawing/2014/main" id="{27466D26-729A-A04F-8FFC-34F73F8EF342}"/>
              </a:ext>
            </a:extLst>
          </p:cNvPr>
          <p:cNvSpPr txBox="1">
            <a:spLocks noChangeArrowheads="1"/>
          </p:cNvSpPr>
          <p:nvPr/>
        </p:nvSpPr>
        <p:spPr bwMode="auto">
          <a:xfrm>
            <a:off x="9664305" y="5647300"/>
            <a:ext cx="5196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white">
                    <a:lumMod val="65000"/>
                  </a:prstClr>
                </a:solidFill>
                <a:effectLst/>
                <a:uLnTx/>
                <a:uFillTx/>
                <a:latin typeface="Calibri"/>
                <a:ea typeface="ＭＳ Ｐゴシック" panose="020B0600070205080204" pitchFamily="34" charset="-128"/>
                <a:cs typeface="+mn-cs"/>
              </a:rPr>
              <a:t>time</a:t>
            </a:r>
          </a:p>
        </p:txBody>
      </p:sp>
      <p:grpSp>
        <p:nvGrpSpPr>
          <p:cNvPr id="36" name="Group 43">
            <a:extLst>
              <a:ext uri="{FF2B5EF4-FFF2-40B4-BE49-F238E27FC236}">
                <a16:creationId xmlns:a16="http://schemas.microsoft.com/office/drawing/2014/main" id="{FAE9785A-4169-E940-B94F-671A4AB9F406}"/>
              </a:ext>
            </a:extLst>
          </p:cNvPr>
          <p:cNvGrpSpPr>
            <a:grpSpLocks/>
          </p:cNvGrpSpPr>
          <p:nvPr/>
        </p:nvGrpSpPr>
        <p:grpSpPr bwMode="auto">
          <a:xfrm>
            <a:off x="9702405" y="2045262"/>
            <a:ext cx="423863" cy="684213"/>
            <a:chOff x="4140" y="429"/>
            <a:chExt cx="1425" cy="2396"/>
          </a:xfrm>
        </p:grpSpPr>
        <p:sp>
          <p:nvSpPr>
            <p:cNvPr id="37" name="Freeform 44">
              <a:extLst>
                <a:ext uri="{FF2B5EF4-FFF2-40B4-BE49-F238E27FC236}">
                  <a16:creationId xmlns:a16="http://schemas.microsoft.com/office/drawing/2014/main" id="{6CED6B20-429D-A742-A5A8-C560D22732CD}"/>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 name="Rectangle 45">
              <a:extLst>
                <a:ext uri="{FF2B5EF4-FFF2-40B4-BE49-F238E27FC236}">
                  <a16:creationId xmlns:a16="http://schemas.microsoft.com/office/drawing/2014/main" id="{3217673F-28F2-7F49-B23F-A3ED64A0570B}"/>
                </a:ext>
              </a:extLst>
            </p:cNvPr>
            <p:cNvSpPr>
              <a:spLocks noChangeArrowheads="1"/>
            </p:cNvSpPr>
            <p:nvPr/>
          </p:nvSpPr>
          <p:spPr bwMode="auto">
            <a:xfrm>
              <a:off x="4204" y="429"/>
              <a:ext cx="1051"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9" name="Freeform 46">
              <a:extLst>
                <a:ext uri="{FF2B5EF4-FFF2-40B4-BE49-F238E27FC236}">
                  <a16:creationId xmlns:a16="http://schemas.microsoft.com/office/drawing/2014/main" id="{2C8F4947-7476-8140-9308-A091DA12515A}"/>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 name="Freeform 47">
              <a:extLst>
                <a:ext uri="{FF2B5EF4-FFF2-40B4-BE49-F238E27FC236}">
                  <a16:creationId xmlns:a16="http://schemas.microsoft.com/office/drawing/2014/main" id="{C324215D-D2F8-D640-866A-AD06AEA388E7}"/>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 name="Rectangle 48">
              <a:extLst>
                <a:ext uri="{FF2B5EF4-FFF2-40B4-BE49-F238E27FC236}">
                  <a16:creationId xmlns:a16="http://schemas.microsoft.com/office/drawing/2014/main" id="{AF16B93D-625D-BF47-B9C3-3122406F6C90}"/>
                </a:ext>
              </a:extLst>
            </p:cNvPr>
            <p:cNvSpPr>
              <a:spLocks noChangeArrowheads="1"/>
            </p:cNvSpPr>
            <p:nvPr/>
          </p:nvSpPr>
          <p:spPr bwMode="auto">
            <a:xfrm>
              <a:off x="4209" y="690"/>
              <a:ext cx="598"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42" name="Group 49">
              <a:extLst>
                <a:ext uri="{FF2B5EF4-FFF2-40B4-BE49-F238E27FC236}">
                  <a16:creationId xmlns:a16="http://schemas.microsoft.com/office/drawing/2014/main" id="{E5823F1D-E46B-E542-BA9A-BE7B2ADB2B86}"/>
                </a:ext>
              </a:extLst>
            </p:cNvPr>
            <p:cNvGrpSpPr>
              <a:grpSpLocks/>
            </p:cNvGrpSpPr>
            <p:nvPr/>
          </p:nvGrpSpPr>
          <p:grpSpPr bwMode="auto">
            <a:xfrm>
              <a:off x="4749" y="668"/>
              <a:ext cx="581" cy="145"/>
              <a:chOff x="614" y="2568"/>
              <a:chExt cx="725" cy="139"/>
            </a:xfrm>
          </p:grpSpPr>
          <p:sp>
            <p:nvSpPr>
              <p:cNvPr id="67" name="AutoShape 50">
                <a:extLst>
                  <a:ext uri="{FF2B5EF4-FFF2-40B4-BE49-F238E27FC236}">
                    <a16:creationId xmlns:a16="http://schemas.microsoft.com/office/drawing/2014/main" id="{5EDFB4BA-9ECC-1D4B-9DE1-6892D81BDDEF}"/>
                  </a:ext>
                </a:extLst>
              </p:cNvPr>
              <p:cNvSpPr>
                <a:spLocks noChangeArrowheads="1"/>
              </p:cNvSpPr>
              <p:nvPr/>
            </p:nvSpPr>
            <p:spPr bwMode="auto">
              <a:xfrm>
                <a:off x="613" y="2568"/>
                <a:ext cx="726"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8" name="AutoShape 51">
                <a:extLst>
                  <a:ext uri="{FF2B5EF4-FFF2-40B4-BE49-F238E27FC236}">
                    <a16:creationId xmlns:a16="http://schemas.microsoft.com/office/drawing/2014/main" id="{322B0365-5AB5-FB41-8CFB-D0A89CDC6CD0}"/>
                  </a:ext>
                </a:extLst>
              </p:cNvPr>
              <p:cNvSpPr>
                <a:spLocks noChangeArrowheads="1"/>
              </p:cNvSpPr>
              <p:nvPr/>
            </p:nvSpPr>
            <p:spPr bwMode="auto">
              <a:xfrm>
                <a:off x="627" y="2584"/>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43" name="Rectangle 52">
              <a:extLst>
                <a:ext uri="{FF2B5EF4-FFF2-40B4-BE49-F238E27FC236}">
                  <a16:creationId xmlns:a16="http://schemas.microsoft.com/office/drawing/2014/main" id="{29C26A51-8119-1C45-B765-0A6FDC420497}"/>
                </a:ext>
              </a:extLst>
            </p:cNvPr>
            <p:cNvSpPr>
              <a:spLocks noChangeArrowheads="1"/>
            </p:cNvSpPr>
            <p:nvPr/>
          </p:nvSpPr>
          <p:spPr bwMode="auto">
            <a:xfrm>
              <a:off x="4225" y="1018"/>
              <a:ext cx="592"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44" name="Group 53">
              <a:extLst>
                <a:ext uri="{FF2B5EF4-FFF2-40B4-BE49-F238E27FC236}">
                  <a16:creationId xmlns:a16="http://schemas.microsoft.com/office/drawing/2014/main" id="{A0E07450-02B5-944A-993E-ED4E720D6C10}"/>
                </a:ext>
              </a:extLst>
            </p:cNvPr>
            <p:cNvGrpSpPr>
              <a:grpSpLocks/>
            </p:cNvGrpSpPr>
            <p:nvPr/>
          </p:nvGrpSpPr>
          <p:grpSpPr bwMode="auto">
            <a:xfrm>
              <a:off x="4747" y="994"/>
              <a:ext cx="581" cy="134"/>
              <a:chOff x="614" y="2568"/>
              <a:chExt cx="725" cy="139"/>
            </a:xfrm>
          </p:grpSpPr>
          <p:sp>
            <p:nvSpPr>
              <p:cNvPr id="65" name="AutoShape 54">
                <a:extLst>
                  <a:ext uri="{FF2B5EF4-FFF2-40B4-BE49-F238E27FC236}">
                    <a16:creationId xmlns:a16="http://schemas.microsoft.com/office/drawing/2014/main" id="{B895EECE-8814-364B-ABEF-BDFDB5B6907F}"/>
                  </a:ext>
                </a:extLst>
              </p:cNvPr>
              <p:cNvSpPr>
                <a:spLocks noChangeArrowheads="1"/>
              </p:cNvSpPr>
              <p:nvPr/>
            </p:nvSpPr>
            <p:spPr bwMode="auto">
              <a:xfrm>
                <a:off x="616" y="2570"/>
                <a:ext cx="726"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6" name="AutoShape 55">
                <a:extLst>
                  <a:ext uri="{FF2B5EF4-FFF2-40B4-BE49-F238E27FC236}">
                    <a16:creationId xmlns:a16="http://schemas.microsoft.com/office/drawing/2014/main" id="{19862CEA-43CD-F949-9939-14C77DA0F5D1}"/>
                  </a:ext>
                </a:extLst>
              </p:cNvPr>
              <p:cNvSpPr>
                <a:spLocks noChangeArrowheads="1"/>
              </p:cNvSpPr>
              <p:nvPr/>
            </p:nvSpPr>
            <p:spPr bwMode="auto">
              <a:xfrm>
                <a:off x="629" y="2587"/>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45" name="Rectangle 56">
              <a:extLst>
                <a:ext uri="{FF2B5EF4-FFF2-40B4-BE49-F238E27FC236}">
                  <a16:creationId xmlns:a16="http://schemas.microsoft.com/office/drawing/2014/main" id="{AF3B098B-3C77-8047-942A-938B768ECD31}"/>
                </a:ext>
              </a:extLst>
            </p:cNvPr>
            <p:cNvSpPr>
              <a:spLocks noChangeArrowheads="1"/>
            </p:cNvSpPr>
            <p:nvPr/>
          </p:nvSpPr>
          <p:spPr bwMode="auto">
            <a:xfrm>
              <a:off x="4215" y="1357"/>
              <a:ext cx="598"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6" name="Rectangle 57">
              <a:extLst>
                <a:ext uri="{FF2B5EF4-FFF2-40B4-BE49-F238E27FC236}">
                  <a16:creationId xmlns:a16="http://schemas.microsoft.com/office/drawing/2014/main" id="{B55EF1A5-9C91-874D-A21C-9283813B9454}"/>
                </a:ext>
              </a:extLst>
            </p:cNvPr>
            <p:cNvSpPr>
              <a:spLocks noChangeArrowheads="1"/>
            </p:cNvSpPr>
            <p:nvPr/>
          </p:nvSpPr>
          <p:spPr bwMode="auto">
            <a:xfrm>
              <a:off x="4225" y="1658"/>
              <a:ext cx="598"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47" name="Group 58">
              <a:extLst>
                <a:ext uri="{FF2B5EF4-FFF2-40B4-BE49-F238E27FC236}">
                  <a16:creationId xmlns:a16="http://schemas.microsoft.com/office/drawing/2014/main" id="{4BE447F1-4065-604D-9C52-935316AF9073}"/>
                </a:ext>
              </a:extLst>
            </p:cNvPr>
            <p:cNvGrpSpPr>
              <a:grpSpLocks/>
            </p:cNvGrpSpPr>
            <p:nvPr/>
          </p:nvGrpSpPr>
          <p:grpSpPr bwMode="auto">
            <a:xfrm>
              <a:off x="4735" y="1627"/>
              <a:ext cx="582" cy="151"/>
              <a:chOff x="614" y="2568"/>
              <a:chExt cx="725" cy="139"/>
            </a:xfrm>
          </p:grpSpPr>
          <p:sp>
            <p:nvSpPr>
              <p:cNvPr id="63" name="AutoShape 59">
                <a:extLst>
                  <a:ext uri="{FF2B5EF4-FFF2-40B4-BE49-F238E27FC236}">
                    <a16:creationId xmlns:a16="http://schemas.microsoft.com/office/drawing/2014/main" id="{B6AF28E0-3DFD-B648-BA8B-C954368CED3E}"/>
                  </a:ext>
                </a:extLst>
              </p:cNvPr>
              <p:cNvSpPr>
                <a:spLocks noChangeArrowheads="1"/>
              </p:cNvSpPr>
              <p:nvPr/>
            </p:nvSpPr>
            <p:spPr bwMode="auto">
              <a:xfrm>
                <a:off x="611" y="2581"/>
                <a:ext cx="731" cy="12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4" name="AutoShape 60">
                <a:extLst>
                  <a:ext uri="{FF2B5EF4-FFF2-40B4-BE49-F238E27FC236}">
                    <a16:creationId xmlns:a16="http://schemas.microsoft.com/office/drawing/2014/main" id="{CD352178-7C9F-9247-ADEE-3A9C5EEDD12B}"/>
                  </a:ext>
                </a:extLst>
              </p:cNvPr>
              <p:cNvSpPr>
                <a:spLocks noChangeArrowheads="1"/>
              </p:cNvSpPr>
              <p:nvPr/>
            </p:nvSpPr>
            <p:spPr bwMode="auto">
              <a:xfrm>
                <a:off x="624" y="2586"/>
                <a:ext cx="698"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48" name="Freeform 61">
              <a:extLst>
                <a:ext uri="{FF2B5EF4-FFF2-40B4-BE49-F238E27FC236}">
                  <a16:creationId xmlns:a16="http://schemas.microsoft.com/office/drawing/2014/main" id="{167E2C73-34F7-5443-B80D-3E31BC266850}"/>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49" name="Group 62">
              <a:extLst>
                <a:ext uri="{FF2B5EF4-FFF2-40B4-BE49-F238E27FC236}">
                  <a16:creationId xmlns:a16="http://schemas.microsoft.com/office/drawing/2014/main" id="{FD3C1C1A-4BE2-8A4D-B7D1-6FE82CCD5E7C}"/>
                </a:ext>
              </a:extLst>
            </p:cNvPr>
            <p:cNvGrpSpPr>
              <a:grpSpLocks/>
            </p:cNvGrpSpPr>
            <p:nvPr/>
          </p:nvGrpSpPr>
          <p:grpSpPr bwMode="auto">
            <a:xfrm>
              <a:off x="4739" y="1327"/>
              <a:ext cx="582" cy="139"/>
              <a:chOff x="614" y="2568"/>
              <a:chExt cx="725" cy="139"/>
            </a:xfrm>
          </p:grpSpPr>
          <p:sp>
            <p:nvSpPr>
              <p:cNvPr id="61" name="AutoShape 63">
                <a:extLst>
                  <a:ext uri="{FF2B5EF4-FFF2-40B4-BE49-F238E27FC236}">
                    <a16:creationId xmlns:a16="http://schemas.microsoft.com/office/drawing/2014/main" id="{37F891D2-79F1-BA40-9E94-2CB7F92C3A86}"/>
                  </a:ext>
                </a:extLst>
              </p:cNvPr>
              <p:cNvSpPr>
                <a:spLocks noChangeArrowheads="1"/>
              </p:cNvSpPr>
              <p:nvPr/>
            </p:nvSpPr>
            <p:spPr bwMode="auto">
              <a:xfrm>
                <a:off x="612" y="257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2" name="AutoShape 64">
                <a:extLst>
                  <a:ext uri="{FF2B5EF4-FFF2-40B4-BE49-F238E27FC236}">
                    <a16:creationId xmlns:a16="http://schemas.microsoft.com/office/drawing/2014/main" id="{A6F14F93-50F0-1D44-A328-C58C4810E50F}"/>
                  </a:ext>
                </a:extLst>
              </p:cNvPr>
              <p:cNvSpPr>
                <a:spLocks noChangeArrowheads="1"/>
              </p:cNvSpPr>
              <p:nvPr/>
            </p:nvSpPr>
            <p:spPr bwMode="auto">
              <a:xfrm>
                <a:off x="626" y="2587"/>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50" name="Rectangle 65">
              <a:extLst>
                <a:ext uri="{FF2B5EF4-FFF2-40B4-BE49-F238E27FC236}">
                  <a16:creationId xmlns:a16="http://schemas.microsoft.com/office/drawing/2014/main" id="{002C4B61-E0A4-9947-A2B8-C5E4A183D589}"/>
                </a:ext>
              </a:extLst>
            </p:cNvPr>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1" name="Freeform 66">
              <a:extLst>
                <a:ext uri="{FF2B5EF4-FFF2-40B4-BE49-F238E27FC236}">
                  <a16:creationId xmlns:a16="http://schemas.microsoft.com/office/drawing/2014/main" id="{03750C04-4651-264E-A820-846CC991E1DC}"/>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2" name="Freeform 67">
              <a:extLst>
                <a:ext uri="{FF2B5EF4-FFF2-40B4-BE49-F238E27FC236}">
                  <a16:creationId xmlns:a16="http://schemas.microsoft.com/office/drawing/2014/main" id="{8FAC3F30-F8EF-E042-AB16-84DEBD8CDD05}"/>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3" name="Oval 68">
              <a:extLst>
                <a:ext uri="{FF2B5EF4-FFF2-40B4-BE49-F238E27FC236}">
                  <a16:creationId xmlns:a16="http://schemas.microsoft.com/office/drawing/2014/main" id="{0AC7D83A-6568-AE4B-9387-52663F18F9CB}"/>
                </a:ext>
              </a:extLst>
            </p:cNvPr>
            <p:cNvSpPr>
              <a:spLocks noChangeArrowheads="1"/>
            </p:cNvSpPr>
            <p:nvPr/>
          </p:nvSpPr>
          <p:spPr bwMode="auto">
            <a:xfrm>
              <a:off x="5517" y="2614"/>
              <a:ext cx="48"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4" name="Freeform 69">
              <a:extLst>
                <a:ext uri="{FF2B5EF4-FFF2-40B4-BE49-F238E27FC236}">
                  <a16:creationId xmlns:a16="http://schemas.microsoft.com/office/drawing/2014/main" id="{1F36BF90-AD45-4E43-863B-F70935197C48}"/>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5" name="AutoShape 70">
              <a:extLst>
                <a:ext uri="{FF2B5EF4-FFF2-40B4-BE49-F238E27FC236}">
                  <a16:creationId xmlns:a16="http://schemas.microsoft.com/office/drawing/2014/main" id="{F5B54DD4-D0E2-AF41-9405-9DCDB2D7E8B8}"/>
                </a:ext>
              </a:extLst>
            </p:cNvPr>
            <p:cNvSpPr>
              <a:spLocks noChangeArrowheads="1"/>
            </p:cNvSpPr>
            <p:nvPr/>
          </p:nvSpPr>
          <p:spPr bwMode="auto">
            <a:xfrm>
              <a:off x="4140" y="2680"/>
              <a:ext cx="1201" cy="145"/>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6" name="AutoShape 71">
              <a:extLst>
                <a:ext uri="{FF2B5EF4-FFF2-40B4-BE49-F238E27FC236}">
                  <a16:creationId xmlns:a16="http://schemas.microsoft.com/office/drawing/2014/main" id="{23D73537-49F7-C342-B924-696A08B3BDD9}"/>
                </a:ext>
              </a:extLst>
            </p:cNvPr>
            <p:cNvSpPr>
              <a:spLocks noChangeArrowheads="1"/>
            </p:cNvSpPr>
            <p:nvPr/>
          </p:nvSpPr>
          <p:spPr bwMode="auto">
            <a:xfrm>
              <a:off x="4204" y="2708"/>
              <a:ext cx="1073"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7" name="Oval 72">
              <a:extLst>
                <a:ext uri="{FF2B5EF4-FFF2-40B4-BE49-F238E27FC236}">
                  <a16:creationId xmlns:a16="http://schemas.microsoft.com/office/drawing/2014/main" id="{BC45042D-B8F2-A44D-9D8F-FC3BBA5D975A}"/>
                </a:ext>
              </a:extLst>
            </p:cNvPr>
            <p:cNvSpPr>
              <a:spLocks noChangeArrowheads="1"/>
            </p:cNvSpPr>
            <p:nvPr/>
          </p:nvSpPr>
          <p:spPr bwMode="auto">
            <a:xfrm>
              <a:off x="4305" y="2380"/>
              <a:ext cx="160"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8" name="Oval 73">
              <a:extLst>
                <a:ext uri="{FF2B5EF4-FFF2-40B4-BE49-F238E27FC236}">
                  <a16:creationId xmlns:a16="http://schemas.microsoft.com/office/drawing/2014/main" id="{B9F22805-FC3E-6544-AABA-20E89AF95906}"/>
                </a:ext>
              </a:extLst>
            </p:cNvPr>
            <p:cNvSpPr>
              <a:spLocks noChangeArrowheads="1"/>
            </p:cNvSpPr>
            <p:nvPr/>
          </p:nvSpPr>
          <p:spPr bwMode="auto">
            <a:xfrm>
              <a:off x="4487" y="2386"/>
              <a:ext cx="160" cy="139"/>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Arial" panose="020B0604020202020204" pitchFamily="34" charset="0"/>
              </a:endParaRPr>
            </a:p>
          </p:txBody>
        </p:sp>
        <p:sp>
          <p:nvSpPr>
            <p:cNvPr id="59" name="Oval 74">
              <a:extLst>
                <a:ext uri="{FF2B5EF4-FFF2-40B4-BE49-F238E27FC236}">
                  <a16:creationId xmlns:a16="http://schemas.microsoft.com/office/drawing/2014/main" id="{EB68854B-BAC2-D941-B3A2-A5819DC3E9EC}"/>
                </a:ext>
              </a:extLst>
            </p:cNvPr>
            <p:cNvSpPr>
              <a:spLocks noChangeArrowheads="1"/>
            </p:cNvSpPr>
            <p:nvPr/>
          </p:nvSpPr>
          <p:spPr bwMode="auto">
            <a:xfrm>
              <a:off x="4663" y="2380"/>
              <a:ext cx="155"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0" name="Rectangle 75">
              <a:extLst>
                <a:ext uri="{FF2B5EF4-FFF2-40B4-BE49-F238E27FC236}">
                  <a16:creationId xmlns:a16="http://schemas.microsoft.com/office/drawing/2014/main" id="{D02DEB6D-1661-D243-AA4D-D82ACE64AE4F}"/>
                </a:ext>
              </a:extLst>
            </p:cNvPr>
            <p:cNvSpPr>
              <a:spLocks noChangeArrowheads="1"/>
            </p:cNvSpPr>
            <p:nvPr/>
          </p:nvSpPr>
          <p:spPr bwMode="auto">
            <a:xfrm>
              <a:off x="5063" y="1835"/>
              <a:ext cx="85" cy="762"/>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grpSp>
        <p:nvGrpSpPr>
          <p:cNvPr id="69" name="Group 76">
            <a:extLst>
              <a:ext uri="{FF2B5EF4-FFF2-40B4-BE49-F238E27FC236}">
                <a16:creationId xmlns:a16="http://schemas.microsoft.com/office/drawing/2014/main" id="{DCF55C78-47F8-BB4D-B7DC-932793317724}"/>
              </a:ext>
            </a:extLst>
          </p:cNvPr>
          <p:cNvGrpSpPr>
            <a:grpSpLocks/>
          </p:cNvGrpSpPr>
          <p:nvPr/>
        </p:nvGrpSpPr>
        <p:grpSpPr bwMode="auto">
          <a:xfrm>
            <a:off x="7700568" y="2067487"/>
            <a:ext cx="698500" cy="709613"/>
            <a:chOff x="-44" y="1473"/>
            <a:chExt cx="981" cy="1105"/>
          </a:xfrm>
        </p:grpSpPr>
        <p:pic>
          <p:nvPicPr>
            <p:cNvPr id="70" name="Picture 77" descr="desktop_computer_stylized_medium">
              <a:extLst>
                <a:ext uri="{FF2B5EF4-FFF2-40B4-BE49-F238E27FC236}">
                  <a16:creationId xmlns:a16="http://schemas.microsoft.com/office/drawing/2014/main" id="{DA88C7F5-3379-274A-B44E-AF12E56C27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Freeform 78">
              <a:extLst>
                <a:ext uri="{FF2B5EF4-FFF2-40B4-BE49-F238E27FC236}">
                  <a16:creationId xmlns:a16="http://schemas.microsoft.com/office/drawing/2014/main" id="{FAA003F1-DCEB-8040-A71C-4C8DD7155DD5}"/>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25" name="Group 124">
            <a:extLst>
              <a:ext uri="{FF2B5EF4-FFF2-40B4-BE49-F238E27FC236}">
                <a16:creationId xmlns:a16="http://schemas.microsoft.com/office/drawing/2014/main" id="{E2F7DE24-824D-8B4E-BB5F-5FEDF024EC8E}"/>
              </a:ext>
            </a:extLst>
          </p:cNvPr>
          <p:cNvGrpSpPr/>
          <p:nvPr/>
        </p:nvGrpSpPr>
        <p:grpSpPr>
          <a:xfrm>
            <a:off x="8211743" y="3942941"/>
            <a:ext cx="1673225" cy="337184"/>
            <a:chOff x="8211743" y="3942941"/>
            <a:chExt cx="1673225" cy="337184"/>
          </a:xfrm>
        </p:grpSpPr>
        <p:sp>
          <p:nvSpPr>
            <p:cNvPr id="77" name="Line 18">
              <a:extLst>
                <a:ext uri="{FF2B5EF4-FFF2-40B4-BE49-F238E27FC236}">
                  <a16:creationId xmlns:a16="http://schemas.microsoft.com/office/drawing/2014/main" id="{3D07B504-4294-484D-A15A-873F55BFA7A5}"/>
                </a:ext>
              </a:extLst>
            </p:cNvPr>
            <p:cNvSpPr>
              <a:spLocks noChangeShapeType="1"/>
            </p:cNvSpPr>
            <p:nvPr/>
          </p:nvSpPr>
          <p:spPr bwMode="auto">
            <a:xfrm flipH="1">
              <a:off x="8211743" y="3942941"/>
              <a:ext cx="1673225" cy="242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8" name="TextBox 77">
              <a:extLst>
                <a:ext uri="{FF2B5EF4-FFF2-40B4-BE49-F238E27FC236}">
                  <a16:creationId xmlns:a16="http://schemas.microsoft.com/office/drawing/2014/main" id="{DC44DF33-D418-CB41-BFC5-96705F979CCC}"/>
                </a:ext>
              </a:extLst>
            </p:cNvPr>
            <p:cNvSpPr txBox="1"/>
            <p:nvPr/>
          </p:nvSpPr>
          <p:spPr>
            <a:xfrm rot="21106037">
              <a:off x="9382305" y="3972348"/>
              <a:ext cx="46205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OK</a:t>
              </a:r>
              <a:endParaRPr kumimoji="0" lang="en-US" sz="1400" b="0" i="1"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27" name="Group 126">
            <a:extLst>
              <a:ext uri="{FF2B5EF4-FFF2-40B4-BE49-F238E27FC236}">
                <a16:creationId xmlns:a16="http://schemas.microsoft.com/office/drawing/2014/main" id="{9C6582D8-E5C3-E94C-91FA-DD082657187F}"/>
              </a:ext>
            </a:extLst>
          </p:cNvPr>
          <p:cNvGrpSpPr/>
          <p:nvPr/>
        </p:nvGrpSpPr>
        <p:grpSpPr>
          <a:xfrm>
            <a:off x="8220565" y="4654247"/>
            <a:ext cx="1673225" cy="307777"/>
            <a:chOff x="8220565" y="4654247"/>
            <a:chExt cx="1673225" cy="307777"/>
          </a:xfrm>
        </p:grpSpPr>
        <p:sp>
          <p:nvSpPr>
            <p:cNvPr id="82" name="Line 18">
              <a:extLst>
                <a:ext uri="{FF2B5EF4-FFF2-40B4-BE49-F238E27FC236}">
                  <a16:creationId xmlns:a16="http://schemas.microsoft.com/office/drawing/2014/main" id="{4C9BF12C-724F-3C4B-9FC7-C0EB27409192}"/>
                </a:ext>
              </a:extLst>
            </p:cNvPr>
            <p:cNvSpPr>
              <a:spLocks noChangeShapeType="1"/>
            </p:cNvSpPr>
            <p:nvPr/>
          </p:nvSpPr>
          <p:spPr bwMode="auto">
            <a:xfrm flipH="1">
              <a:off x="8220565" y="4655320"/>
              <a:ext cx="1673225" cy="242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3" name="TextBox 82">
              <a:extLst>
                <a:ext uri="{FF2B5EF4-FFF2-40B4-BE49-F238E27FC236}">
                  <a16:creationId xmlns:a16="http://schemas.microsoft.com/office/drawing/2014/main" id="{DF7DB85B-1569-344D-AC0D-B969F2CD0B87}"/>
                </a:ext>
              </a:extLst>
            </p:cNvPr>
            <p:cNvSpPr txBox="1"/>
            <p:nvPr/>
          </p:nvSpPr>
          <p:spPr>
            <a:xfrm rot="21106037">
              <a:off x="9360647" y="4654247"/>
              <a:ext cx="46205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OK</a:t>
              </a:r>
              <a:endParaRPr kumimoji="0" lang="en-US" sz="1400" b="0" i="1"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28" name="Group 127">
            <a:extLst>
              <a:ext uri="{FF2B5EF4-FFF2-40B4-BE49-F238E27FC236}">
                <a16:creationId xmlns:a16="http://schemas.microsoft.com/office/drawing/2014/main" id="{6AAF2513-9DD5-1A4B-B41D-1AFE8BDB247D}"/>
              </a:ext>
            </a:extLst>
          </p:cNvPr>
          <p:cNvGrpSpPr/>
          <p:nvPr/>
        </p:nvGrpSpPr>
        <p:grpSpPr>
          <a:xfrm>
            <a:off x="8226030" y="4881121"/>
            <a:ext cx="1684338" cy="344172"/>
            <a:chOff x="8226030" y="4881121"/>
            <a:chExt cx="1684338" cy="344172"/>
          </a:xfrm>
        </p:grpSpPr>
        <p:sp>
          <p:nvSpPr>
            <p:cNvPr id="86" name="Line 17">
              <a:extLst>
                <a:ext uri="{FF2B5EF4-FFF2-40B4-BE49-F238E27FC236}">
                  <a16:creationId xmlns:a16="http://schemas.microsoft.com/office/drawing/2014/main" id="{33143F67-A599-EE4C-988D-1E52584BCBD9}"/>
                </a:ext>
              </a:extLst>
            </p:cNvPr>
            <p:cNvSpPr>
              <a:spLocks noChangeShapeType="1"/>
            </p:cNvSpPr>
            <p:nvPr/>
          </p:nvSpPr>
          <p:spPr bwMode="auto">
            <a:xfrm>
              <a:off x="8226030" y="4990711"/>
              <a:ext cx="1684338" cy="2345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8" name="TextBox 87">
              <a:extLst>
                <a:ext uri="{FF2B5EF4-FFF2-40B4-BE49-F238E27FC236}">
                  <a16:creationId xmlns:a16="http://schemas.microsoft.com/office/drawing/2014/main" id="{6F421034-4844-1843-9EDF-80D2D2191FFC}"/>
                </a:ext>
              </a:extLst>
            </p:cNvPr>
            <p:cNvSpPr txBox="1"/>
            <p:nvPr/>
          </p:nvSpPr>
          <p:spPr>
            <a:xfrm rot="460210">
              <a:off x="8601378" y="4881121"/>
              <a:ext cx="112698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unlock </a:t>
              </a:r>
              <a:r>
                <a:rPr kumimoji="0" lang="en-US" sz="1400" b="0" i="1" u="none" strike="noStrike" kern="1200" cap="none" spc="0" normalizeH="0" baseline="0" noProof="0" dirty="0">
                  <a:ln>
                    <a:noFill/>
                  </a:ln>
                  <a:solidFill>
                    <a:prstClr val="black"/>
                  </a:solidFill>
                  <a:effectLst/>
                  <a:uLnTx/>
                  <a:uFillTx/>
                  <a:latin typeface="Calibri"/>
                  <a:ea typeface="+mn-ea"/>
                  <a:cs typeface="+mn-cs"/>
                </a:rPr>
                <a:t>X</a:t>
              </a:r>
            </a:p>
          </p:txBody>
        </p:sp>
      </p:grpSp>
      <p:grpSp>
        <p:nvGrpSpPr>
          <p:cNvPr id="129" name="Group 128">
            <a:extLst>
              <a:ext uri="{FF2B5EF4-FFF2-40B4-BE49-F238E27FC236}">
                <a16:creationId xmlns:a16="http://schemas.microsoft.com/office/drawing/2014/main" id="{02E6B42D-EC51-CD42-8E76-639F17FF9C82}"/>
              </a:ext>
            </a:extLst>
          </p:cNvPr>
          <p:cNvGrpSpPr/>
          <p:nvPr/>
        </p:nvGrpSpPr>
        <p:grpSpPr>
          <a:xfrm>
            <a:off x="8211743" y="5253900"/>
            <a:ext cx="1673225" cy="336684"/>
            <a:chOff x="8211743" y="5253900"/>
            <a:chExt cx="1673225" cy="336684"/>
          </a:xfrm>
        </p:grpSpPr>
        <p:sp>
          <p:nvSpPr>
            <p:cNvPr id="87" name="Line 18">
              <a:extLst>
                <a:ext uri="{FF2B5EF4-FFF2-40B4-BE49-F238E27FC236}">
                  <a16:creationId xmlns:a16="http://schemas.microsoft.com/office/drawing/2014/main" id="{981C6A97-493C-1541-8F46-FB6401EE6D04}"/>
                </a:ext>
              </a:extLst>
            </p:cNvPr>
            <p:cNvSpPr>
              <a:spLocks noChangeShapeType="1"/>
            </p:cNvSpPr>
            <p:nvPr/>
          </p:nvSpPr>
          <p:spPr bwMode="auto">
            <a:xfrm flipH="1">
              <a:off x="8211743" y="5253900"/>
              <a:ext cx="1673225" cy="242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9" name="TextBox 88">
              <a:extLst>
                <a:ext uri="{FF2B5EF4-FFF2-40B4-BE49-F238E27FC236}">
                  <a16:creationId xmlns:a16="http://schemas.microsoft.com/office/drawing/2014/main" id="{4E6BC057-143C-EA4C-9758-617A540239BE}"/>
                </a:ext>
              </a:extLst>
            </p:cNvPr>
            <p:cNvSpPr txBox="1"/>
            <p:nvPr/>
          </p:nvSpPr>
          <p:spPr>
            <a:xfrm rot="21106037">
              <a:off x="9373746" y="5282807"/>
              <a:ext cx="46205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OK</a:t>
              </a:r>
              <a:endParaRPr kumimoji="0" lang="en-US" sz="1400" b="0" i="1"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30" name="Group 129">
            <a:extLst>
              <a:ext uri="{FF2B5EF4-FFF2-40B4-BE49-F238E27FC236}">
                <a16:creationId xmlns:a16="http://schemas.microsoft.com/office/drawing/2014/main" id="{812585BB-270F-6343-8338-140BA89C7E52}"/>
              </a:ext>
            </a:extLst>
          </p:cNvPr>
          <p:cNvGrpSpPr/>
          <p:nvPr/>
        </p:nvGrpSpPr>
        <p:grpSpPr>
          <a:xfrm>
            <a:off x="8226030" y="3575737"/>
            <a:ext cx="1696234" cy="338597"/>
            <a:chOff x="8226030" y="3575737"/>
            <a:chExt cx="1696234" cy="338597"/>
          </a:xfrm>
        </p:grpSpPr>
        <p:sp>
          <p:nvSpPr>
            <p:cNvPr id="76" name="Line 17">
              <a:extLst>
                <a:ext uri="{FF2B5EF4-FFF2-40B4-BE49-F238E27FC236}">
                  <a16:creationId xmlns:a16="http://schemas.microsoft.com/office/drawing/2014/main" id="{06976B72-BDF3-7C48-82E3-924EF74F53B8}"/>
                </a:ext>
              </a:extLst>
            </p:cNvPr>
            <p:cNvSpPr>
              <a:spLocks noChangeShapeType="1"/>
            </p:cNvSpPr>
            <p:nvPr/>
          </p:nvSpPr>
          <p:spPr bwMode="auto">
            <a:xfrm>
              <a:off x="8226030" y="3679752"/>
              <a:ext cx="1684338" cy="2345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9" name="TextBox 78">
              <a:extLst>
                <a:ext uri="{FF2B5EF4-FFF2-40B4-BE49-F238E27FC236}">
                  <a16:creationId xmlns:a16="http://schemas.microsoft.com/office/drawing/2014/main" id="{A7D38CDC-448B-6D46-8D67-92FCAC24452A}"/>
                </a:ext>
              </a:extLst>
            </p:cNvPr>
            <p:cNvSpPr txBox="1"/>
            <p:nvPr/>
          </p:nvSpPr>
          <p:spPr>
            <a:xfrm rot="460210">
              <a:off x="8589335" y="3575737"/>
              <a:ext cx="133292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update </a:t>
              </a:r>
              <a:r>
                <a:rPr kumimoji="0" lang="en-US" sz="1400" b="0" i="1" u="none" strike="noStrike" kern="1200" cap="none" spc="0" normalizeH="0" baseline="0" noProof="0" dirty="0">
                  <a:ln>
                    <a:noFill/>
                  </a:ln>
                  <a:solidFill>
                    <a:prstClr val="black"/>
                  </a:solidFill>
                  <a:effectLst/>
                  <a:uLnTx/>
                  <a:uFillTx/>
                  <a:latin typeface="Calibri"/>
                  <a:ea typeface="+mn-ea"/>
                  <a:cs typeface="+mn-cs"/>
                </a:rPr>
                <a:t>X      X’</a:t>
              </a:r>
            </a:p>
          </p:txBody>
        </p:sp>
        <p:cxnSp>
          <p:nvCxnSpPr>
            <p:cNvPr id="92" name="Straight Arrow Connector 91">
              <a:extLst>
                <a:ext uri="{FF2B5EF4-FFF2-40B4-BE49-F238E27FC236}">
                  <a16:creationId xmlns:a16="http://schemas.microsoft.com/office/drawing/2014/main" id="{196C1467-1B22-FD48-8EA3-AAA9DBA798B4}"/>
                </a:ext>
              </a:extLst>
            </p:cNvPr>
            <p:cNvCxnSpPr>
              <a:cxnSpLocks/>
            </p:cNvCxnSpPr>
            <p:nvPr/>
          </p:nvCxnSpPr>
          <p:spPr>
            <a:xfrm flipH="1" flipV="1">
              <a:off x="9331367" y="3750644"/>
              <a:ext cx="221806" cy="281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1" name="Group 130">
            <a:extLst>
              <a:ext uri="{FF2B5EF4-FFF2-40B4-BE49-F238E27FC236}">
                <a16:creationId xmlns:a16="http://schemas.microsoft.com/office/drawing/2014/main" id="{0BE549BD-AAEC-8444-851F-3374194952CD}"/>
              </a:ext>
            </a:extLst>
          </p:cNvPr>
          <p:cNvGrpSpPr/>
          <p:nvPr/>
        </p:nvGrpSpPr>
        <p:grpSpPr>
          <a:xfrm>
            <a:off x="8234852" y="4259764"/>
            <a:ext cx="1684338" cy="366949"/>
            <a:chOff x="8234852" y="4259764"/>
            <a:chExt cx="1684338" cy="366949"/>
          </a:xfrm>
        </p:grpSpPr>
        <p:sp>
          <p:nvSpPr>
            <p:cNvPr id="81" name="Line 17">
              <a:extLst>
                <a:ext uri="{FF2B5EF4-FFF2-40B4-BE49-F238E27FC236}">
                  <a16:creationId xmlns:a16="http://schemas.microsoft.com/office/drawing/2014/main" id="{BD9CD2B5-5BAD-F64E-ABCA-CBF632B90A4C}"/>
                </a:ext>
              </a:extLst>
            </p:cNvPr>
            <p:cNvSpPr>
              <a:spLocks noChangeShapeType="1"/>
            </p:cNvSpPr>
            <p:nvPr/>
          </p:nvSpPr>
          <p:spPr bwMode="auto">
            <a:xfrm>
              <a:off x="8234852" y="4392131"/>
              <a:ext cx="1684338" cy="2345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4" name="TextBox 83">
              <a:extLst>
                <a:ext uri="{FF2B5EF4-FFF2-40B4-BE49-F238E27FC236}">
                  <a16:creationId xmlns:a16="http://schemas.microsoft.com/office/drawing/2014/main" id="{9C94E783-4022-4840-9168-04845DD3C6E1}"/>
                </a:ext>
              </a:extLst>
            </p:cNvPr>
            <p:cNvSpPr txBox="1"/>
            <p:nvPr/>
          </p:nvSpPr>
          <p:spPr>
            <a:xfrm rot="460210">
              <a:off x="8600615" y="4259764"/>
              <a:ext cx="12570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update </a:t>
              </a:r>
              <a:r>
                <a:rPr kumimoji="0" lang="en-US" sz="1400" b="0" i="1" u="none" strike="noStrike" kern="1200" cap="none" spc="0" normalizeH="0" baseline="0" noProof="0" dirty="0">
                  <a:ln>
                    <a:noFill/>
                  </a:ln>
                  <a:solidFill>
                    <a:prstClr val="black"/>
                  </a:solidFill>
                  <a:effectLst/>
                  <a:uLnTx/>
                  <a:uFillTx/>
                  <a:latin typeface="Calibri"/>
                  <a:ea typeface="+mn-ea"/>
                  <a:cs typeface="+mn-cs"/>
                </a:rPr>
                <a:t>X      X’’</a:t>
              </a:r>
            </a:p>
          </p:txBody>
        </p:sp>
        <p:cxnSp>
          <p:nvCxnSpPr>
            <p:cNvPr id="96" name="Straight Arrow Connector 95">
              <a:extLst>
                <a:ext uri="{FF2B5EF4-FFF2-40B4-BE49-F238E27FC236}">
                  <a16:creationId xmlns:a16="http://schemas.microsoft.com/office/drawing/2014/main" id="{E91273DD-2DB7-7D46-A38E-BB2C165693F5}"/>
                </a:ext>
              </a:extLst>
            </p:cNvPr>
            <p:cNvCxnSpPr>
              <a:cxnSpLocks/>
            </p:cNvCxnSpPr>
            <p:nvPr/>
          </p:nvCxnSpPr>
          <p:spPr>
            <a:xfrm flipH="1" flipV="1">
              <a:off x="9339955" y="4436145"/>
              <a:ext cx="221806" cy="281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1" name="Group 120">
            <a:extLst>
              <a:ext uri="{FF2B5EF4-FFF2-40B4-BE49-F238E27FC236}">
                <a16:creationId xmlns:a16="http://schemas.microsoft.com/office/drawing/2014/main" id="{67AF7376-17A3-D741-91E5-0D8534607D08}"/>
              </a:ext>
            </a:extLst>
          </p:cNvPr>
          <p:cNvGrpSpPr/>
          <p:nvPr/>
        </p:nvGrpSpPr>
        <p:grpSpPr>
          <a:xfrm>
            <a:off x="8226030" y="2820539"/>
            <a:ext cx="1684338" cy="362594"/>
            <a:chOff x="8226030" y="2820539"/>
            <a:chExt cx="1684338" cy="362594"/>
          </a:xfrm>
        </p:grpSpPr>
        <p:sp>
          <p:nvSpPr>
            <p:cNvPr id="5" name="TextBox 4">
              <a:extLst>
                <a:ext uri="{FF2B5EF4-FFF2-40B4-BE49-F238E27FC236}">
                  <a16:creationId xmlns:a16="http://schemas.microsoft.com/office/drawing/2014/main" id="{0770E437-30BF-E34D-A36A-B1465B8979C1}"/>
                </a:ext>
              </a:extLst>
            </p:cNvPr>
            <p:cNvSpPr txBox="1"/>
            <p:nvPr/>
          </p:nvSpPr>
          <p:spPr>
            <a:xfrm rot="460210">
              <a:off x="8283881" y="2820539"/>
              <a:ext cx="156069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lock data record </a:t>
              </a:r>
              <a:r>
                <a:rPr kumimoji="0" lang="en-US" sz="1400" b="0" i="1" u="none" strike="noStrike" kern="1200" cap="none" spc="0" normalizeH="0" baseline="0" noProof="0" dirty="0">
                  <a:ln>
                    <a:noFill/>
                  </a:ln>
                  <a:solidFill>
                    <a:prstClr val="black"/>
                  </a:solidFill>
                  <a:effectLst/>
                  <a:uLnTx/>
                  <a:uFillTx/>
                  <a:latin typeface="Calibri"/>
                  <a:ea typeface="+mn-ea"/>
                  <a:cs typeface="+mn-cs"/>
                </a:rPr>
                <a:t>X</a:t>
              </a:r>
            </a:p>
          </p:txBody>
        </p:sp>
        <p:sp>
          <p:nvSpPr>
            <p:cNvPr id="18" name="Line 17">
              <a:extLst>
                <a:ext uri="{FF2B5EF4-FFF2-40B4-BE49-F238E27FC236}">
                  <a16:creationId xmlns:a16="http://schemas.microsoft.com/office/drawing/2014/main" id="{226EF0C1-2237-8E46-AB56-8D689EE5CD53}"/>
                </a:ext>
              </a:extLst>
            </p:cNvPr>
            <p:cNvSpPr>
              <a:spLocks noChangeShapeType="1"/>
            </p:cNvSpPr>
            <p:nvPr/>
          </p:nvSpPr>
          <p:spPr bwMode="auto">
            <a:xfrm>
              <a:off x="8226030" y="2948551"/>
              <a:ext cx="1684338" cy="2345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23" name="Group 122">
            <a:extLst>
              <a:ext uri="{FF2B5EF4-FFF2-40B4-BE49-F238E27FC236}">
                <a16:creationId xmlns:a16="http://schemas.microsoft.com/office/drawing/2014/main" id="{6D140EC4-5DA8-F040-BC23-C3A90A90AE49}"/>
              </a:ext>
            </a:extLst>
          </p:cNvPr>
          <p:cNvGrpSpPr/>
          <p:nvPr/>
        </p:nvGrpSpPr>
        <p:grpSpPr>
          <a:xfrm>
            <a:off x="8211743" y="3211740"/>
            <a:ext cx="1673225" cy="326272"/>
            <a:chOff x="8211743" y="3211740"/>
            <a:chExt cx="1673225" cy="326272"/>
          </a:xfrm>
        </p:grpSpPr>
        <p:sp>
          <p:nvSpPr>
            <p:cNvPr id="20" name="Line 18">
              <a:extLst>
                <a:ext uri="{FF2B5EF4-FFF2-40B4-BE49-F238E27FC236}">
                  <a16:creationId xmlns:a16="http://schemas.microsoft.com/office/drawing/2014/main" id="{C78912E7-84E1-824B-B855-60DAC36E529C}"/>
                </a:ext>
              </a:extLst>
            </p:cNvPr>
            <p:cNvSpPr>
              <a:spLocks noChangeShapeType="1"/>
            </p:cNvSpPr>
            <p:nvPr/>
          </p:nvSpPr>
          <p:spPr bwMode="auto">
            <a:xfrm flipH="1">
              <a:off x="8211743" y="3211740"/>
              <a:ext cx="1673225" cy="242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4" name="TextBox 73">
              <a:extLst>
                <a:ext uri="{FF2B5EF4-FFF2-40B4-BE49-F238E27FC236}">
                  <a16:creationId xmlns:a16="http://schemas.microsoft.com/office/drawing/2014/main" id="{839CDE70-7C81-BB40-B7E7-D376841A3505}"/>
                </a:ext>
              </a:extLst>
            </p:cNvPr>
            <p:cNvSpPr txBox="1"/>
            <p:nvPr/>
          </p:nvSpPr>
          <p:spPr>
            <a:xfrm rot="21106037">
              <a:off x="9368027" y="3230235"/>
              <a:ext cx="46205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OK</a:t>
              </a:r>
              <a:endParaRPr kumimoji="0" lang="en-US" sz="1400" b="0" i="1"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22" name="Group 121">
            <a:extLst>
              <a:ext uri="{FF2B5EF4-FFF2-40B4-BE49-F238E27FC236}">
                <a16:creationId xmlns:a16="http://schemas.microsoft.com/office/drawing/2014/main" id="{3FE3FF41-4F60-4C4F-85AB-4CC4494FF63A}"/>
              </a:ext>
            </a:extLst>
          </p:cNvPr>
          <p:cNvGrpSpPr/>
          <p:nvPr/>
        </p:nvGrpSpPr>
        <p:grpSpPr>
          <a:xfrm>
            <a:off x="10136156" y="2957082"/>
            <a:ext cx="522425" cy="400110"/>
            <a:chOff x="10136156" y="2957082"/>
            <a:chExt cx="522425" cy="400110"/>
          </a:xfrm>
        </p:grpSpPr>
        <p:sp>
          <p:nvSpPr>
            <p:cNvPr id="91" name="AutoShape 327">
              <a:extLst>
                <a:ext uri="{FF2B5EF4-FFF2-40B4-BE49-F238E27FC236}">
                  <a16:creationId xmlns:a16="http://schemas.microsoft.com/office/drawing/2014/main" id="{819E3430-D00B-DE4A-BF76-DA4F707FA9D4}"/>
                </a:ext>
              </a:extLst>
            </p:cNvPr>
            <p:cNvSpPr>
              <a:spLocks noChangeArrowheads="1"/>
            </p:cNvSpPr>
            <p:nvPr/>
          </p:nvSpPr>
          <p:spPr bwMode="auto">
            <a:xfrm>
              <a:off x="10138333" y="2957082"/>
              <a:ext cx="510086" cy="400110"/>
            </a:xfrm>
            <a:prstGeom prst="can">
              <a:avLst>
                <a:gd name="adj" fmla="val 31004"/>
              </a:avLst>
            </a:prstGeom>
            <a:gradFill rotWithShape="1">
              <a:gsLst>
                <a:gs pos="0">
                  <a:schemeClr val="accent5">
                    <a:lumMod val="75000"/>
                  </a:schemeClr>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97" name="TextBox 96">
              <a:extLst>
                <a:ext uri="{FF2B5EF4-FFF2-40B4-BE49-F238E27FC236}">
                  <a16:creationId xmlns:a16="http://schemas.microsoft.com/office/drawing/2014/main" id="{9A7AE3A8-B4B7-5D45-9040-2EECD223536E}"/>
                </a:ext>
              </a:extLst>
            </p:cNvPr>
            <p:cNvSpPr txBox="1"/>
            <p:nvPr/>
          </p:nvSpPr>
          <p:spPr>
            <a:xfrm>
              <a:off x="10364121" y="3049415"/>
              <a:ext cx="29446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Calibri"/>
                  <a:ea typeface="+mn-ea"/>
                  <a:cs typeface="+mn-cs"/>
                </a:rPr>
                <a:t>X</a:t>
              </a:r>
            </a:p>
          </p:txBody>
        </p:sp>
        <p:pic>
          <p:nvPicPr>
            <p:cNvPr id="101" name="Picture 100">
              <a:extLst>
                <a:ext uri="{FF2B5EF4-FFF2-40B4-BE49-F238E27FC236}">
                  <a16:creationId xmlns:a16="http://schemas.microsoft.com/office/drawing/2014/main" id="{E64171ED-8243-0748-A18D-E9E66AB8CC64}"/>
                </a:ext>
              </a:extLst>
            </p:cNvPr>
            <p:cNvPicPr>
              <a:picLocks noChangeAspect="1"/>
            </p:cNvPicPr>
            <p:nvPr/>
          </p:nvPicPr>
          <p:blipFill>
            <a:blip r:embed="rId4"/>
            <a:stretch>
              <a:fillRect/>
            </a:stretch>
          </p:blipFill>
          <p:spPr>
            <a:xfrm>
              <a:off x="10136156" y="2995160"/>
              <a:ext cx="307778" cy="307778"/>
            </a:xfrm>
            <a:prstGeom prst="rect">
              <a:avLst/>
            </a:prstGeom>
          </p:spPr>
        </p:pic>
      </p:grpSp>
      <p:sp>
        <p:nvSpPr>
          <p:cNvPr id="102" name="AutoShape 327">
            <a:extLst>
              <a:ext uri="{FF2B5EF4-FFF2-40B4-BE49-F238E27FC236}">
                <a16:creationId xmlns:a16="http://schemas.microsoft.com/office/drawing/2014/main" id="{94D2C5FA-36D2-234A-8CDE-D9DE43DC6B37}"/>
              </a:ext>
            </a:extLst>
          </p:cNvPr>
          <p:cNvSpPr>
            <a:spLocks noChangeArrowheads="1"/>
          </p:cNvSpPr>
          <p:nvPr/>
        </p:nvSpPr>
        <p:spPr bwMode="auto">
          <a:xfrm>
            <a:off x="10157378" y="2195369"/>
            <a:ext cx="510086" cy="400110"/>
          </a:xfrm>
          <a:prstGeom prst="can">
            <a:avLst>
              <a:gd name="adj" fmla="val 31004"/>
            </a:avLst>
          </a:prstGeom>
          <a:gradFill rotWithShape="1">
            <a:gsLst>
              <a:gs pos="0">
                <a:schemeClr val="accent5">
                  <a:lumMod val="75000"/>
                </a:schemeClr>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03" name="TextBox 102">
            <a:extLst>
              <a:ext uri="{FF2B5EF4-FFF2-40B4-BE49-F238E27FC236}">
                <a16:creationId xmlns:a16="http://schemas.microsoft.com/office/drawing/2014/main" id="{0E67923B-2554-D94F-98BF-5970F66E0A80}"/>
              </a:ext>
            </a:extLst>
          </p:cNvPr>
          <p:cNvSpPr txBox="1"/>
          <p:nvPr/>
        </p:nvSpPr>
        <p:spPr>
          <a:xfrm>
            <a:off x="10383166" y="2287702"/>
            <a:ext cx="29446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Calibri"/>
                <a:ea typeface="+mn-ea"/>
                <a:cs typeface="+mn-cs"/>
              </a:rPr>
              <a:t>X</a:t>
            </a:r>
          </a:p>
        </p:txBody>
      </p:sp>
      <p:grpSp>
        <p:nvGrpSpPr>
          <p:cNvPr id="106" name="Group 105">
            <a:extLst>
              <a:ext uri="{FF2B5EF4-FFF2-40B4-BE49-F238E27FC236}">
                <a16:creationId xmlns:a16="http://schemas.microsoft.com/office/drawing/2014/main" id="{2B5B74FE-39C8-5B43-9432-6DE5518154FD}"/>
              </a:ext>
            </a:extLst>
          </p:cNvPr>
          <p:cNvGrpSpPr/>
          <p:nvPr/>
        </p:nvGrpSpPr>
        <p:grpSpPr>
          <a:xfrm>
            <a:off x="10132163" y="3702128"/>
            <a:ext cx="592569" cy="400110"/>
            <a:chOff x="10136156" y="2957082"/>
            <a:chExt cx="592569" cy="400110"/>
          </a:xfrm>
        </p:grpSpPr>
        <p:sp>
          <p:nvSpPr>
            <p:cNvPr id="107" name="AutoShape 327">
              <a:extLst>
                <a:ext uri="{FF2B5EF4-FFF2-40B4-BE49-F238E27FC236}">
                  <a16:creationId xmlns:a16="http://schemas.microsoft.com/office/drawing/2014/main" id="{8B16F450-5DEA-8B45-B210-945CA6750CB0}"/>
                </a:ext>
              </a:extLst>
            </p:cNvPr>
            <p:cNvSpPr>
              <a:spLocks noChangeArrowheads="1"/>
            </p:cNvSpPr>
            <p:nvPr/>
          </p:nvSpPr>
          <p:spPr bwMode="auto">
            <a:xfrm>
              <a:off x="10138333" y="2957082"/>
              <a:ext cx="510086" cy="400110"/>
            </a:xfrm>
            <a:prstGeom prst="can">
              <a:avLst>
                <a:gd name="adj" fmla="val 31004"/>
              </a:avLst>
            </a:prstGeom>
            <a:gradFill rotWithShape="1">
              <a:gsLst>
                <a:gs pos="0">
                  <a:schemeClr val="accent5">
                    <a:lumMod val="75000"/>
                  </a:schemeClr>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08" name="TextBox 107">
              <a:extLst>
                <a:ext uri="{FF2B5EF4-FFF2-40B4-BE49-F238E27FC236}">
                  <a16:creationId xmlns:a16="http://schemas.microsoft.com/office/drawing/2014/main" id="{72167ECA-B9B2-4E40-82B0-9F43976F24FE}"/>
                </a:ext>
              </a:extLst>
            </p:cNvPr>
            <p:cNvSpPr txBox="1"/>
            <p:nvPr/>
          </p:nvSpPr>
          <p:spPr>
            <a:xfrm>
              <a:off x="10364121" y="3049415"/>
              <a:ext cx="36460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Calibri"/>
                  <a:ea typeface="+mn-ea"/>
                  <a:cs typeface="+mn-cs"/>
                </a:rPr>
                <a:t>X’</a:t>
              </a:r>
            </a:p>
          </p:txBody>
        </p:sp>
        <p:pic>
          <p:nvPicPr>
            <p:cNvPr id="109" name="Picture 108">
              <a:extLst>
                <a:ext uri="{FF2B5EF4-FFF2-40B4-BE49-F238E27FC236}">
                  <a16:creationId xmlns:a16="http://schemas.microsoft.com/office/drawing/2014/main" id="{06DE726C-08C5-5346-B762-9B140BCB8885}"/>
                </a:ext>
              </a:extLst>
            </p:cNvPr>
            <p:cNvPicPr>
              <a:picLocks noChangeAspect="1"/>
            </p:cNvPicPr>
            <p:nvPr/>
          </p:nvPicPr>
          <p:blipFill>
            <a:blip r:embed="rId4"/>
            <a:stretch>
              <a:fillRect/>
            </a:stretch>
          </p:blipFill>
          <p:spPr>
            <a:xfrm>
              <a:off x="10136156" y="2995160"/>
              <a:ext cx="307778" cy="307778"/>
            </a:xfrm>
            <a:prstGeom prst="rect">
              <a:avLst/>
            </a:prstGeom>
          </p:spPr>
        </p:pic>
      </p:grpSp>
      <p:grpSp>
        <p:nvGrpSpPr>
          <p:cNvPr id="110" name="Group 109">
            <a:extLst>
              <a:ext uri="{FF2B5EF4-FFF2-40B4-BE49-F238E27FC236}">
                <a16:creationId xmlns:a16="http://schemas.microsoft.com/office/drawing/2014/main" id="{6E55A0D6-71A5-1D45-8A52-331867F92A1A}"/>
              </a:ext>
            </a:extLst>
          </p:cNvPr>
          <p:cNvGrpSpPr/>
          <p:nvPr/>
        </p:nvGrpSpPr>
        <p:grpSpPr>
          <a:xfrm>
            <a:off x="10128170" y="4447174"/>
            <a:ext cx="592569" cy="400110"/>
            <a:chOff x="10136156" y="2957082"/>
            <a:chExt cx="592569" cy="400110"/>
          </a:xfrm>
        </p:grpSpPr>
        <p:sp>
          <p:nvSpPr>
            <p:cNvPr id="111" name="AutoShape 327">
              <a:extLst>
                <a:ext uri="{FF2B5EF4-FFF2-40B4-BE49-F238E27FC236}">
                  <a16:creationId xmlns:a16="http://schemas.microsoft.com/office/drawing/2014/main" id="{AD90F81E-B5AA-6341-8460-5E051080AABB}"/>
                </a:ext>
              </a:extLst>
            </p:cNvPr>
            <p:cNvSpPr>
              <a:spLocks noChangeArrowheads="1"/>
            </p:cNvSpPr>
            <p:nvPr/>
          </p:nvSpPr>
          <p:spPr bwMode="auto">
            <a:xfrm>
              <a:off x="10138333" y="2957082"/>
              <a:ext cx="510086" cy="400110"/>
            </a:xfrm>
            <a:prstGeom prst="can">
              <a:avLst>
                <a:gd name="adj" fmla="val 31004"/>
              </a:avLst>
            </a:prstGeom>
            <a:gradFill rotWithShape="1">
              <a:gsLst>
                <a:gs pos="0">
                  <a:schemeClr val="accent5">
                    <a:lumMod val="75000"/>
                  </a:schemeClr>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12" name="TextBox 111">
              <a:extLst>
                <a:ext uri="{FF2B5EF4-FFF2-40B4-BE49-F238E27FC236}">
                  <a16:creationId xmlns:a16="http://schemas.microsoft.com/office/drawing/2014/main" id="{C02956FF-BB8D-6149-9012-24692DD7049D}"/>
                </a:ext>
              </a:extLst>
            </p:cNvPr>
            <p:cNvSpPr txBox="1"/>
            <p:nvPr/>
          </p:nvSpPr>
          <p:spPr>
            <a:xfrm>
              <a:off x="10364121" y="3049415"/>
              <a:ext cx="36460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Calibri"/>
                  <a:ea typeface="+mn-ea"/>
                  <a:cs typeface="+mn-cs"/>
                </a:rPr>
                <a:t>X’’</a:t>
              </a:r>
            </a:p>
          </p:txBody>
        </p:sp>
        <p:pic>
          <p:nvPicPr>
            <p:cNvPr id="113" name="Picture 112">
              <a:extLst>
                <a:ext uri="{FF2B5EF4-FFF2-40B4-BE49-F238E27FC236}">
                  <a16:creationId xmlns:a16="http://schemas.microsoft.com/office/drawing/2014/main" id="{7E37BA2D-D932-D14B-9FD2-5FE1BA0B7217}"/>
                </a:ext>
              </a:extLst>
            </p:cNvPr>
            <p:cNvPicPr>
              <a:picLocks noChangeAspect="1"/>
            </p:cNvPicPr>
            <p:nvPr/>
          </p:nvPicPr>
          <p:blipFill>
            <a:blip r:embed="rId4"/>
            <a:stretch>
              <a:fillRect/>
            </a:stretch>
          </p:blipFill>
          <p:spPr>
            <a:xfrm>
              <a:off x="10136156" y="2995160"/>
              <a:ext cx="307778" cy="307778"/>
            </a:xfrm>
            <a:prstGeom prst="rect">
              <a:avLst/>
            </a:prstGeom>
          </p:spPr>
        </p:pic>
      </p:grpSp>
      <p:grpSp>
        <p:nvGrpSpPr>
          <p:cNvPr id="114" name="Group 113">
            <a:extLst>
              <a:ext uri="{FF2B5EF4-FFF2-40B4-BE49-F238E27FC236}">
                <a16:creationId xmlns:a16="http://schemas.microsoft.com/office/drawing/2014/main" id="{CEB7CAB0-F376-054D-A184-1987E69E5578}"/>
              </a:ext>
            </a:extLst>
          </p:cNvPr>
          <p:cNvGrpSpPr/>
          <p:nvPr/>
        </p:nvGrpSpPr>
        <p:grpSpPr>
          <a:xfrm>
            <a:off x="10126354" y="5192220"/>
            <a:ext cx="726072" cy="400110"/>
            <a:chOff x="10138333" y="2957082"/>
            <a:chExt cx="726072" cy="400110"/>
          </a:xfrm>
        </p:grpSpPr>
        <p:sp>
          <p:nvSpPr>
            <p:cNvPr id="115" name="AutoShape 327">
              <a:extLst>
                <a:ext uri="{FF2B5EF4-FFF2-40B4-BE49-F238E27FC236}">
                  <a16:creationId xmlns:a16="http://schemas.microsoft.com/office/drawing/2014/main" id="{0D7E10F2-D009-F14B-82D2-F08AB22187D5}"/>
                </a:ext>
              </a:extLst>
            </p:cNvPr>
            <p:cNvSpPr>
              <a:spLocks noChangeArrowheads="1"/>
            </p:cNvSpPr>
            <p:nvPr/>
          </p:nvSpPr>
          <p:spPr bwMode="auto">
            <a:xfrm>
              <a:off x="10138333" y="2957082"/>
              <a:ext cx="510086" cy="400110"/>
            </a:xfrm>
            <a:prstGeom prst="can">
              <a:avLst>
                <a:gd name="adj" fmla="val 31004"/>
              </a:avLst>
            </a:prstGeom>
            <a:gradFill rotWithShape="1">
              <a:gsLst>
                <a:gs pos="0">
                  <a:schemeClr val="accent5">
                    <a:lumMod val="75000"/>
                  </a:schemeClr>
                </a:gs>
                <a:gs pos="100000">
                  <a:srgbClr val="FFFFFF"/>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16" name="TextBox 115">
              <a:extLst>
                <a:ext uri="{FF2B5EF4-FFF2-40B4-BE49-F238E27FC236}">
                  <a16:creationId xmlns:a16="http://schemas.microsoft.com/office/drawing/2014/main" id="{87935EAA-1BE1-5D4A-BB6F-A7C69F071ADD}"/>
                </a:ext>
              </a:extLst>
            </p:cNvPr>
            <p:cNvSpPr txBox="1"/>
            <p:nvPr/>
          </p:nvSpPr>
          <p:spPr>
            <a:xfrm>
              <a:off x="10364121" y="3049415"/>
              <a:ext cx="50028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Calibri"/>
                  <a:ea typeface="+mn-ea"/>
                  <a:cs typeface="+mn-cs"/>
                </a:rPr>
                <a:t>X’’</a:t>
              </a:r>
            </a:p>
          </p:txBody>
        </p:sp>
      </p:grpSp>
      <p:sp>
        <p:nvSpPr>
          <p:cNvPr id="118" name="TextBox 117">
            <a:extLst>
              <a:ext uri="{FF2B5EF4-FFF2-40B4-BE49-F238E27FC236}">
                <a16:creationId xmlns:a16="http://schemas.microsoft.com/office/drawing/2014/main" id="{6F306746-EF4C-B446-9F1D-1D85D8A99FAC}"/>
              </a:ext>
            </a:extLst>
          </p:cNvPr>
          <p:cNvSpPr txBox="1"/>
          <p:nvPr/>
        </p:nvSpPr>
        <p:spPr>
          <a:xfrm>
            <a:off x="7895870" y="4140346"/>
            <a:ext cx="41429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0000A3"/>
                </a:solidFill>
                <a:effectLst/>
                <a:uLnTx/>
                <a:uFillTx/>
                <a:latin typeface="Calibri"/>
                <a:ea typeface="+mn-ea"/>
                <a:cs typeface="+mn-cs"/>
              </a:rPr>
              <a:t>t’</a:t>
            </a:r>
            <a:endParaRPr kumimoji="0" lang="en-US" sz="1600" b="0" i="1" u="none" strike="noStrike" kern="1200" cap="none" spc="0" normalizeH="0" baseline="0" noProof="0" dirty="0">
              <a:ln>
                <a:noFill/>
              </a:ln>
              <a:solidFill>
                <a:prstClr val="black"/>
              </a:solidFill>
              <a:effectLst/>
              <a:uLnTx/>
              <a:uFillTx/>
              <a:latin typeface="Calibri"/>
              <a:ea typeface="+mn-ea"/>
              <a:cs typeface="+mn-cs"/>
            </a:endParaRPr>
          </a:p>
        </p:txBody>
      </p:sp>
      <p:sp>
        <p:nvSpPr>
          <p:cNvPr id="119" name="TextBox 118">
            <a:extLst>
              <a:ext uri="{FF2B5EF4-FFF2-40B4-BE49-F238E27FC236}">
                <a16:creationId xmlns:a16="http://schemas.microsoft.com/office/drawing/2014/main" id="{80C0AC55-7635-2346-85C0-10B75BF4C445}"/>
              </a:ext>
            </a:extLst>
          </p:cNvPr>
          <p:cNvSpPr txBox="1"/>
          <p:nvPr/>
        </p:nvSpPr>
        <p:spPr>
          <a:xfrm>
            <a:off x="7384517" y="5969340"/>
            <a:ext cx="4115505"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C00000"/>
                </a:solidFill>
                <a:effectLst/>
                <a:uLnTx/>
                <a:uFillTx/>
                <a:latin typeface="Calibri"/>
                <a:ea typeface="+mn-ea"/>
                <a:cs typeface="+mn-cs"/>
              </a:rPr>
              <a:t>Q: </a:t>
            </a:r>
            <a:r>
              <a:rPr kumimoji="0" lang="en-US" sz="1600" b="0" i="0" u="none" strike="noStrike" kern="1200" cap="none" spc="0" normalizeH="0" baseline="0" noProof="0" dirty="0">
                <a:ln>
                  <a:noFill/>
                </a:ln>
                <a:solidFill>
                  <a:prstClr val="black"/>
                </a:solidFill>
                <a:effectLst/>
                <a:uLnTx/>
                <a:uFillTx/>
                <a:latin typeface="Calibri"/>
                <a:ea typeface="+mn-ea"/>
                <a:cs typeface="+mn-cs"/>
              </a:rPr>
              <a:t>what happens if network connection or client crashes at </a:t>
            </a:r>
            <a:r>
              <a:rPr kumimoji="0" lang="en-US" sz="1600" b="0" i="1" u="none" strike="noStrike" kern="1200" cap="none" spc="0" normalizeH="0" baseline="0" noProof="0" dirty="0">
                <a:ln>
                  <a:noFill/>
                </a:ln>
                <a:solidFill>
                  <a:prstClr val="black"/>
                </a:solidFill>
                <a:effectLst/>
                <a:uLnTx/>
                <a:uFillTx/>
                <a:latin typeface="Calibri"/>
                <a:ea typeface="+mn-ea"/>
                <a:cs typeface="+mn-cs"/>
              </a:rPr>
              <a:t>t’ </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p>
        </p:txBody>
      </p:sp>
      <p:sp>
        <p:nvSpPr>
          <p:cNvPr id="90" name="Slide Number Placeholder 2">
            <a:extLst>
              <a:ext uri="{FF2B5EF4-FFF2-40B4-BE49-F238E27FC236}">
                <a16:creationId xmlns:a16="http://schemas.microsoft.com/office/drawing/2014/main" id="{FF729FF4-43F7-A040-B78F-BE4EC8E9855E}"/>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264591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22"/>
                                        </p:tgtEl>
                                        <p:attrNameLst>
                                          <p:attrName>style.visibility</p:attrName>
                                        </p:attrNameLst>
                                      </p:cBhvr>
                                      <p:to>
                                        <p:strVal val="visible"/>
                                      </p:to>
                                    </p:set>
                                    <p:animEffect transition="in" filter="dissolve">
                                      <p:cBhvr>
                                        <p:cTn id="11" dur="500"/>
                                        <p:tgtEl>
                                          <p:spTgt spid="122"/>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23"/>
                                        </p:tgtEl>
                                        <p:attrNameLst>
                                          <p:attrName>style.visibility</p:attrName>
                                        </p:attrNameLst>
                                      </p:cBhvr>
                                      <p:to>
                                        <p:strVal val="visible"/>
                                      </p:to>
                                    </p:set>
                                    <p:animEffect transition="in" filter="wipe(right)">
                                      <p:cBhvr>
                                        <p:cTn id="15" dur="500"/>
                                        <p:tgtEl>
                                          <p:spTgt spid="12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0"/>
                                        </p:tgtEl>
                                        <p:attrNameLst>
                                          <p:attrName>style.visibility</p:attrName>
                                        </p:attrNameLst>
                                      </p:cBhvr>
                                      <p:to>
                                        <p:strVal val="visible"/>
                                      </p:to>
                                    </p:set>
                                    <p:animEffect transition="in" filter="wipe(left)">
                                      <p:cBhvr>
                                        <p:cTn id="20" dur="500"/>
                                        <p:tgtEl>
                                          <p:spTgt spid="130"/>
                                        </p:tgtEl>
                                      </p:cBhvr>
                                    </p:animEffect>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dissolve">
                                      <p:cBhvr>
                                        <p:cTn id="24" dur="500"/>
                                        <p:tgtEl>
                                          <p:spTgt spid="106"/>
                                        </p:tgtEl>
                                      </p:cBhvr>
                                    </p:animEffect>
                                  </p:childTnLst>
                                </p:cTn>
                              </p:par>
                            </p:childTnLst>
                          </p:cTn>
                        </p:par>
                        <p:par>
                          <p:cTn id="25" fill="hold">
                            <p:stCondLst>
                              <p:cond delay="1000"/>
                            </p:stCondLst>
                            <p:childTnLst>
                              <p:par>
                                <p:cTn id="26" presetID="22" presetClass="entr" presetSubtype="2" fill="hold" nodeType="afterEffect">
                                  <p:stCondLst>
                                    <p:cond delay="0"/>
                                  </p:stCondLst>
                                  <p:childTnLst>
                                    <p:set>
                                      <p:cBhvr>
                                        <p:cTn id="27" dur="1" fill="hold">
                                          <p:stCondLst>
                                            <p:cond delay="0"/>
                                          </p:stCondLst>
                                        </p:cTn>
                                        <p:tgtEl>
                                          <p:spTgt spid="125"/>
                                        </p:tgtEl>
                                        <p:attrNameLst>
                                          <p:attrName>style.visibility</p:attrName>
                                        </p:attrNameLst>
                                      </p:cBhvr>
                                      <p:to>
                                        <p:strVal val="visible"/>
                                      </p:to>
                                    </p:set>
                                    <p:animEffect transition="in" filter="wipe(right)">
                                      <p:cBhvr>
                                        <p:cTn id="28" dur="500"/>
                                        <p:tgtEl>
                                          <p:spTgt spid="125"/>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131"/>
                                        </p:tgtEl>
                                        <p:attrNameLst>
                                          <p:attrName>style.visibility</p:attrName>
                                        </p:attrNameLst>
                                      </p:cBhvr>
                                      <p:to>
                                        <p:strVal val="visible"/>
                                      </p:to>
                                    </p:set>
                                    <p:animEffect transition="in" filter="wipe(left)">
                                      <p:cBhvr>
                                        <p:cTn id="32" dur="500"/>
                                        <p:tgtEl>
                                          <p:spTgt spid="131"/>
                                        </p:tgtEl>
                                      </p:cBhvr>
                                    </p:animEffect>
                                  </p:childTnLst>
                                </p:cTn>
                              </p:par>
                            </p:childTnLst>
                          </p:cTn>
                        </p:par>
                        <p:par>
                          <p:cTn id="33" fill="hold">
                            <p:stCondLst>
                              <p:cond delay="2000"/>
                            </p:stCondLst>
                            <p:childTnLst>
                              <p:par>
                                <p:cTn id="34" presetID="9" presetClass="entr" presetSubtype="0" fill="hold" nodeType="afterEffect">
                                  <p:stCondLst>
                                    <p:cond delay="0"/>
                                  </p:stCondLst>
                                  <p:childTnLst>
                                    <p:set>
                                      <p:cBhvr>
                                        <p:cTn id="35" dur="1" fill="hold">
                                          <p:stCondLst>
                                            <p:cond delay="0"/>
                                          </p:stCondLst>
                                        </p:cTn>
                                        <p:tgtEl>
                                          <p:spTgt spid="110"/>
                                        </p:tgtEl>
                                        <p:attrNameLst>
                                          <p:attrName>style.visibility</p:attrName>
                                        </p:attrNameLst>
                                      </p:cBhvr>
                                      <p:to>
                                        <p:strVal val="visible"/>
                                      </p:to>
                                    </p:set>
                                    <p:animEffect transition="in" filter="dissolve">
                                      <p:cBhvr>
                                        <p:cTn id="36" dur="500"/>
                                        <p:tgtEl>
                                          <p:spTgt spid="110"/>
                                        </p:tgtEl>
                                      </p:cBhvr>
                                    </p:animEffect>
                                  </p:childTnLst>
                                </p:cTn>
                              </p:par>
                            </p:childTnLst>
                          </p:cTn>
                        </p:par>
                        <p:par>
                          <p:cTn id="37" fill="hold">
                            <p:stCondLst>
                              <p:cond delay="2500"/>
                            </p:stCondLst>
                            <p:childTnLst>
                              <p:par>
                                <p:cTn id="38" presetID="22" presetClass="entr" presetSubtype="2" fill="hold" nodeType="afterEffect">
                                  <p:stCondLst>
                                    <p:cond delay="0"/>
                                  </p:stCondLst>
                                  <p:childTnLst>
                                    <p:set>
                                      <p:cBhvr>
                                        <p:cTn id="39" dur="1" fill="hold">
                                          <p:stCondLst>
                                            <p:cond delay="0"/>
                                          </p:stCondLst>
                                        </p:cTn>
                                        <p:tgtEl>
                                          <p:spTgt spid="127"/>
                                        </p:tgtEl>
                                        <p:attrNameLst>
                                          <p:attrName>style.visibility</p:attrName>
                                        </p:attrNameLst>
                                      </p:cBhvr>
                                      <p:to>
                                        <p:strVal val="visible"/>
                                      </p:to>
                                    </p:set>
                                    <p:animEffect transition="in" filter="wipe(right)">
                                      <p:cBhvr>
                                        <p:cTn id="40" dur="500"/>
                                        <p:tgtEl>
                                          <p:spTgt spid="12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28"/>
                                        </p:tgtEl>
                                        <p:attrNameLst>
                                          <p:attrName>style.visibility</p:attrName>
                                        </p:attrNameLst>
                                      </p:cBhvr>
                                      <p:to>
                                        <p:strVal val="visible"/>
                                      </p:to>
                                    </p:set>
                                    <p:animEffect transition="in" filter="wipe(left)">
                                      <p:cBhvr>
                                        <p:cTn id="45" dur="500"/>
                                        <p:tgtEl>
                                          <p:spTgt spid="128"/>
                                        </p:tgtEl>
                                      </p:cBhvr>
                                    </p:animEffect>
                                  </p:childTnLst>
                                </p:cTn>
                              </p:par>
                            </p:childTnLst>
                          </p:cTn>
                        </p:par>
                        <p:par>
                          <p:cTn id="46" fill="hold">
                            <p:stCondLst>
                              <p:cond delay="500"/>
                            </p:stCondLst>
                            <p:childTnLst>
                              <p:par>
                                <p:cTn id="47" presetID="9" presetClass="entr" presetSubtype="0" fill="hold" nodeType="afterEffect">
                                  <p:stCondLst>
                                    <p:cond delay="0"/>
                                  </p:stCondLst>
                                  <p:childTnLst>
                                    <p:set>
                                      <p:cBhvr>
                                        <p:cTn id="48" dur="1" fill="hold">
                                          <p:stCondLst>
                                            <p:cond delay="0"/>
                                          </p:stCondLst>
                                        </p:cTn>
                                        <p:tgtEl>
                                          <p:spTgt spid="114"/>
                                        </p:tgtEl>
                                        <p:attrNameLst>
                                          <p:attrName>style.visibility</p:attrName>
                                        </p:attrNameLst>
                                      </p:cBhvr>
                                      <p:to>
                                        <p:strVal val="visible"/>
                                      </p:to>
                                    </p:set>
                                    <p:animEffect transition="in" filter="dissolve">
                                      <p:cBhvr>
                                        <p:cTn id="49" dur="500"/>
                                        <p:tgtEl>
                                          <p:spTgt spid="114"/>
                                        </p:tgtEl>
                                      </p:cBhvr>
                                    </p:animEffect>
                                  </p:childTnLst>
                                </p:cTn>
                              </p:par>
                            </p:childTnLst>
                          </p:cTn>
                        </p:par>
                        <p:par>
                          <p:cTn id="50" fill="hold">
                            <p:stCondLst>
                              <p:cond delay="1000"/>
                            </p:stCondLst>
                            <p:childTnLst>
                              <p:par>
                                <p:cTn id="51" presetID="22" presetClass="entr" presetSubtype="2" fill="hold" nodeType="afterEffect">
                                  <p:stCondLst>
                                    <p:cond delay="0"/>
                                  </p:stCondLst>
                                  <p:childTnLst>
                                    <p:set>
                                      <p:cBhvr>
                                        <p:cTn id="52" dur="1" fill="hold">
                                          <p:stCondLst>
                                            <p:cond delay="0"/>
                                          </p:stCondLst>
                                        </p:cTn>
                                        <p:tgtEl>
                                          <p:spTgt spid="129"/>
                                        </p:tgtEl>
                                        <p:attrNameLst>
                                          <p:attrName>style.visibility</p:attrName>
                                        </p:attrNameLst>
                                      </p:cBhvr>
                                      <p:to>
                                        <p:strVal val="visible"/>
                                      </p:to>
                                    </p:set>
                                    <p:animEffect transition="in" filter="wipe(right)">
                                      <p:cBhvr>
                                        <p:cTn id="53" dur="500"/>
                                        <p:tgtEl>
                                          <p:spTgt spid="129"/>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19"/>
                                        </p:tgtEl>
                                        <p:attrNameLst>
                                          <p:attrName>style.visibility</p:attrName>
                                        </p:attrNameLst>
                                      </p:cBhvr>
                                      <p:to>
                                        <p:strVal val="visible"/>
                                      </p:to>
                                    </p:set>
                                    <p:animEffect transition="in" filter="dissolve">
                                      <p:cBhvr>
                                        <p:cTn id="58" dur="500"/>
                                        <p:tgtEl>
                                          <p:spTgt spid="119"/>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12">
                                            <p:txEl>
                                              <p:pRg st="2" end="2"/>
                                            </p:txEl>
                                          </p:spTgt>
                                        </p:tgtEl>
                                        <p:attrNameLst>
                                          <p:attrName>style.visibility</p:attrName>
                                        </p:attrNameLst>
                                      </p:cBhvr>
                                      <p:to>
                                        <p:strVal val="visible"/>
                                      </p:to>
                                    </p:set>
                                    <p:animEffect transition="in" filter="dissolve">
                                      <p:cBhvr>
                                        <p:cTn id="63" dur="500"/>
                                        <p:tgtEl>
                                          <p:spTgt spid="12">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12">
                                            <p:txEl>
                                              <p:pRg st="3" end="3"/>
                                            </p:txEl>
                                          </p:spTgt>
                                        </p:tgtEl>
                                        <p:attrNameLst>
                                          <p:attrName>style.visibility</p:attrName>
                                        </p:attrNameLst>
                                      </p:cBhvr>
                                      <p:to>
                                        <p:strVal val="visible"/>
                                      </p:to>
                                    </p:set>
                                    <p:animEffect transition="in" filter="dissolve">
                                      <p:cBhvr>
                                        <p:cTn id="68" dur="500"/>
                                        <p:tgtEl>
                                          <p:spTgt spid="12">
                                            <p:txEl>
                                              <p:pRg st="3" end="3"/>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12">
                                            <p:txEl>
                                              <p:pRg st="4" end="4"/>
                                            </p:txEl>
                                          </p:spTgt>
                                        </p:tgtEl>
                                        <p:attrNameLst>
                                          <p:attrName>style.visibility</p:attrName>
                                        </p:attrNameLst>
                                      </p:cBhvr>
                                      <p:to>
                                        <p:strVal val="visible"/>
                                      </p:to>
                                    </p:set>
                                    <p:animEffect transition="in" filter="dissolve">
                                      <p:cBhvr>
                                        <p:cTn id="73"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8EBB5BB-6920-22A2-C12C-4FEA0A366A36}"/>
              </a:ext>
            </a:extLst>
          </p:cNvPr>
          <p:cNvSpPr>
            <a:spLocks noGrp="1"/>
          </p:cNvSpPr>
          <p:nvPr>
            <p:ph idx="1"/>
          </p:nvPr>
        </p:nvSpPr>
        <p:spPr/>
        <p:txBody>
          <a:bodyPr/>
          <a:lstStyle/>
          <a:p>
            <a:r>
              <a:rPr lang="en-US" b="1" dirty="0"/>
              <a:t>Data Integrity </a:t>
            </a:r>
            <a:r>
              <a:rPr lang="vi-VN" b="1" dirty="0" err="1"/>
              <a:t>Issues</a:t>
            </a:r>
            <a:r>
              <a:rPr lang="vi-VN" b="1" dirty="0"/>
              <a:t>: </a:t>
            </a:r>
            <a:r>
              <a:rPr lang="en-US" dirty="0"/>
              <a:t>The record might become corrupted if the server has partially updated the data. For example, if X</a:t>
            </a:r>
            <a:r>
              <a:rPr lang="vi-VN" dirty="0"/>
              <a:t> </a:t>
            </a:r>
            <a:r>
              <a:rPr lang="en-US" dirty="0"/>
              <a:t>was supposed to become </a:t>
            </a:r>
            <a:r>
              <a:rPr lang="en-US" dirty="0" err="1"/>
              <a:t>X′′but</a:t>
            </a:r>
            <a:r>
              <a:rPr lang="en-US" dirty="0"/>
              <a:t> due to the crash, only some changes are reflected in the database, this can lead to inconsistent states.</a:t>
            </a:r>
            <a:r>
              <a:rPr lang="vi-VN" dirty="0"/>
              <a:t> </a:t>
            </a:r>
          </a:p>
          <a:p>
            <a:r>
              <a:rPr lang="en-US" b="1" dirty="0"/>
              <a:t>Lock Release</a:t>
            </a:r>
            <a:r>
              <a:rPr lang="en-US" dirty="0"/>
              <a:t>: If the client crashes while holding a lock, the lock may not be released properly. </a:t>
            </a:r>
          </a:p>
        </p:txBody>
      </p:sp>
      <p:sp>
        <p:nvSpPr>
          <p:cNvPr id="4" name="Title 3">
            <a:extLst>
              <a:ext uri="{FF2B5EF4-FFF2-40B4-BE49-F238E27FC236}">
                <a16:creationId xmlns:a16="http://schemas.microsoft.com/office/drawing/2014/main" id="{255BD611-A9BE-F6A8-1947-3AEA4A3B7A2A}"/>
              </a:ext>
            </a:extLst>
          </p:cNvPr>
          <p:cNvSpPr>
            <a:spLocks noGrp="1"/>
          </p:cNvSpPr>
          <p:nvPr>
            <p:ph type="title"/>
          </p:nvPr>
        </p:nvSpPr>
        <p:spPr/>
        <p:txBody>
          <a:bodyPr>
            <a:normAutofit fontScale="90000"/>
          </a:bodyPr>
          <a:lstStyle/>
          <a:p>
            <a:r>
              <a:rPr lang="vi-VN" b="0" dirty="0">
                <a:solidFill>
                  <a:prstClr val="black"/>
                </a:solidFill>
                <a:latin typeface="Calibri"/>
                <a:ea typeface="+mn-ea"/>
                <a:cs typeface="+mn-cs"/>
              </a:rPr>
              <a:t>W</a:t>
            </a:r>
            <a:r>
              <a:rPr kumimoji="0" lang="en-US" sz="4400" b="0" i="0" u="none" strike="noStrike" kern="1200" cap="none" spc="0" normalizeH="0" baseline="0" noProof="0" dirty="0">
                <a:ln>
                  <a:noFill/>
                </a:ln>
                <a:solidFill>
                  <a:prstClr val="black"/>
                </a:solidFill>
                <a:effectLst/>
                <a:uLnTx/>
                <a:uFillTx/>
                <a:latin typeface="Calibri"/>
                <a:ea typeface="+mn-ea"/>
                <a:cs typeface="+mn-cs"/>
              </a:rPr>
              <a:t>hat happens if network connection or client crashes at </a:t>
            </a:r>
            <a:r>
              <a:rPr kumimoji="0" lang="en-US" sz="4400" b="0" i="1" u="none" strike="noStrike" kern="1200" cap="none" spc="0" normalizeH="0" baseline="0" noProof="0" dirty="0">
                <a:ln>
                  <a:noFill/>
                </a:ln>
                <a:solidFill>
                  <a:prstClr val="black"/>
                </a:solidFill>
                <a:effectLst/>
                <a:uLnTx/>
                <a:uFillTx/>
                <a:latin typeface="Calibri"/>
                <a:ea typeface="+mn-ea"/>
                <a:cs typeface="+mn-cs"/>
              </a:rPr>
              <a:t>t’ </a:t>
            </a:r>
            <a:r>
              <a:rPr kumimoji="0" lang="en-US" sz="4400" b="0" i="0" u="none" strike="noStrike" kern="1200" cap="none" spc="0" normalizeH="0" baseline="0" noProof="0" dirty="0">
                <a:ln>
                  <a:noFill/>
                </a:ln>
                <a:solidFill>
                  <a:prstClr val="black"/>
                </a:solidFill>
                <a:effectLst/>
                <a:uLnTx/>
                <a:uFillTx/>
                <a:latin typeface="Calibri"/>
                <a:ea typeface="+mn-ea"/>
                <a:cs typeface="+mn-cs"/>
              </a:rPr>
              <a:t>?</a:t>
            </a:r>
            <a:endParaRPr lang="en-US" dirty="0"/>
          </a:p>
        </p:txBody>
      </p:sp>
      <p:sp>
        <p:nvSpPr>
          <p:cNvPr id="3" name="Slide Number Placeholder 2">
            <a:extLst>
              <a:ext uri="{FF2B5EF4-FFF2-40B4-BE49-F238E27FC236}">
                <a16:creationId xmlns:a16="http://schemas.microsoft.com/office/drawing/2014/main" id="{95B4C30B-E4BC-DB97-D40E-96F5D2FEE3B4}"/>
              </a:ext>
            </a:extLst>
          </p:cNvPr>
          <p:cNvSpPr>
            <a:spLocks noGrp="1"/>
          </p:cNvSpPr>
          <p:nvPr>
            <p:ph type="sldNum" sz="quarter" idx="4"/>
          </p:nvPr>
        </p:nvSpPr>
        <p:spPr/>
        <p:txBody>
          <a:bodyPr/>
          <a:lstStyle/>
          <a:p>
            <a:r>
              <a:rPr lang="en-US"/>
              <a:t>Transport Layer: 3-</a:t>
            </a:r>
            <a:fld id="{C4204591-24BD-A542-B9D5-F8D8A88D2FEE}" type="slidenum">
              <a:rPr lang="en-US" smtClean="0"/>
              <a:pPr/>
              <a:t>30</a:t>
            </a:fld>
            <a:endParaRPr lang="en-US"/>
          </a:p>
        </p:txBody>
      </p:sp>
    </p:spTree>
    <p:extLst>
      <p:ext uri="{BB962C8B-B14F-4D97-AF65-F5344CB8AC3E}">
        <p14:creationId xmlns:p14="http://schemas.microsoft.com/office/powerpoint/2010/main" val="2919092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altLang="en-US" sz="4400" dirty="0">
                <a:ea typeface="ＭＳ Ｐゴシック" panose="020B0600070205080204" pitchFamily="34" charset="-128"/>
              </a:rPr>
              <a:t>Maintaining user/server state: cookies</a:t>
            </a:r>
            <a:endParaRPr lang="en-US" sz="4400" dirty="0"/>
          </a:p>
        </p:txBody>
      </p:sp>
      <p:sp>
        <p:nvSpPr>
          <p:cNvPr id="93" name="Rectangle 3">
            <a:extLst>
              <a:ext uri="{FF2B5EF4-FFF2-40B4-BE49-F238E27FC236}">
                <a16:creationId xmlns:a16="http://schemas.microsoft.com/office/drawing/2014/main" id="{044314F4-5E29-A342-9469-ED1D194C2BEE}"/>
              </a:ext>
            </a:extLst>
          </p:cNvPr>
          <p:cNvSpPr txBox="1">
            <a:spLocks noChangeArrowheads="1"/>
          </p:cNvSpPr>
          <p:nvPr/>
        </p:nvSpPr>
        <p:spPr>
          <a:xfrm>
            <a:off x="622608" y="1452389"/>
            <a:ext cx="6335547" cy="4887912"/>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Web sites and client browser  use </a:t>
            </a:r>
            <a:r>
              <a:rPr kumimoji="0" lang="en-US" altLang="en-US" sz="3200" b="0" i="1"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cookies</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to maintain some state between transactions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four components: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1) cookie header line of HTTP </a:t>
            </a:r>
            <a:r>
              <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response</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message</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2) cookie header line in next HTTP </a:t>
            </a:r>
            <a:r>
              <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request</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message</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3) cookie file kept on user</a:t>
            </a:r>
            <a:r>
              <a:rPr kumimoji="0" lang="ja-JP" altLang="en-US" sz="28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rPr>
              <a:t>’</a:t>
            </a:r>
            <a:r>
              <a:rPr kumimoji="0" lang="en-US" altLang="ja-JP"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 host, managed by user</a:t>
            </a:r>
            <a:r>
              <a:rPr kumimoji="0" lang="ja-JP" altLang="en-US" sz="28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rPr>
              <a:t>’</a:t>
            </a:r>
            <a:r>
              <a:rPr kumimoji="0" lang="en-US" altLang="ja-JP"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 browser</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4) back-end database at Web site</a:t>
            </a:r>
          </a:p>
        </p:txBody>
      </p:sp>
      <p:sp>
        <p:nvSpPr>
          <p:cNvPr id="94" name="Rectangle 4">
            <a:extLst>
              <a:ext uri="{FF2B5EF4-FFF2-40B4-BE49-F238E27FC236}">
                <a16:creationId xmlns:a16="http://schemas.microsoft.com/office/drawing/2014/main" id="{26408C84-4366-9C43-B55D-97AC8C9FA33A}"/>
              </a:ext>
            </a:extLst>
          </p:cNvPr>
          <p:cNvSpPr txBox="1">
            <a:spLocks noChangeArrowheads="1"/>
          </p:cNvSpPr>
          <p:nvPr/>
        </p:nvSpPr>
        <p:spPr>
          <a:xfrm>
            <a:off x="7599363" y="1452389"/>
            <a:ext cx="4363453" cy="5025732"/>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marR="0" lvl="0" indent="11113"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0000A3"/>
                </a:solidFill>
                <a:effectLst/>
                <a:uLnTx/>
                <a:uFillTx/>
                <a:latin typeface="Calibri"/>
                <a:ea typeface="+mn-ea"/>
                <a:cs typeface="+mn-cs"/>
              </a:rPr>
              <a:t>Example:</a:t>
            </a:r>
          </a:p>
          <a:p>
            <a:pPr marL="233363" marR="0" lvl="0" indent="-233363" algn="l" defTabSz="914400" rtl="0" eaLnBrk="1" fontAlgn="auto" latinLnBrk="0" hangingPunct="1">
              <a:lnSpc>
                <a:spcPct val="90000"/>
              </a:lnSpc>
              <a:spcBef>
                <a:spcPts val="6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Susan uses browser on laptop, visits specific e-commerce site for first time</a:t>
            </a:r>
          </a:p>
          <a:p>
            <a:pPr marL="233363" marR="0" lvl="0" indent="-233363" algn="l" defTabSz="914400" rtl="0" eaLnBrk="1" fontAlgn="auto" latinLnBrk="0" hangingPunct="1">
              <a:lnSpc>
                <a:spcPct val="90000"/>
              </a:lnSpc>
              <a:spcBef>
                <a:spcPts val="6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when initial HTTP requests arrives at site, site creates: </a:t>
            </a:r>
          </a:p>
          <a:p>
            <a:pPr marL="685800" marR="0" lvl="1" indent="-228600" algn="l" defTabSz="914400" rtl="0" eaLnBrk="1" fontAlgn="auto" latinLnBrk="0" hangingPunct="1">
              <a:lnSpc>
                <a:spcPct val="90000"/>
              </a:lnSpc>
              <a:spcBef>
                <a:spcPts val="6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unique ID (aka “cookie”)</a:t>
            </a:r>
          </a:p>
          <a:p>
            <a:pPr marL="685800" marR="0" lvl="1" indent="-228600" algn="l" defTabSz="914400" rtl="0" eaLnBrk="1" fontAlgn="auto" latinLnBrk="0" hangingPunct="1">
              <a:lnSpc>
                <a:spcPct val="90000"/>
              </a:lnSpc>
              <a:spcBef>
                <a:spcPts val="6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entry in backend database for ID</a:t>
            </a:r>
          </a:p>
          <a:p>
            <a:pPr marL="342900" marR="0" lvl="0" indent="-228600" algn="l" defTabSz="914400" rtl="0" eaLnBrk="1" fontAlgn="auto" latinLnBrk="0" hangingPunct="1">
              <a:lnSpc>
                <a:spcPct val="90000"/>
              </a:lnSpc>
              <a:spcBef>
                <a:spcPts val="600"/>
              </a:spcBef>
              <a:spcAft>
                <a:spcPts val="0"/>
              </a:spcAft>
              <a:buClr>
                <a:srgbClr val="0000A3"/>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subsequent HTTP requests from Susan to this site will contain cookie ID value, allowing site to “identify” Susan</a:t>
            </a:r>
          </a:p>
        </p:txBody>
      </p:sp>
      <p:sp>
        <p:nvSpPr>
          <p:cNvPr id="5" name="Slide Number Placeholder 2">
            <a:extLst>
              <a:ext uri="{FF2B5EF4-FFF2-40B4-BE49-F238E27FC236}">
                <a16:creationId xmlns:a16="http://schemas.microsoft.com/office/drawing/2014/main" id="{A52BCA24-99F8-C342-B95E-EB6833D8CAE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14758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3">
                                            <p:txEl>
                                              <p:pRg st="2" end="2"/>
                                            </p:txEl>
                                          </p:spTgt>
                                        </p:tgtEl>
                                        <p:attrNameLst>
                                          <p:attrName>style.visibility</p:attrName>
                                        </p:attrNameLst>
                                      </p:cBhvr>
                                      <p:to>
                                        <p:strVal val="visible"/>
                                      </p:to>
                                    </p:set>
                                    <p:animEffect transition="in" filter="dissolve">
                                      <p:cBhvr>
                                        <p:cTn id="7" dur="500"/>
                                        <p:tgtEl>
                                          <p:spTgt spid="93">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93">
                                            <p:txEl>
                                              <p:pRg st="3" end="3"/>
                                            </p:txEl>
                                          </p:spTgt>
                                        </p:tgtEl>
                                        <p:attrNameLst>
                                          <p:attrName>style.visibility</p:attrName>
                                        </p:attrNameLst>
                                      </p:cBhvr>
                                      <p:to>
                                        <p:strVal val="visible"/>
                                      </p:to>
                                    </p:set>
                                    <p:animEffect transition="in" filter="dissolve">
                                      <p:cBhvr>
                                        <p:cTn id="10" dur="500"/>
                                        <p:tgtEl>
                                          <p:spTgt spid="93">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93">
                                            <p:txEl>
                                              <p:pRg st="4" end="4"/>
                                            </p:txEl>
                                          </p:spTgt>
                                        </p:tgtEl>
                                        <p:attrNameLst>
                                          <p:attrName>style.visibility</p:attrName>
                                        </p:attrNameLst>
                                      </p:cBhvr>
                                      <p:to>
                                        <p:strVal val="visible"/>
                                      </p:to>
                                    </p:set>
                                    <p:animEffect transition="in" filter="dissolve">
                                      <p:cBhvr>
                                        <p:cTn id="13" dur="500"/>
                                        <p:tgtEl>
                                          <p:spTgt spid="93">
                                            <p:txEl>
                                              <p:pRg st="4" end="4"/>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93">
                                            <p:txEl>
                                              <p:pRg st="5" end="5"/>
                                            </p:txEl>
                                          </p:spTgt>
                                        </p:tgtEl>
                                        <p:attrNameLst>
                                          <p:attrName>style.visibility</p:attrName>
                                        </p:attrNameLst>
                                      </p:cBhvr>
                                      <p:to>
                                        <p:strVal val="visible"/>
                                      </p:to>
                                    </p:set>
                                    <p:animEffect transition="in" filter="dissolve">
                                      <p:cBhvr>
                                        <p:cTn id="16" dur="500"/>
                                        <p:tgtEl>
                                          <p:spTgt spid="9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4"/>
                                        </p:tgtEl>
                                        <p:attrNameLst>
                                          <p:attrName>style.visibility</p:attrName>
                                        </p:attrNameLst>
                                      </p:cBhvr>
                                      <p:to>
                                        <p:strVal val="visible"/>
                                      </p:to>
                                    </p:set>
                                    <p:animEffect transition="in" filter="dissolve">
                                      <p:cBhvr>
                                        <p:cTn id="21"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altLang="en-US" sz="4400" dirty="0">
                <a:ea typeface="ＭＳ Ｐゴシック" panose="020B0600070205080204" pitchFamily="34" charset="-128"/>
              </a:rPr>
              <a:t>Maintaining user/server state: cookies</a:t>
            </a:r>
            <a:endParaRPr lang="en-US" sz="4400" dirty="0"/>
          </a:p>
        </p:txBody>
      </p:sp>
      <p:sp>
        <p:nvSpPr>
          <p:cNvPr id="96" name="Text Box 5">
            <a:extLst>
              <a:ext uri="{FF2B5EF4-FFF2-40B4-BE49-F238E27FC236}">
                <a16:creationId xmlns:a16="http://schemas.microsoft.com/office/drawing/2014/main" id="{BDD58876-57D5-6242-A5A0-1F4F57BBD486}"/>
              </a:ext>
            </a:extLst>
          </p:cNvPr>
          <p:cNvSpPr txBox="1">
            <a:spLocks noChangeArrowheads="1"/>
          </p:cNvSpPr>
          <p:nvPr/>
        </p:nvSpPr>
        <p:spPr bwMode="auto">
          <a:xfrm>
            <a:off x="2092674" y="1266659"/>
            <a:ext cx="8739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CC0000"/>
                </a:solidFill>
                <a:effectLst/>
                <a:uLnTx/>
                <a:uFillTx/>
                <a:latin typeface="Calibri"/>
                <a:ea typeface="ＭＳ Ｐゴシック" panose="020B0600070205080204" pitchFamily="34" charset="-128"/>
                <a:cs typeface="+mn-cs"/>
              </a:rPr>
              <a:t>client</a:t>
            </a:r>
          </a:p>
        </p:txBody>
      </p:sp>
      <p:sp>
        <p:nvSpPr>
          <p:cNvPr id="97" name="Text Box 6">
            <a:extLst>
              <a:ext uri="{FF2B5EF4-FFF2-40B4-BE49-F238E27FC236}">
                <a16:creationId xmlns:a16="http://schemas.microsoft.com/office/drawing/2014/main" id="{2C7DB634-32FD-8242-867E-9B9E0867E967}"/>
              </a:ext>
            </a:extLst>
          </p:cNvPr>
          <p:cNvSpPr txBox="1">
            <a:spLocks noChangeArrowheads="1"/>
          </p:cNvSpPr>
          <p:nvPr/>
        </p:nvSpPr>
        <p:spPr bwMode="auto">
          <a:xfrm>
            <a:off x="7045557" y="1520844"/>
            <a:ext cx="20521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CC0000"/>
                </a:solidFill>
                <a:effectLst/>
                <a:uLnTx/>
                <a:uFillTx/>
                <a:latin typeface="Calibri"/>
                <a:ea typeface="ＭＳ Ｐゴシック" panose="020B0600070205080204" pitchFamily="34" charset="-128"/>
                <a:cs typeface="+mn-cs"/>
              </a:rPr>
              <a:t>Amazon server</a:t>
            </a:r>
          </a:p>
        </p:txBody>
      </p:sp>
      <p:grpSp>
        <p:nvGrpSpPr>
          <p:cNvPr id="98" name="Group 90">
            <a:extLst>
              <a:ext uri="{FF2B5EF4-FFF2-40B4-BE49-F238E27FC236}">
                <a16:creationId xmlns:a16="http://schemas.microsoft.com/office/drawing/2014/main" id="{94011BFB-FD4F-E449-8218-8F0FBC795682}"/>
              </a:ext>
            </a:extLst>
          </p:cNvPr>
          <p:cNvGrpSpPr>
            <a:grpSpLocks/>
          </p:cNvGrpSpPr>
          <p:nvPr/>
        </p:nvGrpSpPr>
        <p:grpSpPr bwMode="auto">
          <a:xfrm>
            <a:off x="2996806" y="4057653"/>
            <a:ext cx="3873500" cy="458788"/>
            <a:chOff x="1414" y="2657"/>
            <a:chExt cx="2440" cy="289"/>
          </a:xfrm>
        </p:grpSpPr>
        <p:sp>
          <p:nvSpPr>
            <p:cNvPr id="99" name="Line 16">
              <a:extLst>
                <a:ext uri="{FF2B5EF4-FFF2-40B4-BE49-F238E27FC236}">
                  <a16:creationId xmlns:a16="http://schemas.microsoft.com/office/drawing/2014/main" id="{88BDB1BC-CF22-D740-8FD0-3286D32A2A6C}"/>
                </a:ext>
              </a:extLst>
            </p:cNvPr>
            <p:cNvSpPr>
              <a:spLocks noChangeShapeType="1"/>
            </p:cNvSpPr>
            <p:nvPr/>
          </p:nvSpPr>
          <p:spPr bwMode="auto">
            <a:xfrm flipH="1">
              <a:off x="1414" y="2657"/>
              <a:ext cx="2440" cy="249"/>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nvGrpSpPr>
            <p:cNvPr id="100" name="Group 17">
              <a:extLst>
                <a:ext uri="{FF2B5EF4-FFF2-40B4-BE49-F238E27FC236}">
                  <a16:creationId xmlns:a16="http://schemas.microsoft.com/office/drawing/2014/main" id="{1663D802-36E9-1C4C-BFE3-BD3D0033505C}"/>
                </a:ext>
              </a:extLst>
            </p:cNvPr>
            <p:cNvGrpSpPr>
              <a:grpSpLocks/>
            </p:cNvGrpSpPr>
            <p:nvPr/>
          </p:nvGrpSpPr>
          <p:grpSpPr bwMode="auto">
            <a:xfrm>
              <a:off x="1553" y="2694"/>
              <a:ext cx="1897" cy="252"/>
              <a:chOff x="3268" y="2846"/>
              <a:chExt cx="1897" cy="252"/>
            </a:xfrm>
          </p:grpSpPr>
          <p:sp>
            <p:nvSpPr>
              <p:cNvPr id="101" name="Rectangle 18">
                <a:extLst>
                  <a:ext uri="{FF2B5EF4-FFF2-40B4-BE49-F238E27FC236}">
                    <a16:creationId xmlns:a16="http://schemas.microsoft.com/office/drawing/2014/main" id="{F3795387-184E-6040-B5E5-4A94444CF86C}"/>
                  </a:ext>
                </a:extLst>
              </p:cNvPr>
              <p:cNvSpPr>
                <a:spLocks noChangeArrowheads="1"/>
              </p:cNvSpPr>
              <p:nvPr/>
            </p:nvSpPr>
            <p:spPr bwMode="auto">
              <a:xfrm>
                <a:off x="3282" y="2856"/>
                <a:ext cx="1692" cy="198"/>
              </a:xfrm>
              <a:prstGeom prst="rect">
                <a:avLst/>
              </a:prstGeom>
              <a:solidFill>
                <a:srgbClr val="FFFFFF"/>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02" name="Text Box 19">
                <a:extLst>
                  <a:ext uri="{FF2B5EF4-FFF2-40B4-BE49-F238E27FC236}">
                    <a16:creationId xmlns:a16="http://schemas.microsoft.com/office/drawing/2014/main" id="{1E8E6531-8FF1-1C40-8C70-630F4E1475AD}"/>
                  </a:ext>
                </a:extLst>
              </p:cNvPr>
              <p:cNvSpPr txBox="1">
                <a:spLocks noChangeArrowheads="1"/>
              </p:cNvSpPr>
              <p:nvPr/>
            </p:nvSpPr>
            <p:spPr bwMode="auto">
              <a:xfrm>
                <a:off x="3268" y="2846"/>
                <a:ext cx="1897" cy="252"/>
              </a:xfrm>
              <a:prstGeom prst="rect">
                <a:avLst/>
              </a:prstGeom>
              <a:solidFill>
                <a:srgbClr val="FFFFFF"/>
              </a:solidFill>
              <a:ln w="9525">
                <a:solidFill>
                  <a:srgbClr val="000000"/>
                </a:solidFill>
                <a:miter lim="800000"/>
                <a:headEnd/>
                <a:tailEnd/>
              </a:ln>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usual HTTP response msg</a:t>
                </a: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grpSp>
      <p:grpSp>
        <p:nvGrpSpPr>
          <p:cNvPr id="103" name="Group 94">
            <a:extLst>
              <a:ext uri="{FF2B5EF4-FFF2-40B4-BE49-F238E27FC236}">
                <a16:creationId xmlns:a16="http://schemas.microsoft.com/office/drawing/2014/main" id="{A02DFDF0-ACF5-0944-BB01-BEA857B2408F}"/>
              </a:ext>
            </a:extLst>
          </p:cNvPr>
          <p:cNvGrpSpPr>
            <a:grpSpLocks/>
          </p:cNvGrpSpPr>
          <p:nvPr/>
        </p:nvGrpSpPr>
        <p:grpSpPr bwMode="auto">
          <a:xfrm>
            <a:off x="3002432" y="5867498"/>
            <a:ext cx="3859213" cy="463549"/>
            <a:chOff x="1392" y="3579"/>
            <a:chExt cx="2431" cy="292"/>
          </a:xfrm>
        </p:grpSpPr>
        <p:sp>
          <p:nvSpPr>
            <p:cNvPr id="104" name="Line 24">
              <a:extLst>
                <a:ext uri="{FF2B5EF4-FFF2-40B4-BE49-F238E27FC236}">
                  <a16:creationId xmlns:a16="http://schemas.microsoft.com/office/drawing/2014/main" id="{EEB16C5E-89E3-9248-A0E9-068D3F51C40E}"/>
                </a:ext>
              </a:extLst>
            </p:cNvPr>
            <p:cNvSpPr>
              <a:spLocks noChangeShapeType="1"/>
            </p:cNvSpPr>
            <p:nvPr/>
          </p:nvSpPr>
          <p:spPr bwMode="auto">
            <a:xfrm flipH="1">
              <a:off x="1392" y="3579"/>
              <a:ext cx="2431" cy="266"/>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07" name="Text Box 27">
              <a:extLst>
                <a:ext uri="{FF2B5EF4-FFF2-40B4-BE49-F238E27FC236}">
                  <a16:creationId xmlns:a16="http://schemas.microsoft.com/office/drawing/2014/main" id="{474B7C25-022E-B449-BFB7-79520686A1C4}"/>
                </a:ext>
              </a:extLst>
            </p:cNvPr>
            <p:cNvSpPr txBox="1">
              <a:spLocks noChangeArrowheads="1"/>
            </p:cNvSpPr>
            <p:nvPr/>
          </p:nvSpPr>
          <p:spPr bwMode="auto">
            <a:xfrm>
              <a:off x="1598" y="3619"/>
              <a:ext cx="1852" cy="252"/>
            </a:xfrm>
            <a:prstGeom prst="rect">
              <a:avLst/>
            </a:prstGeom>
            <a:solidFill>
              <a:srgbClr val="FFFFFF"/>
            </a:solidFill>
            <a:ln w="9525">
              <a:solidFill>
                <a:srgbClr val="000000"/>
              </a:solidFill>
              <a:miter lim="800000"/>
              <a:headEnd/>
              <a:tailEnd/>
            </a:ln>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usual HTTP response msg</a:t>
              </a: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sp>
        <p:nvSpPr>
          <p:cNvPr id="108" name="Text Box 59">
            <a:extLst>
              <a:ext uri="{FF2B5EF4-FFF2-40B4-BE49-F238E27FC236}">
                <a16:creationId xmlns:a16="http://schemas.microsoft.com/office/drawing/2014/main" id="{8FCE1392-BEBB-7649-A72C-5DBA317615AC}"/>
              </a:ext>
            </a:extLst>
          </p:cNvPr>
          <p:cNvSpPr txBox="1">
            <a:spLocks noChangeArrowheads="1"/>
          </p:cNvSpPr>
          <p:nvPr/>
        </p:nvSpPr>
        <p:spPr bwMode="auto">
          <a:xfrm>
            <a:off x="1733156" y="2293935"/>
            <a:ext cx="1787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cookie file</a:t>
            </a:r>
          </a:p>
        </p:txBody>
      </p:sp>
      <p:sp>
        <p:nvSpPr>
          <p:cNvPr id="109" name="Text Box 66">
            <a:extLst>
              <a:ext uri="{FF2B5EF4-FFF2-40B4-BE49-F238E27FC236}">
                <a16:creationId xmlns:a16="http://schemas.microsoft.com/office/drawing/2014/main" id="{0A6A1E02-F6BE-5D46-AD20-D1F7027FB454}"/>
              </a:ext>
            </a:extLst>
          </p:cNvPr>
          <p:cNvSpPr txBox="1">
            <a:spLocks noChangeArrowheads="1"/>
          </p:cNvSpPr>
          <p:nvPr/>
        </p:nvSpPr>
        <p:spPr bwMode="auto">
          <a:xfrm>
            <a:off x="1550772" y="4672055"/>
            <a:ext cx="18101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one week later:</a:t>
            </a:r>
          </a:p>
        </p:txBody>
      </p:sp>
      <p:grpSp>
        <p:nvGrpSpPr>
          <p:cNvPr id="110" name="Group 89">
            <a:extLst>
              <a:ext uri="{FF2B5EF4-FFF2-40B4-BE49-F238E27FC236}">
                <a16:creationId xmlns:a16="http://schemas.microsoft.com/office/drawing/2014/main" id="{40D8E44C-8C6C-D542-9BE7-10406B51CDF5}"/>
              </a:ext>
            </a:extLst>
          </p:cNvPr>
          <p:cNvGrpSpPr>
            <a:grpSpLocks/>
          </p:cNvGrpSpPr>
          <p:nvPr/>
        </p:nvGrpSpPr>
        <p:grpSpPr bwMode="auto">
          <a:xfrm>
            <a:off x="2998327" y="3429000"/>
            <a:ext cx="6777024" cy="1128713"/>
            <a:chOff x="1411" y="2261"/>
            <a:chExt cx="3533" cy="711"/>
          </a:xfrm>
        </p:grpSpPr>
        <p:sp>
          <p:nvSpPr>
            <p:cNvPr id="111" name="Line 12">
              <a:extLst>
                <a:ext uri="{FF2B5EF4-FFF2-40B4-BE49-F238E27FC236}">
                  <a16:creationId xmlns:a16="http://schemas.microsoft.com/office/drawing/2014/main" id="{153DBCD9-AEFE-0D4C-84B4-A29E1AAACC2D}"/>
                </a:ext>
              </a:extLst>
            </p:cNvPr>
            <p:cNvSpPr>
              <a:spLocks noChangeShapeType="1"/>
            </p:cNvSpPr>
            <p:nvPr/>
          </p:nvSpPr>
          <p:spPr bwMode="auto">
            <a:xfrm>
              <a:off x="1411" y="2361"/>
              <a:ext cx="2016" cy="24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12" name="Text Box 15">
              <a:extLst>
                <a:ext uri="{FF2B5EF4-FFF2-40B4-BE49-F238E27FC236}">
                  <a16:creationId xmlns:a16="http://schemas.microsoft.com/office/drawing/2014/main" id="{B4EE3ACA-27BC-0046-99A0-E10CEAF86486}"/>
                </a:ext>
              </a:extLst>
            </p:cNvPr>
            <p:cNvSpPr txBox="1">
              <a:spLocks noChangeArrowheads="1"/>
            </p:cNvSpPr>
            <p:nvPr/>
          </p:nvSpPr>
          <p:spPr bwMode="auto">
            <a:xfrm>
              <a:off x="1548" y="2261"/>
              <a:ext cx="1689" cy="404"/>
            </a:xfrm>
            <a:prstGeom prst="rect">
              <a:avLst/>
            </a:prstGeom>
            <a:solidFill>
              <a:srgbClr val="FFFFFF"/>
            </a:solidFill>
            <a:ln w="9525">
              <a:solidFill>
                <a:srgbClr val="000000"/>
              </a:solidFill>
              <a:miter lim="800000"/>
              <a:headEnd/>
              <a:tailEnd/>
            </a:ln>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usual HTTP request msg</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cookie: 1678</a:t>
              </a:r>
            </a:p>
          </p:txBody>
        </p:sp>
        <p:sp>
          <p:nvSpPr>
            <p:cNvPr id="113" name="Text Box 28">
              <a:extLst>
                <a:ext uri="{FF2B5EF4-FFF2-40B4-BE49-F238E27FC236}">
                  <a16:creationId xmlns:a16="http://schemas.microsoft.com/office/drawing/2014/main" id="{E0C8E058-016B-9643-8EC4-38404A2A2EE1}"/>
                </a:ext>
              </a:extLst>
            </p:cNvPr>
            <p:cNvSpPr txBox="1">
              <a:spLocks noChangeArrowheads="1"/>
            </p:cNvSpPr>
            <p:nvPr/>
          </p:nvSpPr>
          <p:spPr bwMode="auto">
            <a:xfrm>
              <a:off x="3549" y="2332"/>
              <a:ext cx="607"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cookie-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specific</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action</a:t>
              </a:r>
            </a:p>
          </p:txBody>
        </p:sp>
        <p:sp>
          <p:nvSpPr>
            <p:cNvPr id="114" name="Line 42">
              <a:extLst>
                <a:ext uri="{FF2B5EF4-FFF2-40B4-BE49-F238E27FC236}">
                  <a16:creationId xmlns:a16="http://schemas.microsoft.com/office/drawing/2014/main" id="{AEE1E959-6738-514B-BC11-A0C6268B0814}"/>
                </a:ext>
              </a:extLst>
            </p:cNvPr>
            <p:cNvSpPr>
              <a:spLocks noChangeShapeType="1"/>
            </p:cNvSpPr>
            <p:nvPr/>
          </p:nvSpPr>
          <p:spPr bwMode="auto">
            <a:xfrm flipV="1">
              <a:off x="4252" y="2367"/>
              <a:ext cx="692" cy="269"/>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nvGrpSpPr>
            <p:cNvPr id="115" name="Group 83">
              <a:extLst>
                <a:ext uri="{FF2B5EF4-FFF2-40B4-BE49-F238E27FC236}">
                  <a16:creationId xmlns:a16="http://schemas.microsoft.com/office/drawing/2014/main" id="{B7857F88-08E3-E240-A20C-5162D296902E}"/>
                </a:ext>
              </a:extLst>
            </p:cNvPr>
            <p:cNvGrpSpPr>
              <a:grpSpLocks/>
            </p:cNvGrpSpPr>
            <p:nvPr/>
          </p:nvGrpSpPr>
          <p:grpSpPr bwMode="auto">
            <a:xfrm>
              <a:off x="4306" y="2363"/>
              <a:ext cx="539" cy="252"/>
              <a:chOff x="4306" y="2273"/>
              <a:chExt cx="539" cy="252"/>
            </a:xfrm>
          </p:grpSpPr>
          <p:sp>
            <p:nvSpPr>
              <p:cNvPr id="116" name="Rectangle 72">
                <a:extLst>
                  <a:ext uri="{FF2B5EF4-FFF2-40B4-BE49-F238E27FC236}">
                    <a16:creationId xmlns:a16="http://schemas.microsoft.com/office/drawing/2014/main" id="{597ACCEC-4FF2-6B40-8454-C2F1F6A7C109}"/>
                  </a:ext>
                </a:extLst>
              </p:cNvPr>
              <p:cNvSpPr>
                <a:spLocks noChangeArrowheads="1"/>
              </p:cNvSpPr>
              <p:nvPr/>
            </p:nvSpPr>
            <p:spPr bwMode="auto">
              <a:xfrm>
                <a:off x="4409" y="2365"/>
                <a:ext cx="384" cy="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17" name="Text Box 43">
                <a:extLst>
                  <a:ext uri="{FF2B5EF4-FFF2-40B4-BE49-F238E27FC236}">
                    <a16:creationId xmlns:a16="http://schemas.microsoft.com/office/drawing/2014/main" id="{361D7D30-A4D4-5C44-878A-9FE3CEA44145}"/>
                  </a:ext>
                </a:extLst>
              </p:cNvPr>
              <p:cNvSpPr txBox="1">
                <a:spLocks noChangeArrowheads="1"/>
              </p:cNvSpPr>
              <p:nvPr/>
            </p:nvSpPr>
            <p:spPr bwMode="auto">
              <a:xfrm>
                <a:off x="4306" y="2273"/>
                <a:ext cx="5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access</a:t>
                </a:r>
              </a:p>
            </p:txBody>
          </p:sp>
        </p:grpSp>
      </p:grpSp>
      <p:grpSp>
        <p:nvGrpSpPr>
          <p:cNvPr id="118" name="Group 81">
            <a:extLst>
              <a:ext uri="{FF2B5EF4-FFF2-40B4-BE49-F238E27FC236}">
                <a16:creationId xmlns:a16="http://schemas.microsoft.com/office/drawing/2014/main" id="{CCEC4E82-EFC9-4646-BCEE-C0B8C7E94B5A}"/>
              </a:ext>
            </a:extLst>
          </p:cNvPr>
          <p:cNvGrpSpPr>
            <a:grpSpLocks/>
          </p:cNvGrpSpPr>
          <p:nvPr/>
        </p:nvGrpSpPr>
        <p:grpSpPr bwMode="auto">
          <a:xfrm>
            <a:off x="1704581" y="1762123"/>
            <a:ext cx="1066800" cy="565150"/>
            <a:chOff x="527" y="1047"/>
            <a:chExt cx="855" cy="486"/>
          </a:xfrm>
        </p:grpSpPr>
        <p:sp>
          <p:nvSpPr>
            <p:cNvPr id="119" name="AutoShape 67">
              <a:extLst>
                <a:ext uri="{FF2B5EF4-FFF2-40B4-BE49-F238E27FC236}">
                  <a16:creationId xmlns:a16="http://schemas.microsoft.com/office/drawing/2014/main" id="{3FF0F743-E4ED-2B41-96D3-06A33C2442CD}"/>
                </a:ext>
              </a:extLst>
            </p:cNvPr>
            <p:cNvSpPr>
              <a:spLocks noChangeArrowheads="1"/>
            </p:cNvSpPr>
            <p:nvPr/>
          </p:nvSpPr>
          <p:spPr bwMode="auto">
            <a:xfrm>
              <a:off x="527" y="1047"/>
              <a:ext cx="855" cy="486"/>
            </a:xfrm>
            <a:prstGeom prst="can">
              <a:avLst>
                <a:gd name="adj" fmla="val 25000"/>
              </a:avLst>
            </a:prstGeom>
            <a:solidFill>
              <a:srgbClr val="3333CC"/>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20" name="Text Box 60">
              <a:extLst>
                <a:ext uri="{FF2B5EF4-FFF2-40B4-BE49-F238E27FC236}">
                  <a16:creationId xmlns:a16="http://schemas.microsoft.com/office/drawing/2014/main" id="{6117DA15-C6DD-B847-B11A-0D6EFDBC12FE}"/>
                </a:ext>
              </a:extLst>
            </p:cNvPr>
            <p:cNvSpPr txBox="1">
              <a:spLocks noChangeArrowheads="1"/>
            </p:cNvSpPr>
            <p:nvPr/>
          </p:nvSpPr>
          <p:spPr bwMode="auto">
            <a:xfrm>
              <a:off x="552" y="1193"/>
              <a:ext cx="805"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dirty="0">
                  <a:ln>
                    <a:noFill/>
                  </a:ln>
                  <a:solidFill>
                    <a:srgbClr val="FFFFFF"/>
                  </a:solidFill>
                  <a:effectLst/>
                  <a:uLnTx/>
                  <a:uFillTx/>
                  <a:latin typeface="Calibri"/>
                  <a:ea typeface="ＭＳ Ｐゴシック" panose="020B0600070205080204" pitchFamily="34" charset="-128"/>
                  <a:cs typeface="+mn-cs"/>
                </a:rPr>
                <a:t>ebay 8734</a:t>
              </a:r>
            </a:p>
          </p:txBody>
        </p:sp>
      </p:grpSp>
      <p:grpSp>
        <p:nvGrpSpPr>
          <p:cNvPr id="121" name="Group 95">
            <a:extLst>
              <a:ext uri="{FF2B5EF4-FFF2-40B4-BE49-F238E27FC236}">
                <a16:creationId xmlns:a16="http://schemas.microsoft.com/office/drawing/2014/main" id="{6419469C-19C4-3947-B461-0398BDE5A56E}"/>
              </a:ext>
            </a:extLst>
          </p:cNvPr>
          <p:cNvGrpSpPr>
            <a:grpSpLocks/>
          </p:cNvGrpSpPr>
          <p:nvPr/>
        </p:nvGrpSpPr>
        <p:grpSpPr bwMode="auto">
          <a:xfrm>
            <a:off x="2952356" y="1946272"/>
            <a:ext cx="6972540" cy="1301749"/>
            <a:chOff x="1386" y="1327"/>
            <a:chExt cx="3730" cy="820"/>
          </a:xfrm>
        </p:grpSpPr>
        <p:sp>
          <p:nvSpPr>
            <p:cNvPr id="122" name="Line 4">
              <a:extLst>
                <a:ext uri="{FF2B5EF4-FFF2-40B4-BE49-F238E27FC236}">
                  <a16:creationId xmlns:a16="http://schemas.microsoft.com/office/drawing/2014/main" id="{53358BBA-04B8-9D40-89A7-C1749138D109}"/>
                </a:ext>
              </a:extLst>
            </p:cNvPr>
            <p:cNvSpPr>
              <a:spLocks noChangeShapeType="1"/>
            </p:cNvSpPr>
            <p:nvPr/>
          </p:nvSpPr>
          <p:spPr bwMode="auto">
            <a:xfrm>
              <a:off x="1386" y="1355"/>
              <a:ext cx="2082" cy="24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23" name="Text Box 8">
              <a:extLst>
                <a:ext uri="{FF2B5EF4-FFF2-40B4-BE49-F238E27FC236}">
                  <a16:creationId xmlns:a16="http://schemas.microsoft.com/office/drawing/2014/main" id="{437463ED-2B74-A04D-85BF-36A6CD1ADBE8}"/>
                </a:ext>
              </a:extLst>
            </p:cNvPr>
            <p:cNvSpPr txBox="1">
              <a:spLocks noChangeArrowheads="1"/>
            </p:cNvSpPr>
            <p:nvPr/>
          </p:nvSpPr>
          <p:spPr bwMode="auto">
            <a:xfrm>
              <a:off x="1554" y="1327"/>
              <a:ext cx="1689" cy="252"/>
            </a:xfrm>
            <a:prstGeom prst="rect">
              <a:avLst/>
            </a:prstGeom>
            <a:solidFill>
              <a:srgbClr val="FFFFFF"/>
            </a:solidFill>
            <a:ln w="9525">
              <a:solidFill>
                <a:srgbClr val="000000"/>
              </a:solidFill>
              <a:miter lim="800000"/>
              <a:headEnd/>
              <a:tailEnd/>
            </a:ln>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usual HTTP request msg</a:t>
              </a:r>
            </a:p>
          </p:txBody>
        </p:sp>
        <p:sp>
          <p:nvSpPr>
            <p:cNvPr id="124" name="Text Box 31">
              <a:extLst>
                <a:ext uri="{FF2B5EF4-FFF2-40B4-BE49-F238E27FC236}">
                  <a16:creationId xmlns:a16="http://schemas.microsoft.com/office/drawing/2014/main" id="{8689192D-F56C-1640-861C-3C443D419F8C}"/>
                </a:ext>
              </a:extLst>
            </p:cNvPr>
            <p:cNvSpPr txBox="1">
              <a:spLocks noChangeArrowheads="1"/>
            </p:cNvSpPr>
            <p:nvPr/>
          </p:nvSpPr>
          <p:spPr bwMode="auto">
            <a:xfrm>
              <a:off x="3460" y="1390"/>
              <a:ext cx="848"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Amazon server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creates ID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1678 for user</a:t>
              </a:r>
              <a:endParaRPr kumimoji="0" lang="en-US" altLang="en-US" sz="20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endParaRPr>
            </a:p>
          </p:txBody>
        </p:sp>
        <p:grpSp>
          <p:nvGrpSpPr>
            <p:cNvPr id="125" name="Group 82">
              <a:extLst>
                <a:ext uri="{FF2B5EF4-FFF2-40B4-BE49-F238E27FC236}">
                  <a16:creationId xmlns:a16="http://schemas.microsoft.com/office/drawing/2014/main" id="{03DF1B1A-A9A9-854D-8891-346BB0DBAA8C}"/>
                </a:ext>
              </a:extLst>
            </p:cNvPr>
            <p:cNvGrpSpPr>
              <a:grpSpLocks/>
            </p:cNvGrpSpPr>
            <p:nvPr/>
          </p:nvGrpSpPr>
          <p:grpSpPr bwMode="auto">
            <a:xfrm>
              <a:off x="4377" y="1730"/>
              <a:ext cx="739" cy="417"/>
              <a:chOff x="4377" y="1640"/>
              <a:chExt cx="739" cy="417"/>
            </a:xfrm>
          </p:grpSpPr>
          <p:sp>
            <p:nvSpPr>
              <p:cNvPr id="126" name="Line 40">
                <a:extLst>
                  <a:ext uri="{FF2B5EF4-FFF2-40B4-BE49-F238E27FC236}">
                    <a16:creationId xmlns:a16="http://schemas.microsoft.com/office/drawing/2014/main" id="{52C051AD-65C2-504B-9A70-F8E72303C4F6}"/>
                  </a:ext>
                </a:extLst>
              </p:cNvPr>
              <p:cNvSpPr>
                <a:spLocks noChangeShapeType="1"/>
              </p:cNvSpPr>
              <p:nvPr/>
            </p:nvSpPr>
            <p:spPr bwMode="auto">
              <a:xfrm>
                <a:off x="4377" y="1640"/>
                <a:ext cx="659" cy="4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27" name="Rectangle 73">
                <a:extLst>
                  <a:ext uri="{FF2B5EF4-FFF2-40B4-BE49-F238E27FC236}">
                    <a16:creationId xmlns:a16="http://schemas.microsoft.com/office/drawing/2014/main" id="{7F34673E-5298-3241-9317-86EC3DD70F2D}"/>
                  </a:ext>
                </a:extLst>
              </p:cNvPr>
              <p:cNvSpPr>
                <a:spLocks noChangeArrowheads="1"/>
              </p:cNvSpPr>
              <p:nvPr/>
            </p:nvSpPr>
            <p:spPr bwMode="auto">
              <a:xfrm>
                <a:off x="4470" y="1729"/>
                <a:ext cx="602" cy="2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28" name="Text Box 41">
                <a:extLst>
                  <a:ext uri="{FF2B5EF4-FFF2-40B4-BE49-F238E27FC236}">
                    <a16:creationId xmlns:a16="http://schemas.microsoft.com/office/drawing/2014/main" id="{F17F9C36-958E-4C47-BE78-4A1A5F072669}"/>
                  </a:ext>
                </a:extLst>
              </p:cNvPr>
              <p:cNvSpPr txBox="1">
                <a:spLocks noChangeArrowheads="1"/>
              </p:cNvSpPr>
              <p:nvPr/>
            </p:nvSpPr>
            <p:spPr bwMode="auto">
              <a:xfrm>
                <a:off x="4381" y="1702"/>
                <a:ext cx="735"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75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create</a:t>
                </a:r>
              </a:p>
              <a:p>
                <a:pPr marL="0" marR="0" lvl="0" indent="0" algn="l" defTabSz="914400" rtl="0" eaLnBrk="0" fontAlgn="base" latinLnBrk="0" hangingPunct="0">
                  <a:lnSpc>
                    <a:spcPct val="75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    entry</a:t>
                </a:r>
              </a:p>
            </p:txBody>
          </p:sp>
        </p:grpSp>
      </p:grpSp>
      <p:grpSp>
        <p:nvGrpSpPr>
          <p:cNvPr id="129" name="Group 88">
            <a:extLst>
              <a:ext uri="{FF2B5EF4-FFF2-40B4-BE49-F238E27FC236}">
                <a16:creationId xmlns:a16="http://schemas.microsoft.com/office/drawing/2014/main" id="{7A1CD3F5-FA12-5E48-9AC5-0FFB79FB2A15}"/>
              </a:ext>
            </a:extLst>
          </p:cNvPr>
          <p:cNvGrpSpPr>
            <a:grpSpLocks/>
          </p:cNvGrpSpPr>
          <p:nvPr/>
        </p:nvGrpSpPr>
        <p:grpSpPr bwMode="auto">
          <a:xfrm>
            <a:off x="1675603" y="2474086"/>
            <a:ext cx="5151555" cy="890270"/>
            <a:chOff x="462" y="1603"/>
            <a:chExt cx="3550" cy="719"/>
          </a:xfrm>
        </p:grpSpPr>
        <p:sp>
          <p:nvSpPr>
            <p:cNvPr id="130" name="Line 9">
              <a:extLst>
                <a:ext uri="{FF2B5EF4-FFF2-40B4-BE49-F238E27FC236}">
                  <a16:creationId xmlns:a16="http://schemas.microsoft.com/office/drawing/2014/main" id="{34D0E0B7-0FCE-BB41-80D4-74036A27503A}"/>
                </a:ext>
              </a:extLst>
            </p:cNvPr>
            <p:cNvSpPr>
              <a:spLocks noChangeShapeType="1"/>
            </p:cNvSpPr>
            <p:nvPr/>
          </p:nvSpPr>
          <p:spPr bwMode="auto">
            <a:xfrm flipH="1">
              <a:off x="1404" y="1603"/>
              <a:ext cx="2608" cy="27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31" name="Text Box 11">
              <a:extLst>
                <a:ext uri="{FF2B5EF4-FFF2-40B4-BE49-F238E27FC236}">
                  <a16:creationId xmlns:a16="http://schemas.microsoft.com/office/drawing/2014/main" id="{C2A582BF-35AD-EC42-8C5E-BCF7C4420C15}"/>
                </a:ext>
              </a:extLst>
            </p:cNvPr>
            <p:cNvSpPr txBox="1">
              <a:spLocks noChangeArrowheads="1"/>
            </p:cNvSpPr>
            <p:nvPr/>
          </p:nvSpPr>
          <p:spPr bwMode="auto">
            <a:xfrm>
              <a:off x="1552" y="1650"/>
              <a:ext cx="1665" cy="518"/>
            </a:xfrm>
            <a:prstGeom prst="rect">
              <a:avLst/>
            </a:prstGeom>
            <a:solidFill>
              <a:srgbClr val="FFFFFF"/>
            </a:solidFill>
            <a:ln w="9525">
              <a:solidFill>
                <a:srgbClr val="000000"/>
              </a:solidFill>
              <a:miter lim="800000"/>
              <a:headEnd/>
              <a:tailEnd/>
            </a:ln>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usual HTTP response </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set-cookie: 1678 </a:t>
              </a:r>
            </a:p>
          </p:txBody>
        </p:sp>
        <p:grpSp>
          <p:nvGrpSpPr>
            <p:cNvPr id="132" name="Group 76">
              <a:extLst>
                <a:ext uri="{FF2B5EF4-FFF2-40B4-BE49-F238E27FC236}">
                  <a16:creationId xmlns:a16="http://schemas.microsoft.com/office/drawing/2014/main" id="{9B50E41F-6BE8-5B41-B57A-83E988A059B1}"/>
                </a:ext>
              </a:extLst>
            </p:cNvPr>
            <p:cNvGrpSpPr>
              <a:grpSpLocks/>
            </p:cNvGrpSpPr>
            <p:nvPr/>
          </p:nvGrpSpPr>
          <p:grpSpPr bwMode="auto">
            <a:xfrm>
              <a:off x="462" y="1836"/>
              <a:ext cx="1004" cy="486"/>
              <a:chOff x="687" y="1746"/>
              <a:chExt cx="1004" cy="486"/>
            </a:xfrm>
          </p:grpSpPr>
          <p:sp>
            <p:nvSpPr>
              <p:cNvPr id="133" name="AutoShape 74">
                <a:extLst>
                  <a:ext uri="{FF2B5EF4-FFF2-40B4-BE49-F238E27FC236}">
                    <a16:creationId xmlns:a16="http://schemas.microsoft.com/office/drawing/2014/main" id="{0B53BA64-2104-564F-AC68-42F70CD1847E}"/>
                  </a:ext>
                </a:extLst>
              </p:cNvPr>
              <p:cNvSpPr>
                <a:spLocks noChangeArrowheads="1"/>
              </p:cNvSpPr>
              <p:nvPr/>
            </p:nvSpPr>
            <p:spPr bwMode="auto">
              <a:xfrm>
                <a:off x="702" y="1746"/>
                <a:ext cx="735" cy="486"/>
              </a:xfrm>
              <a:prstGeom prst="can">
                <a:avLst>
                  <a:gd name="adj" fmla="val 25000"/>
                </a:avLst>
              </a:prstGeom>
              <a:solidFill>
                <a:srgbClr val="3333CC"/>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34" name="Text Box 75">
                <a:extLst>
                  <a:ext uri="{FF2B5EF4-FFF2-40B4-BE49-F238E27FC236}">
                    <a16:creationId xmlns:a16="http://schemas.microsoft.com/office/drawing/2014/main" id="{40EF6721-60A7-E646-8306-ACE2C580AA17}"/>
                  </a:ext>
                </a:extLst>
              </p:cNvPr>
              <p:cNvSpPr txBox="1">
                <a:spLocks noChangeArrowheads="1"/>
              </p:cNvSpPr>
              <p:nvPr/>
            </p:nvSpPr>
            <p:spPr bwMode="auto">
              <a:xfrm>
                <a:off x="687" y="1836"/>
                <a:ext cx="100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1" i="0" u="none" strike="noStrike" kern="0" cap="none" spc="0" normalizeH="0" baseline="0" noProof="0" dirty="0">
                    <a:ln>
                      <a:noFill/>
                    </a:ln>
                    <a:solidFill>
                      <a:srgbClr val="FFFFFF"/>
                    </a:solidFill>
                    <a:effectLst/>
                    <a:uLnTx/>
                    <a:uFillTx/>
                    <a:latin typeface="Calibri"/>
                    <a:ea typeface="ＭＳ Ｐゴシック" panose="020B0600070205080204" pitchFamily="34" charset="-128"/>
                    <a:cs typeface="+mn-cs"/>
                  </a:rPr>
                  <a:t>ebay 8734</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1" i="0" u="none" strike="noStrike" kern="0" cap="none" spc="0" normalizeH="0" baseline="0" noProof="0" dirty="0">
                    <a:ln>
                      <a:noFill/>
                    </a:ln>
                    <a:solidFill>
                      <a:srgbClr val="FFFFFF"/>
                    </a:solidFill>
                    <a:effectLst/>
                    <a:uLnTx/>
                    <a:uFillTx/>
                    <a:latin typeface="Calibri"/>
                    <a:ea typeface="ＭＳ Ｐゴシック" panose="020B0600070205080204" pitchFamily="34" charset="-128"/>
                    <a:cs typeface="+mn-cs"/>
                  </a:rPr>
                  <a:t>amazon 1678</a:t>
                </a:r>
              </a:p>
            </p:txBody>
          </p:sp>
        </p:grpSp>
      </p:grpSp>
      <p:grpSp>
        <p:nvGrpSpPr>
          <p:cNvPr id="135" name="Group 93">
            <a:extLst>
              <a:ext uri="{FF2B5EF4-FFF2-40B4-BE49-F238E27FC236}">
                <a16:creationId xmlns:a16="http://schemas.microsoft.com/office/drawing/2014/main" id="{3301D1A0-4332-D44D-9339-6985DCD61D45}"/>
              </a:ext>
            </a:extLst>
          </p:cNvPr>
          <p:cNvGrpSpPr>
            <a:grpSpLocks/>
          </p:cNvGrpSpPr>
          <p:nvPr/>
        </p:nvGrpSpPr>
        <p:grpSpPr bwMode="auto">
          <a:xfrm>
            <a:off x="2994226" y="4365354"/>
            <a:ext cx="6781125" cy="2001838"/>
            <a:chOff x="1406" y="2641"/>
            <a:chExt cx="3562" cy="1261"/>
          </a:xfrm>
        </p:grpSpPr>
        <p:sp>
          <p:nvSpPr>
            <p:cNvPr id="136" name="Line 20">
              <a:extLst>
                <a:ext uri="{FF2B5EF4-FFF2-40B4-BE49-F238E27FC236}">
                  <a16:creationId xmlns:a16="http://schemas.microsoft.com/office/drawing/2014/main" id="{27A08B61-84D4-974B-B631-032C83422CF0}"/>
                </a:ext>
              </a:extLst>
            </p:cNvPr>
            <p:cNvSpPr>
              <a:spLocks noChangeShapeType="1"/>
            </p:cNvSpPr>
            <p:nvPr/>
          </p:nvSpPr>
          <p:spPr bwMode="auto">
            <a:xfrm>
              <a:off x="1406" y="3293"/>
              <a:ext cx="2032" cy="24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37" name="Text Box 23">
              <a:extLst>
                <a:ext uri="{FF2B5EF4-FFF2-40B4-BE49-F238E27FC236}">
                  <a16:creationId xmlns:a16="http://schemas.microsoft.com/office/drawing/2014/main" id="{C0FE6E20-0831-D147-9963-B3CABC0FF1A0}"/>
                </a:ext>
              </a:extLst>
            </p:cNvPr>
            <p:cNvSpPr txBox="1">
              <a:spLocks noChangeArrowheads="1"/>
            </p:cNvSpPr>
            <p:nvPr/>
          </p:nvSpPr>
          <p:spPr bwMode="auto">
            <a:xfrm>
              <a:off x="1561" y="3171"/>
              <a:ext cx="1689" cy="404"/>
            </a:xfrm>
            <a:prstGeom prst="rect">
              <a:avLst/>
            </a:prstGeom>
            <a:solidFill>
              <a:srgbClr val="FFFFFF"/>
            </a:solidFill>
            <a:ln w="9525">
              <a:solidFill>
                <a:srgbClr val="000000"/>
              </a:solidFill>
              <a:miter lim="800000"/>
              <a:headEnd/>
              <a:tailEnd/>
            </a:ln>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usual HTTP request msg</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cookie: 1678</a:t>
              </a:r>
            </a:p>
          </p:txBody>
        </p:sp>
        <p:sp>
          <p:nvSpPr>
            <p:cNvPr id="138" name="Text Box 29">
              <a:extLst>
                <a:ext uri="{FF2B5EF4-FFF2-40B4-BE49-F238E27FC236}">
                  <a16:creationId xmlns:a16="http://schemas.microsoft.com/office/drawing/2014/main" id="{8241B379-77A9-114B-8D91-05EAB5E6DC9B}"/>
                </a:ext>
              </a:extLst>
            </p:cNvPr>
            <p:cNvSpPr txBox="1">
              <a:spLocks noChangeArrowheads="1"/>
            </p:cNvSpPr>
            <p:nvPr/>
          </p:nvSpPr>
          <p:spPr bwMode="auto">
            <a:xfrm>
              <a:off x="3579" y="3262"/>
              <a:ext cx="607"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cookie-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specific</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99"/>
                  </a:solidFill>
                  <a:effectLst/>
                  <a:uLnTx/>
                  <a:uFillTx/>
                  <a:latin typeface="Calibri"/>
                  <a:ea typeface="ＭＳ Ｐゴシック" panose="020B0600070205080204" pitchFamily="34" charset="-128"/>
                  <a:cs typeface="+mn-cs"/>
                </a:rPr>
                <a:t>action</a:t>
              </a:r>
            </a:p>
          </p:txBody>
        </p:sp>
        <p:sp>
          <p:nvSpPr>
            <p:cNvPr id="139" name="Line 44">
              <a:extLst>
                <a:ext uri="{FF2B5EF4-FFF2-40B4-BE49-F238E27FC236}">
                  <a16:creationId xmlns:a16="http://schemas.microsoft.com/office/drawing/2014/main" id="{E200A986-F657-7343-BB4C-41C023FA5311}"/>
                </a:ext>
              </a:extLst>
            </p:cNvPr>
            <p:cNvSpPr>
              <a:spLocks noChangeShapeType="1"/>
            </p:cNvSpPr>
            <p:nvPr/>
          </p:nvSpPr>
          <p:spPr bwMode="auto">
            <a:xfrm flipV="1">
              <a:off x="4181" y="2641"/>
              <a:ext cx="787" cy="86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40" name="Text Box 71">
              <a:extLst>
                <a:ext uri="{FF2B5EF4-FFF2-40B4-BE49-F238E27FC236}">
                  <a16:creationId xmlns:a16="http://schemas.microsoft.com/office/drawing/2014/main" id="{CCBDD99D-1C5A-2749-9C7B-9D0A6E0A3C92}"/>
                </a:ext>
              </a:extLst>
            </p:cNvPr>
            <p:cNvSpPr txBox="1">
              <a:spLocks noChangeArrowheads="1"/>
            </p:cNvSpPr>
            <p:nvPr/>
          </p:nvSpPr>
          <p:spPr bwMode="auto">
            <a:xfrm>
              <a:off x="4287" y="2939"/>
              <a:ext cx="539" cy="2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rPr>
                <a:t>access</a:t>
              </a:r>
            </a:p>
          </p:txBody>
        </p:sp>
      </p:grpSp>
      <p:grpSp>
        <p:nvGrpSpPr>
          <p:cNvPr id="141" name="Group 77">
            <a:extLst>
              <a:ext uri="{FF2B5EF4-FFF2-40B4-BE49-F238E27FC236}">
                <a16:creationId xmlns:a16="http://schemas.microsoft.com/office/drawing/2014/main" id="{147D74CA-2DA8-1241-A8E8-3EF2E932E88E}"/>
              </a:ext>
            </a:extLst>
          </p:cNvPr>
          <p:cNvGrpSpPr>
            <a:grpSpLocks/>
          </p:cNvGrpSpPr>
          <p:nvPr/>
        </p:nvGrpSpPr>
        <p:grpSpPr bwMode="auto">
          <a:xfrm>
            <a:off x="1655687" y="5113066"/>
            <a:ext cx="1389062" cy="633978"/>
            <a:chOff x="702" y="1746"/>
            <a:chExt cx="1004" cy="486"/>
          </a:xfrm>
        </p:grpSpPr>
        <p:sp>
          <p:nvSpPr>
            <p:cNvPr id="142" name="AutoShape 78">
              <a:extLst>
                <a:ext uri="{FF2B5EF4-FFF2-40B4-BE49-F238E27FC236}">
                  <a16:creationId xmlns:a16="http://schemas.microsoft.com/office/drawing/2014/main" id="{19C72BA2-8506-044E-A290-911BA7AE5D6E}"/>
                </a:ext>
              </a:extLst>
            </p:cNvPr>
            <p:cNvSpPr>
              <a:spLocks noChangeArrowheads="1"/>
            </p:cNvSpPr>
            <p:nvPr/>
          </p:nvSpPr>
          <p:spPr bwMode="auto">
            <a:xfrm>
              <a:off x="735" y="1746"/>
              <a:ext cx="773" cy="486"/>
            </a:xfrm>
            <a:prstGeom prst="can">
              <a:avLst>
                <a:gd name="adj" fmla="val 25000"/>
              </a:avLst>
            </a:prstGeom>
            <a:solidFill>
              <a:srgbClr val="3333CC"/>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43" name="Text Box 79">
              <a:extLst>
                <a:ext uri="{FF2B5EF4-FFF2-40B4-BE49-F238E27FC236}">
                  <a16:creationId xmlns:a16="http://schemas.microsoft.com/office/drawing/2014/main" id="{DF0A1B9A-EFCF-7042-A14D-D22FE4D35A09}"/>
                </a:ext>
              </a:extLst>
            </p:cNvPr>
            <p:cNvSpPr txBox="1">
              <a:spLocks noChangeArrowheads="1"/>
            </p:cNvSpPr>
            <p:nvPr/>
          </p:nvSpPr>
          <p:spPr bwMode="auto">
            <a:xfrm>
              <a:off x="702" y="1851"/>
              <a:ext cx="100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1" i="0" u="none" strike="noStrike" kern="0" cap="none" spc="0" normalizeH="0" baseline="0" noProof="0" dirty="0">
                  <a:ln>
                    <a:noFill/>
                  </a:ln>
                  <a:solidFill>
                    <a:srgbClr val="FFFFFF"/>
                  </a:solidFill>
                  <a:effectLst/>
                  <a:uLnTx/>
                  <a:uFillTx/>
                  <a:latin typeface="Calibri"/>
                  <a:ea typeface="ＭＳ Ｐゴシック" panose="020B0600070205080204" pitchFamily="34" charset="-128"/>
                  <a:cs typeface="+mn-cs"/>
                </a:rPr>
                <a:t>ebay 8734</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1" i="0" u="none" strike="noStrike" kern="0" cap="none" spc="0" normalizeH="0" baseline="0" noProof="0" dirty="0">
                  <a:ln>
                    <a:noFill/>
                  </a:ln>
                  <a:solidFill>
                    <a:srgbClr val="FFFFFF"/>
                  </a:solidFill>
                  <a:effectLst/>
                  <a:uLnTx/>
                  <a:uFillTx/>
                  <a:latin typeface="Calibri"/>
                  <a:ea typeface="ＭＳ Ｐゴシック" panose="020B0600070205080204" pitchFamily="34" charset="-128"/>
                  <a:cs typeface="+mn-cs"/>
                </a:rPr>
                <a:t>amazon 1678</a:t>
              </a:r>
              <a:endParaRPr kumimoji="0" lang="en-US" altLang="en-US" sz="1600" b="1" i="0" u="none" strike="noStrike" kern="0" cap="none" spc="0" normalizeH="0" baseline="0" noProof="0" dirty="0">
                <a:ln>
                  <a:noFill/>
                </a:ln>
                <a:solidFill>
                  <a:srgbClr val="FFFFFF"/>
                </a:solidFill>
                <a:effectLst/>
                <a:uLnTx/>
                <a:uFillTx/>
                <a:latin typeface="Calibri"/>
                <a:ea typeface="ＭＳ Ｐゴシック" panose="020B0600070205080204" pitchFamily="34" charset="-128"/>
                <a:cs typeface="+mn-cs"/>
              </a:endParaRPr>
            </a:p>
          </p:txBody>
        </p:sp>
      </p:grpSp>
      <p:sp>
        <p:nvSpPr>
          <p:cNvPr id="144" name="Text Box 80">
            <a:extLst>
              <a:ext uri="{FF2B5EF4-FFF2-40B4-BE49-F238E27FC236}">
                <a16:creationId xmlns:a16="http://schemas.microsoft.com/office/drawing/2014/main" id="{EC583638-A99A-9144-B11A-E459DCDD4BA4}"/>
              </a:ext>
            </a:extLst>
          </p:cNvPr>
          <p:cNvSpPr txBox="1">
            <a:spLocks noChangeArrowheads="1"/>
          </p:cNvSpPr>
          <p:nvPr/>
        </p:nvSpPr>
        <p:spPr bwMode="auto">
          <a:xfrm>
            <a:off x="9834963" y="2582111"/>
            <a:ext cx="114005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CC0000"/>
                </a:solidFill>
                <a:effectLst/>
                <a:uLnTx/>
                <a:uFillTx/>
                <a:latin typeface="Calibri"/>
                <a:ea typeface="ＭＳ Ｐゴシック" panose="020B0600070205080204" pitchFamily="34" charset="-128"/>
                <a:cs typeface="+mn-cs"/>
              </a:rPr>
              <a:t>backend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CC0000"/>
                </a:solidFill>
                <a:effectLst/>
                <a:uLnTx/>
                <a:uFillTx/>
                <a:latin typeface="Calibri"/>
                <a:ea typeface="ＭＳ Ｐゴシック" panose="020B0600070205080204" pitchFamily="34" charset="-128"/>
                <a:cs typeface="+mn-cs"/>
              </a:rPr>
              <a:t>database</a:t>
            </a:r>
          </a:p>
        </p:txBody>
      </p:sp>
      <p:sp>
        <p:nvSpPr>
          <p:cNvPr id="145" name="AutoShape 327">
            <a:extLst>
              <a:ext uri="{FF2B5EF4-FFF2-40B4-BE49-F238E27FC236}">
                <a16:creationId xmlns:a16="http://schemas.microsoft.com/office/drawing/2014/main" id="{774E3BE6-BFC9-C849-B588-B56E574DA6BE}"/>
              </a:ext>
            </a:extLst>
          </p:cNvPr>
          <p:cNvSpPr>
            <a:spLocks noChangeArrowheads="1"/>
          </p:cNvSpPr>
          <p:nvPr/>
        </p:nvSpPr>
        <p:spPr bwMode="auto">
          <a:xfrm>
            <a:off x="10104838" y="3202824"/>
            <a:ext cx="592138" cy="908050"/>
          </a:xfrm>
          <a:prstGeom prst="can">
            <a:avLst>
              <a:gd name="adj" fmla="val 31004"/>
            </a:avLst>
          </a:prstGeom>
          <a:gradFill rotWithShape="1">
            <a:gsLst>
              <a:gs pos="0">
                <a:srgbClr val="000099"/>
              </a:gs>
              <a:gs pos="100000">
                <a:srgbClr val="FFFFFF"/>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Arial" panose="020B0604020202020204" pitchFamily="34" charset="0"/>
            </a:endParaRPr>
          </a:p>
        </p:txBody>
      </p:sp>
      <p:grpSp>
        <p:nvGrpSpPr>
          <p:cNvPr id="146" name="Group 63">
            <a:extLst>
              <a:ext uri="{FF2B5EF4-FFF2-40B4-BE49-F238E27FC236}">
                <a16:creationId xmlns:a16="http://schemas.microsoft.com/office/drawing/2014/main" id="{1D650FE6-EFAF-DA42-B6C3-89E2D30D6710}"/>
              </a:ext>
            </a:extLst>
          </p:cNvPr>
          <p:cNvGrpSpPr>
            <a:grpSpLocks/>
          </p:cNvGrpSpPr>
          <p:nvPr/>
        </p:nvGrpSpPr>
        <p:grpSpPr bwMode="auto">
          <a:xfrm>
            <a:off x="6709231" y="1274501"/>
            <a:ext cx="351110" cy="610396"/>
            <a:chOff x="4140" y="429"/>
            <a:chExt cx="1425" cy="2396"/>
          </a:xfrm>
        </p:grpSpPr>
        <p:sp>
          <p:nvSpPr>
            <p:cNvPr id="147" name="Freeform 64">
              <a:extLst>
                <a:ext uri="{FF2B5EF4-FFF2-40B4-BE49-F238E27FC236}">
                  <a16:creationId xmlns:a16="http://schemas.microsoft.com/office/drawing/2014/main" id="{23F46B7A-88B4-C64E-A298-064AE8ED2082}"/>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48" name="Rectangle 65">
              <a:extLst>
                <a:ext uri="{FF2B5EF4-FFF2-40B4-BE49-F238E27FC236}">
                  <a16:creationId xmlns:a16="http://schemas.microsoft.com/office/drawing/2014/main" id="{932E7E2F-358A-204B-ACA1-ECA34C748CE3}"/>
                </a:ext>
              </a:extLst>
            </p:cNvPr>
            <p:cNvSpPr>
              <a:spLocks noChangeArrowheads="1"/>
            </p:cNvSpPr>
            <p:nvPr/>
          </p:nvSpPr>
          <p:spPr bwMode="auto">
            <a:xfrm>
              <a:off x="4206" y="429"/>
              <a:ext cx="1045"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49" name="Freeform 66">
              <a:extLst>
                <a:ext uri="{FF2B5EF4-FFF2-40B4-BE49-F238E27FC236}">
                  <a16:creationId xmlns:a16="http://schemas.microsoft.com/office/drawing/2014/main" id="{5AD2CC4E-2BC1-3742-B273-CCF9557498AC}"/>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50" name="Freeform 67">
              <a:extLst>
                <a:ext uri="{FF2B5EF4-FFF2-40B4-BE49-F238E27FC236}">
                  <a16:creationId xmlns:a16="http://schemas.microsoft.com/office/drawing/2014/main" id="{1DBFB074-4990-854E-B454-9FF52C6C403D}"/>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51" name="Rectangle 68">
              <a:extLst>
                <a:ext uri="{FF2B5EF4-FFF2-40B4-BE49-F238E27FC236}">
                  <a16:creationId xmlns:a16="http://schemas.microsoft.com/office/drawing/2014/main" id="{BE0EBEA8-CD1D-5047-B6F1-2FAA1FF32D21}"/>
                </a:ext>
              </a:extLst>
            </p:cNvPr>
            <p:cNvSpPr>
              <a:spLocks noChangeArrowheads="1"/>
            </p:cNvSpPr>
            <p:nvPr/>
          </p:nvSpPr>
          <p:spPr bwMode="auto">
            <a:xfrm>
              <a:off x="4212" y="695"/>
              <a:ext cx="594"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nvGrpSpPr>
            <p:cNvPr id="152" name="Group 69">
              <a:extLst>
                <a:ext uri="{FF2B5EF4-FFF2-40B4-BE49-F238E27FC236}">
                  <a16:creationId xmlns:a16="http://schemas.microsoft.com/office/drawing/2014/main" id="{FB3D83DD-33C0-D64F-AEA3-0EDE4789704D}"/>
                </a:ext>
              </a:extLst>
            </p:cNvPr>
            <p:cNvGrpSpPr>
              <a:grpSpLocks/>
            </p:cNvGrpSpPr>
            <p:nvPr/>
          </p:nvGrpSpPr>
          <p:grpSpPr bwMode="auto">
            <a:xfrm>
              <a:off x="4749" y="668"/>
              <a:ext cx="581" cy="145"/>
              <a:chOff x="614" y="2568"/>
              <a:chExt cx="725" cy="139"/>
            </a:xfrm>
          </p:grpSpPr>
          <p:sp>
            <p:nvSpPr>
              <p:cNvPr id="177" name="AutoShape 70">
                <a:extLst>
                  <a:ext uri="{FF2B5EF4-FFF2-40B4-BE49-F238E27FC236}">
                    <a16:creationId xmlns:a16="http://schemas.microsoft.com/office/drawing/2014/main" id="{9F58D14A-E308-6E43-8765-29117CEB2DCF}"/>
                  </a:ext>
                </a:extLst>
              </p:cNvPr>
              <p:cNvSpPr>
                <a:spLocks noChangeArrowheads="1"/>
              </p:cNvSpPr>
              <p:nvPr/>
            </p:nvSpPr>
            <p:spPr bwMode="auto">
              <a:xfrm>
                <a:off x="616" y="2566"/>
                <a:ext cx="721"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78" name="AutoShape 71">
                <a:extLst>
                  <a:ext uri="{FF2B5EF4-FFF2-40B4-BE49-F238E27FC236}">
                    <a16:creationId xmlns:a16="http://schemas.microsoft.com/office/drawing/2014/main" id="{990E0E9A-D7D4-F540-994A-F5A32D42A3A6}"/>
                  </a:ext>
                </a:extLst>
              </p:cNvPr>
              <p:cNvSpPr>
                <a:spLocks noChangeArrowheads="1"/>
              </p:cNvSpPr>
              <p:nvPr/>
            </p:nvSpPr>
            <p:spPr bwMode="auto">
              <a:xfrm>
                <a:off x="630" y="2580"/>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sp>
          <p:nvSpPr>
            <p:cNvPr id="153" name="Rectangle 72">
              <a:extLst>
                <a:ext uri="{FF2B5EF4-FFF2-40B4-BE49-F238E27FC236}">
                  <a16:creationId xmlns:a16="http://schemas.microsoft.com/office/drawing/2014/main" id="{914BF847-475C-7C47-96A4-CAFCCACEC2BC}"/>
                </a:ext>
              </a:extLst>
            </p:cNvPr>
            <p:cNvSpPr>
              <a:spLocks noChangeArrowheads="1"/>
            </p:cNvSpPr>
            <p:nvPr/>
          </p:nvSpPr>
          <p:spPr bwMode="auto">
            <a:xfrm>
              <a:off x="4223" y="1021"/>
              <a:ext cx="600"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nvGrpSpPr>
            <p:cNvPr id="154" name="Group 73">
              <a:extLst>
                <a:ext uri="{FF2B5EF4-FFF2-40B4-BE49-F238E27FC236}">
                  <a16:creationId xmlns:a16="http://schemas.microsoft.com/office/drawing/2014/main" id="{A276F146-AB6A-8C4E-BD8B-856A510CB009}"/>
                </a:ext>
              </a:extLst>
            </p:cNvPr>
            <p:cNvGrpSpPr>
              <a:grpSpLocks/>
            </p:cNvGrpSpPr>
            <p:nvPr/>
          </p:nvGrpSpPr>
          <p:grpSpPr bwMode="auto">
            <a:xfrm>
              <a:off x="4747" y="994"/>
              <a:ext cx="581" cy="134"/>
              <a:chOff x="614" y="2568"/>
              <a:chExt cx="725" cy="139"/>
            </a:xfrm>
          </p:grpSpPr>
          <p:sp>
            <p:nvSpPr>
              <p:cNvPr id="175" name="AutoShape 74">
                <a:extLst>
                  <a:ext uri="{FF2B5EF4-FFF2-40B4-BE49-F238E27FC236}">
                    <a16:creationId xmlns:a16="http://schemas.microsoft.com/office/drawing/2014/main" id="{FB783255-C8AF-CD4E-84DF-1573DF917DE7}"/>
                  </a:ext>
                </a:extLst>
              </p:cNvPr>
              <p:cNvSpPr>
                <a:spLocks noChangeArrowheads="1"/>
              </p:cNvSpPr>
              <p:nvPr/>
            </p:nvSpPr>
            <p:spPr bwMode="auto">
              <a:xfrm>
                <a:off x="612" y="2570"/>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76" name="AutoShape 75">
                <a:extLst>
                  <a:ext uri="{FF2B5EF4-FFF2-40B4-BE49-F238E27FC236}">
                    <a16:creationId xmlns:a16="http://schemas.microsoft.com/office/drawing/2014/main" id="{46E81119-BF44-D945-96D2-7A6A2F19ECA5}"/>
                  </a:ext>
                </a:extLst>
              </p:cNvPr>
              <p:cNvSpPr>
                <a:spLocks noChangeArrowheads="1"/>
              </p:cNvSpPr>
              <p:nvPr/>
            </p:nvSpPr>
            <p:spPr bwMode="auto">
              <a:xfrm>
                <a:off x="625" y="2585"/>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sp>
          <p:nvSpPr>
            <p:cNvPr id="155" name="Rectangle 76">
              <a:extLst>
                <a:ext uri="{FF2B5EF4-FFF2-40B4-BE49-F238E27FC236}">
                  <a16:creationId xmlns:a16="http://schemas.microsoft.com/office/drawing/2014/main" id="{823BB60D-416A-0746-BBEF-9DC4528B9F68}"/>
                </a:ext>
              </a:extLst>
            </p:cNvPr>
            <p:cNvSpPr>
              <a:spLocks noChangeArrowheads="1"/>
            </p:cNvSpPr>
            <p:nvPr/>
          </p:nvSpPr>
          <p:spPr bwMode="auto">
            <a:xfrm>
              <a:off x="4217" y="1356"/>
              <a:ext cx="594"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56" name="Rectangle 77">
              <a:extLst>
                <a:ext uri="{FF2B5EF4-FFF2-40B4-BE49-F238E27FC236}">
                  <a16:creationId xmlns:a16="http://schemas.microsoft.com/office/drawing/2014/main" id="{500EA440-64F5-FE43-A9CD-EC38855A5BA4}"/>
                </a:ext>
              </a:extLst>
            </p:cNvPr>
            <p:cNvSpPr>
              <a:spLocks noChangeArrowheads="1"/>
            </p:cNvSpPr>
            <p:nvPr/>
          </p:nvSpPr>
          <p:spPr bwMode="auto">
            <a:xfrm>
              <a:off x="4228" y="1657"/>
              <a:ext cx="594"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nvGrpSpPr>
            <p:cNvPr id="157" name="Group 78">
              <a:extLst>
                <a:ext uri="{FF2B5EF4-FFF2-40B4-BE49-F238E27FC236}">
                  <a16:creationId xmlns:a16="http://schemas.microsoft.com/office/drawing/2014/main" id="{014CE493-B3CF-454F-97A3-BF80992E345C}"/>
                </a:ext>
              </a:extLst>
            </p:cNvPr>
            <p:cNvGrpSpPr>
              <a:grpSpLocks/>
            </p:cNvGrpSpPr>
            <p:nvPr/>
          </p:nvGrpSpPr>
          <p:grpSpPr bwMode="auto">
            <a:xfrm>
              <a:off x="4735" y="1627"/>
              <a:ext cx="582" cy="151"/>
              <a:chOff x="614" y="2568"/>
              <a:chExt cx="725" cy="139"/>
            </a:xfrm>
          </p:grpSpPr>
          <p:sp>
            <p:nvSpPr>
              <p:cNvPr id="173" name="AutoShape 79">
                <a:extLst>
                  <a:ext uri="{FF2B5EF4-FFF2-40B4-BE49-F238E27FC236}">
                    <a16:creationId xmlns:a16="http://schemas.microsoft.com/office/drawing/2014/main" id="{40259673-2628-3C41-9A32-A9512F4B2954}"/>
                  </a:ext>
                </a:extLst>
              </p:cNvPr>
              <p:cNvSpPr>
                <a:spLocks noChangeArrowheads="1"/>
              </p:cNvSpPr>
              <p:nvPr/>
            </p:nvSpPr>
            <p:spPr bwMode="auto">
              <a:xfrm>
                <a:off x="613" y="2568"/>
                <a:ext cx="727"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74" name="AutoShape 80">
                <a:extLst>
                  <a:ext uri="{FF2B5EF4-FFF2-40B4-BE49-F238E27FC236}">
                    <a16:creationId xmlns:a16="http://schemas.microsoft.com/office/drawing/2014/main" id="{F5B75204-14D3-4949-85E6-E03DC0637846}"/>
                  </a:ext>
                </a:extLst>
              </p:cNvPr>
              <p:cNvSpPr>
                <a:spLocks noChangeArrowheads="1"/>
              </p:cNvSpPr>
              <p:nvPr/>
            </p:nvSpPr>
            <p:spPr bwMode="auto">
              <a:xfrm>
                <a:off x="627" y="2586"/>
                <a:ext cx="692"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sp>
          <p:nvSpPr>
            <p:cNvPr id="158" name="Freeform 81">
              <a:extLst>
                <a:ext uri="{FF2B5EF4-FFF2-40B4-BE49-F238E27FC236}">
                  <a16:creationId xmlns:a16="http://schemas.microsoft.com/office/drawing/2014/main" id="{C088528D-4021-6642-8A80-03351DCF25F9}"/>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nvGrpSpPr>
            <p:cNvPr id="159" name="Group 82">
              <a:extLst>
                <a:ext uri="{FF2B5EF4-FFF2-40B4-BE49-F238E27FC236}">
                  <a16:creationId xmlns:a16="http://schemas.microsoft.com/office/drawing/2014/main" id="{1859255F-C0C6-124B-9F92-5E236F8BD3AF}"/>
                </a:ext>
              </a:extLst>
            </p:cNvPr>
            <p:cNvGrpSpPr>
              <a:grpSpLocks/>
            </p:cNvGrpSpPr>
            <p:nvPr/>
          </p:nvGrpSpPr>
          <p:grpSpPr bwMode="auto">
            <a:xfrm>
              <a:off x="4739" y="1327"/>
              <a:ext cx="582" cy="139"/>
              <a:chOff x="614" y="2568"/>
              <a:chExt cx="725" cy="139"/>
            </a:xfrm>
          </p:grpSpPr>
          <p:sp>
            <p:nvSpPr>
              <p:cNvPr id="171" name="AutoShape 83">
                <a:extLst>
                  <a:ext uri="{FF2B5EF4-FFF2-40B4-BE49-F238E27FC236}">
                    <a16:creationId xmlns:a16="http://schemas.microsoft.com/office/drawing/2014/main" id="{C035ED52-DDB2-C843-9FFF-5BC45A6C065A}"/>
                  </a:ext>
                </a:extLst>
              </p:cNvPr>
              <p:cNvSpPr>
                <a:spLocks noChangeArrowheads="1"/>
              </p:cNvSpPr>
              <p:nvPr/>
            </p:nvSpPr>
            <p:spPr bwMode="auto">
              <a:xfrm>
                <a:off x="615" y="2567"/>
                <a:ext cx="727"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72" name="AutoShape 84">
                <a:extLst>
                  <a:ext uri="{FF2B5EF4-FFF2-40B4-BE49-F238E27FC236}">
                    <a16:creationId xmlns:a16="http://schemas.microsoft.com/office/drawing/2014/main" id="{E3C20259-037C-3641-A789-24D0DCCDCAB3}"/>
                  </a:ext>
                </a:extLst>
              </p:cNvPr>
              <p:cNvSpPr>
                <a:spLocks noChangeArrowheads="1"/>
              </p:cNvSpPr>
              <p:nvPr/>
            </p:nvSpPr>
            <p:spPr bwMode="auto">
              <a:xfrm>
                <a:off x="629" y="2582"/>
                <a:ext cx="692"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sp>
          <p:nvSpPr>
            <p:cNvPr id="160" name="Rectangle 85">
              <a:extLst>
                <a:ext uri="{FF2B5EF4-FFF2-40B4-BE49-F238E27FC236}">
                  <a16:creationId xmlns:a16="http://schemas.microsoft.com/office/drawing/2014/main" id="{AAA45EA2-DB28-264A-8894-70368F48D2E2}"/>
                </a:ext>
              </a:extLst>
            </p:cNvPr>
            <p:cNvSpPr>
              <a:spLocks noChangeArrowheads="1"/>
            </p:cNvSpPr>
            <p:nvPr/>
          </p:nvSpPr>
          <p:spPr bwMode="auto">
            <a:xfrm>
              <a:off x="5251" y="429"/>
              <a:ext cx="66"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61" name="Freeform 86">
              <a:extLst>
                <a:ext uri="{FF2B5EF4-FFF2-40B4-BE49-F238E27FC236}">
                  <a16:creationId xmlns:a16="http://schemas.microsoft.com/office/drawing/2014/main" id="{056A9634-8A28-174F-BB52-3C9B4E9694A1}"/>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62" name="Freeform 87">
              <a:extLst>
                <a:ext uri="{FF2B5EF4-FFF2-40B4-BE49-F238E27FC236}">
                  <a16:creationId xmlns:a16="http://schemas.microsoft.com/office/drawing/2014/main" id="{28B4EE70-3F36-D84A-BBF7-26FCDCAB2CA7}"/>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63" name="Oval 88">
              <a:extLst>
                <a:ext uri="{FF2B5EF4-FFF2-40B4-BE49-F238E27FC236}">
                  <a16:creationId xmlns:a16="http://schemas.microsoft.com/office/drawing/2014/main" id="{AFA23CDD-2C19-364F-8CB6-E34A3A50AA96}"/>
                </a:ext>
              </a:extLst>
            </p:cNvPr>
            <p:cNvSpPr>
              <a:spLocks noChangeArrowheads="1"/>
            </p:cNvSpPr>
            <p:nvPr/>
          </p:nvSpPr>
          <p:spPr bwMode="auto">
            <a:xfrm>
              <a:off x="5515" y="2613"/>
              <a:ext cx="50"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64" name="Freeform 89">
              <a:extLst>
                <a:ext uri="{FF2B5EF4-FFF2-40B4-BE49-F238E27FC236}">
                  <a16:creationId xmlns:a16="http://schemas.microsoft.com/office/drawing/2014/main" id="{C80FF08C-B05A-5742-B82B-9D6BFBFA2EF0}"/>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65" name="AutoShape 90">
              <a:extLst>
                <a:ext uri="{FF2B5EF4-FFF2-40B4-BE49-F238E27FC236}">
                  <a16:creationId xmlns:a16="http://schemas.microsoft.com/office/drawing/2014/main" id="{D46EF758-7531-924C-8A33-5AC571E08EE6}"/>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66" name="AutoShape 91">
              <a:extLst>
                <a:ext uri="{FF2B5EF4-FFF2-40B4-BE49-F238E27FC236}">
                  <a16:creationId xmlns:a16="http://schemas.microsoft.com/office/drawing/2014/main" id="{E252E208-3522-884B-9DE7-7EB157685A2F}"/>
                </a:ext>
              </a:extLst>
            </p:cNvPr>
            <p:cNvSpPr>
              <a:spLocks noChangeArrowheads="1"/>
            </p:cNvSpPr>
            <p:nvPr/>
          </p:nvSpPr>
          <p:spPr bwMode="auto">
            <a:xfrm>
              <a:off x="4206" y="2712"/>
              <a:ext cx="1067" cy="84"/>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67" name="Oval 92">
              <a:extLst>
                <a:ext uri="{FF2B5EF4-FFF2-40B4-BE49-F238E27FC236}">
                  <a16:creationId xmlns:a16="http://schemas.microsoft.com/office/drawing/2014/main" id="{957DD520-6280-3E4E-BAD7-651F51413973}"/>
                </a:ext>
              </a:extLst>
            </p:cNvPr>
            <p:cNvSpPr>
              <a:spLocks noChangeArrowheads="1"/>
            </p:cNvSpPr>
            <p:nvPr/>
          </p:nvSpPr>
          <p:spPr bwMode="auto">
            <a:xfrm>
              <a:off x="4311" y="2381"/>
              <a:ext cx="154"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68" name="Oval 93">
              <a:extLst>
                <a:ext uri="{FF2B5EF4-FFF2-40B4-BE49-F238E27FC236}">
                  <a16:creationId xmlns:a16="http://schemas.microsoft.com/office/drawing/2014/main" id="{ECF80637-5F56-1F4E-A6A8-ED0FA8AC5356}"/>
                </a:ext>
              </a:extLst>
            </p:cNvPr>
            <p:cNvSpPr>
              <a:spLocks noChangeArrowheads="1"/>
            </p:cNvSpPr>
            <p:nvPr/>
          </p:nvSpPr>
          <p:spPr bwMode="auto">
            <a:xfrm>
              <a:off x="4487" y="2386"/>
              <a:ext cx="160"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a:ea typeface="ＭＳ Ｐゴシック" panose="020B0600070205080204" pitchFamily="34" charset="-128"/>
                <a:cs typeface="Arial" panose="020B0604020202020204" pitchFamily="34" charset="0"/>
              </a:endParaRPr>
            </a:p>
          </p:txBody>
        </p:sp>
        <p:sp>
          <p:nvSpPr>
            <p:cNvPr id="169" name="Oval 94">
              <a:extLst>
                <a:ext uri="{FF2B5EF4-FFF2-40B4-BE49-F238E27FC236}">
                  <a16:creationId xmlns:a16="http://schemas.microsoft.com/office/drawing/2014/main" id="{FFEB5237-B81D-9B45-A444-21BB499020C9}"/>
                </a:ext>
              </a:extLst>
            </p:cNvPr>
            <p:cNvSpPr>
              <a:spLocks noChangeArrowheads="1"/>
            </p:cNvSpPr>
            <p:nvPr/>
          </p:nvSpPr>
          <p:spPr bwMode="auto">
            <a:xfrm>
              <a:off x="4663" y="2381"/>
              <a:ext cx="160"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sp>
          <p:nvSpPr>
            <p:cNvPr id="170" name="Rectangle 95">
              <a:extLst>
                <a:ext uri="{FF2B5EF4-FFF2-40B4-BE49-F238E27FC236}">
                  <a16:creationId xmlns:a16="http://schemas.microsoft.com/office/drawing/2014/main" id="{8C2A523A-6ED6-094A-8260-B51956D795A7}"/>
                </a:ext>
              </a:extLst>
            </p:cNvPr>
            <p:cNvSpPr>
              <a:spLocks noChangeArrowheads="1"/>
            </p:cNvSpPr>
            <p:nvPr/>
          </p:nvSpPr>
          <p:spPr bwMode="auto">
            <a:xfrm>
              <a:off x="5064" y="1834"/>
              <a:ext cx="83" cy="764"/>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grpSp>
        <p:nvGrpSpPr>
          <p:cNvPr id="179" name="Group 96">
            <a:extLst>
              <a:ext uri="{FF2B5EF4-FFF2-40B4-BE49-F238E27FC236}">
                <a16:creationId xmlns:a16="http://schemas.microsoft.com/office/drawing/2014/main" id="{079DFC6E-4E8A-7B4D-8113-190A0989D0FB}"/>
              </a:ext>
            </a:extLst>
          </p:cNvPr>
          <p:cNvGrpSpPr>
            <a:grpSpLocks/>
          </p:cNvGrpSpPr>
          <p:nvPr/>
        </p:nvGrpSpPr>
        <p:grpSpPr bwMode="auto">
          <a:xfrm>
            <a:off x="2734523" y="1369488"/>
            <a:ext cx="667783" cy="586047"/>
            <a:chOff x="-44" y="1473"/>
            <a:chExt cx="981" cy="1105"/>
          </a:xfrm>
        </p:grpSpPr>
        <p:pic>
          <p:nvPicPr>
            <p:cNvPr id="180" name="Picture 97" descr="desktop_computer_stylized_medium">
              <a:extLst>
                <a:ext uri="{FF2B5EF4-FFF2-40B4-BE49-F238E27FC236}">
                  <a16:creationId xmlns:a16="http://schemas.microsoft.com/office/drawing/2014/main" id="{FB14A9C2-A921-3747-8B81-81EE51820A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 name="Freeform 98">
              <a:extLst>
                <a:ext uri="{FF2B5EF4-FFF2-40B4-BE49-F238E27FC236}">
                  <a16:creationId xmlns:a16="http://schemas.microsoft.com/office/drawing/2014/main" id="{9C2960BD-B3C9-AE44-9E68-217EF326BFC6}"/>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a:ea typeface="ＭＳ Ｐゴシック" panose="020B0600070205080204" pitchFamily="34" charset="-128"/>
                <a:cs typeface="+mn-cs"/>
              </a:endParaRPr>
            </a:p>
          </p:txBody>
        </p:sp>
      </p:grpSp>
      <p:sp>
        <p:nvSpPr>
          <p:cNvPr id="88" name="Line 15">
            <a:extLst>
              <a:ext uri="{FF2B5EF4-FFF2-40B4-BE49-F238E27FC236}">
                <a16:creationId xmlns:a16="http://schemas.microsoft.com/office/drawing/2014/main" id="{9030FA43-2615-A74C-949D-871EDD5258E9}"/>
              </a:ext>
            </a:extLst>
          </p:cNvPr>
          <p:cNvSpPr>
            <a:spLocks noChangeShapeType="1"/>
          </p:cNvSpPr>
          <p:nvPr/>
        </p:nvSpPr>
        <p:spPr bwMode="auto">
          <a:xfrm flipH="1">
            <a:off x="2999897" y="1993139"/>
            <a:ext cx="510" cy="4465805"/>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9" name="Text Box 37">
            <a:extLst>
              <a:ext uri="{FF2B5EF4-FFF2-40B4-BE49-F238E27FC236}">
                <a16:creationId xmlns:a16="http://schemas.microsoft.com/office/drawing/2014/main" id="{7717F97B-37DE-2442-8F9E-81FB9F33AB23}"/>
              </a:ext>
            </a:extLst>
          </p:cNvPr>
          <p:cNvSpPr txBox="1">
            <a:spLocks noChangeArrowheads="1"/>
          </p:cNvSpPr>
          <p:nvPr/>
        </p:nvSpPr>
        <p:spPr bwMode="auto">
          <a:xfrm>
            <a:off x="2746707" y="6459827"/>
            <a:ext cx="519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white">
                    <a:lumMod val="65000"/>
                  </a:prstClr>
                </a:solidFill>
                <a:effectLst/>
                <a:uLnTx/>
                <a:uFillTx/>
                <a:latin typeface="Calibri"/>
                <a:ea typeface="ＭＳ Ｐゴシック" panose="020B0600070205080204" pitchFamily="34" charset="-128"/>
                <a:cs typeface="+mn-cs"/>
              </a:rPr>
              <a:t>time</a:t>
            </a:r>
          </a:p>
        </p:txBody>
      </p:sp>
      <p:sp>
        <p:nvSpPr>
          <p:cNvPr id="90" name="Line 15">
            <a:extLst>
              <a:ext uri="{FF2B5EF4-FFF2-40B4-BE49-F238E27FC236}">
                <a16:creationId xmlns:a16="http://schemas.microsoft.com/office/drawing/2014/main" id="{6E5A588C-0539-7140-B8E3-80735DCD2D47}"/>
              </a:ext>
            </a:extLst>
          </p:cNvPr>
          <p:cNvSpPr>
            <a:spLocks noChangeShapeType="1"/>
          </p:cNvSpPr>
          <p:nvPr/>
        </p:nvSpPr>
        <p:spPr bwMode="auto">
          <a:xfrm flipH="1">
            <a:off x="6867352" y="2001551"/>
            <a:ext cx="510" cy="4465805"/>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91" name="Text Box 37">
            <a:extLst>
              <a:ext uri="{FF2B5EF4-FFF2-40B4-BE49-F238E27FC236}">
                <a16:creationId xmlns:a16="http://schemas.microsoft.com/office/drawing/2014/main" id="{716E4165-7532-204E-993F-D649CD87137C}"/>
              </a:ext>
            </a:extLst>
          </p:cNvPr>
          <p:cNvSpPr txBox="1">
            <a:spLocks noChangeArrowheads="1"/>
          </p:cNvSpPr>
          <p:nvPr/>
        </p:nvSpPr>
        <p:spPr bwMode="auto">
          <a:xfrm>
            <a:off x="6614162" y="6468239"/>
            <a:ext cx="519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white">
                    <a:lumMod val="65000"/>
                  </a:prstClr>
                </a:solidFill>
                <a:effectLst/>
                <a:uLnTx/>
                <a:uFillTx/>
                <a:latin typeface="Calibri"/>
                <a:ea typeface="ＭＳ Ｐゴシック" panose="020B0600070205080204" pitchFamily="34" charset="-128"/>
                <a:cs typeface="+mn-cs"/>
              </a:rPr>
              <a:t>time</a:t>
            </a:r>
          </a:p>
        </p:txBody>
      </p:sp>
      <p:sp>
        <p:nvSpPr>
          <p:cNvPr id="92" name="Slide Number Placeholder 2">
            <a:extLst>
              <a:ext uri="{FF2B5EF4-FFF2-40B4-BE49-F238E27FC236}">
                <a16:creationId xmlns:a16="http://schemas.microsoft.com/office/drawing/2014/main" id="{5F971824-E93B-A24D-9AB3-D5859F34EEA6}"/>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2680331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hidden"/>
                                      </p:to>
                                    </p:set>
                                  </p:childTnLst>
                                </p:cTn>
                              </p:par>
                              <p:par>
                                <p:cTn id="7" presetID="22" presetClass="entr" presetSubtype="8" fill="hold" nodeType="withEffect">
                                  <p:stCondLst>
                                    <p:cond delay="0"/>
                                  </p:stCondLst>
                                  <p:childTnLst>
                                    <p:set>
                                      <p:cBhvr>
                                        <p:cTn id="8" dur="1" fill="hold">
                                          <p:stCondLst>
                                            <p:cond delay="0"/>
                                          </p:stCondLst>
                                        </p:cTn>
                                        <p:tgtEl>
                                          <p:spTgt spid="121"/>
                                        </p:tgtEl>
                                        <p:attrNameLst>
                                          <p:attrName>style.visibility</p:attrName>
                                        </p:attrNameLst>
                                      </p:cBhvr>
                                      <p:to>
                                        <p:strVal val="visible"/>
                                      </p:to>
                                    </p:set>
                                    <p:animEffect transition="in" filter="wipe(left)">
                                      <p:cBhvr>
                                        <p:cTn id="9" dur="2000"/>
                                        <p:tgtEl>
                                          <p:spTgt spid="121"/>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129"/>
                                        </p:tgtEl>
                                        <p:attrNameLst>
                                          <p:attrName>style.visibility</p:attrName>
                                        </p:attrNameLst>
                                      </p:cBhvr>
                                      <p:to>
                                        <p:strVal val="visible"/>
                                      </p:to>
                                    </p:set>
                                    <p:animEffect transition="in" filter="wipe(right)">
                                      <p:cBhvr>
                                        <p:cTn id="14" dur="3000"/>
                                        <p:tgtEl>
                                          <p:spTgt spid="12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10"/>
                                        </p:tgtEl>
                                        <p:attrNameLst>
                                          <p:attrName>style.visibility</p:attrName>
                                        </p:attrNameLst>
                                      </p:cBhvr>
                                      <p:to>
                                        <p:strVal val="visible"/>
                                      </p:to>
                                    </p:set>
                                    <p:animEffect transition="in" filter="wipe(left)">
                                      <p:cBhvr>
                                        <p:cTn id="19" dur="2000"/>
                                        <p:tgtEl>
                                          <p:spTgt spid="110"/>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98"/>
                                        </p:tgtEl>
                                        <p:attrNameLst>
                                          <p:attrName>style.visibility</p:attrName>
                                        </p:attrNameLst>
                                      </p:cBhvr>
                                      <p:to>
                                        <p:strVal val="visible"/>
                                      </p:to>
                                    </p:set>
                                    <p:animEffect transition="in" filter="wipe(right)">
                                      <p:cBhvr>
                                        <p:cTn id="23" dur="1000"/>
                                        <p:tgtEl>
                                          <p:spTgt spid="9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9"/>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4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35"/>
                                        </p:tgtEl>
                                        <p:attrNameLst>
                                          <p:attrName>style.visibility</p:attrName>
                                        </p:attrNameLst>
                                      </p:cBhvr>
                                      <p:to>
                                        <p:strVal val="visible"/>
                                      </p:to>
                                    </p:set>
                                    <p:animEffect transition="in" filter="wipe(left)">
                                      <p:cBhvr>
                                        <p:cTn id="34" dur="2000"/>
                                        <p:tgtEl>
                                          <p:spTgt spid="135"/>
                                        </p:tgtEl>
                                      </p:cBhvr>
                                    </p:animEffect>
                                  </p:childTnLst>
                                </p:cTn>
                              </p:par>
                            </p:childTnLst>
                          </p:cTn>
                        </p:par>
                        <p:par>
                          <p:cTn id="35" fill="hold">
                            <p:stCondLst>
                              <p:cond delay="2000"/>
                            </p:stCondLst>
                            <p:childTnLst>
                              <p:par>
                                <p:cTn id="36" presetID="22" presetClass="entr" presetSubtype="2" fill="hold" nodeType="afterEffect">
                                  <p:stCondLst>
                                    <p:cond delay="0"/>
                                  </p:stCondLst>
                                  <p:childTnLst>
                                    <p:set>
                                      <p:cBhvr>
                                        <p:cTn id="37" dur="1" fill="hold">
                                          <p:stCondLst>
                                            <p:cond delay="0"/>
                                          </p:stCondLst>
                                        </p:cTn>
                                        <p:tgtEl>
                                          <p:spTgt spid="103"/>
                                        </p:tgtEl>
                                        <p:attrNameLst>
                                          <p:attrName>style.visibility</p:attrName>
                                        </p:attrNameLst>
                                      </p:cBhvr>
                                      <p:to>
                                        <p:strVal val="visible"/>
                                      </p:to>
                                    </p:set>
                                    <p:animEffect transition="in" filter="wipe(right)">
                                      <p:cBhvr>
                                        <p:cTn id="38" dur="2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0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400" dirty="0">
                <a:ea typeface="ＭＳ Ｐゴシック" panose="020B0600070205080204" pitchFamily="34" charset="-128"/>
              </a:rPr>
              <a:t>HTTP cookies: comments</a:t>
            </a:r>
            <a:endParaRPr lang="en-US" sz="4400" dirty="0"/>
          </a:p>
        </p:txBody>
      </p:sp>
      <p:sp>
        <p:nvSpPr>
          <p:cNvPr id="88" name="Rectangle 3">
            <a:extLst>
              <a:ext uri="{FF2B5EF4-FFF2-40B4-BE49-F238E27FC236}">
                <a16:creationId xmlns:a16="http://schemas.microsoft.com/office/drawing/2014/main" id="{7CD5F1C3-47BC-1645-A288-078B99127C22}"/>
              </a:ext>
            </a:extLst>
          </p:cNvPr>
          <p:cNvSpPr txBox="1">
            <a:spLocks noChangeArrowheads="1"/>
          </p:cNvSpPr>
          <p:nvPr/>
        </p:nvSpPr>
        <p:spPr>
          <a:xfrm>
            <a:off x="652174" y="1556443"/>
            <a:ext cx="6034668" cy="26416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75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What cookies can be used for</a:t>
            </a:r>
            <a:r>
              <a:rPr kumimoji="0" lang="en-US" altLang="en-US" sz="28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a:t>
            </a:r>
          </a:p>
          <a:p>
            <a:pPr marL="352425" marR="0" lvl="0" indent="-222250"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authorization</a:t>
            </a:r>
          </a:p>
          <a:p>
            <a:pPr marL="352425" marR="0" lvl="0" indent="-222250"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shopping carts</a:t>
            </a:r>
          </a:p>
          <a:p>
            <a:pPr marL="352425" marR="0" lvl="0" indent="-222250"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recommendations</a:t>
            </a:r>
          </a:p>
          <a:p>
            <a:pPr marL="352425" marR="0" lvl="0" indent="-222250"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user session state (Web e-mail)</a:t>
            </a:r>
          </a:p>
        </p:txBody>
      </p:sp>
      <p:sp>
        <p:nvSpPr>
          <p:cNvPr id="89" name="Rectangle 13">
            <a:extLst>
              <a:ext uri="{FF2B5EF4-FFF2-40B4-BE49-F238E27FC236}">
                <a16:creationId xmlns:a16="http://schemas.microsoft.com/office/drawing/2014/main" id="{BC2253F6-EA38-7C47-9CAD-4C2EC6BB22FB}"/>
              </a:ext>
            </a:extLst>
          </p:cNvPr>
          <p:cNvSpPr>
            <a:spLocks noChangeArrowheads="1"/>
          </p:cNvSpPr>
          <p:nvPr/>
        </p:nvSpPr>
        <p:spPr bwMode="auto">
          <a:xfrm>
            <a:off x="7504291" y="1568189"/>
            <a:ext cx="3810000" cy="3553646"/>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cookies and privacy:</a:t>
            </a:r>
          </a:p>
          <a:p>
            <a:pPr marL="342900" marR="0" lvl="0" indent="-342900" algn="l" defTabSz="914400" rtl="0" eaLnBrk="1" fontAlgn="auto" latinLnBrk="0" hangingPunct="1">
              <a:lnSpc>
                <a:spcPct val="90000"/>
              </a:lnSpc>
              <a:spcBef>
                <a:spcPts val="0"/>
              </a:spcBef>
              <a:spcAft>
                <a:spcPts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cookies permit sites to </a:t>
            </a: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learn</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a lot about you on their site.</a:t>
            </a:r>
          </a:p>
          <a:p>
            <a:pPr marL="342900" marR="0" lvl="0" indent="-342900" algn="l" defTabSz="914400" rtl="0" eaLnBrk="1" fontAlgn="auto" latinLnBrk="0" hangingPunct="1">
              <a:lnSpc>
                <a:spcPct val="90000"/>
              </a:lnSpc>
              <a:spcBef>
                <a:spcPts val="0"/>
              </a:spcBef>
              <a:spcAft>
                <a:spcPts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third party persistent cookies (tracking cookies) allow common identity (cookie value) to be tracked across multiple web sites</a:t>
            </a:r>
          </a:p>
        </p:txBody>
      </p:sp>
      <p:sp>
        <p:nvSpPr>
          <p:cNvPr id="90" name="Text Box 14">
            <a:extLst>
              <a:ext uri="{FF2B5EF4-FFF2-40B4-BE49-F238E27FC236}">
                <a16:creationId xmlns:a16="http://schemas.microsoft.com/office/drawing/2014/main" id="{D023EC46-D7D8-D04C-9048-D7EFE18FF312}"/>
              </a:ext>
            </a:extLst>
          </p:cNvPr>
          <p:cNvSpPr txBox="1">
            <a:spLocks noChangeArrowheads="1"/>
          </p:cNvSpPr>
          <p:nvPr/>
        </p:nvSpPr>
        <p:spPr bwMode="auto">
          <a:xfrm>
            <a:off x="10149568" y="1325611"/>
            <a:ext cx="838691"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aside</a:t>
            </a:r>
          </a:p>
        </p:txBody>
      </p:sp>
      <p:sp>
        <p:nvSpPr>
          <p:cNvPr id="91" name="Rectangle 15">
            <a:extLst>
              <a:ext uri="{FF2B5EF4-FFF2-40B4-BE49-F238E27FC236}">
                <a16:creationId xmlns:a16="http://schemas.microsoft.com/office/drawing/2014/main" id="{2C2FE22D-B17F-7C44-AE2F-82497658660C}"/>
              </a:ext>
            </a:extLst>
          </p:cNvPr>
          <p:cNvSpPr>
            <a:spLocks noChangeArrowheads="1"/>
          </p:cNvSpPr>
          <p:nvPr/>
        </p:nvSpPr>
        <p:spPr bwMode="auto">
          <a:xfrm>
            <a:off x="721562" y="3980757"/>
            <a:ext cx="6267067"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Challenge: How to keep </a:t>
            </a:r>
            <a:r>
              <a:rPr kumimoji="0" lang="en-US" altLang="ja-JP"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state?</a:t>
            </a:r>
          </a:p>
          <a:p>
            <a:pPr marL="342900" marR="0" lvl="0" indent="-342900" algn="l" defTabSz="914400" rtl="0" eaLnBrk="1" fontAlgn="auto" latinLnBrk="0" hangingPunct="1">
              <a:lnSpc>
                <a:spcPct val="90000"/>
              </a:lnSpc>
              <a:spcBef>
                <a:spcPts val="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at protocol endpoints: </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maintain state at sender/receiver over multiple transactions</a:t>
            </a:r>
          </a:p>
          <a:p>
            <a:pPr marL="342900" marR="0" lvl="0" indent="-342900" algn="l" defTabSz="914400" rtl="0" eaLnBrk="1" fontAlgn="auto" latinLnBrk="0" hangingPunct="1">
              <a:lnSpc>
                <a:spcPct val="90000"/>
              </a:lnSpc>
              <a:spcBef>
                <a:spcPts val="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in messages: </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cookies in HTTP messages carry state</a:t>
            </a:r>
          </a:p>
        </p:txBody>
      </p:sp>
      <p:sp>
        <p:nvSpPr>
          <p:cNvPr id="7" name="Slide Number Placeholder 2">
            <a:extLst>
              <a:ext uri="{FF2B5EF4-FFF2-40B4-BE49-F238E27FC236}">
                <a16:creationId xmlns:a16="http://schemas.microsoft.com/office/drawing/2014/main" id="{4CE1477A-D004-E440-8562-59DA6EAD8E69}"/>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269649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dissolve">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dissolve">
                                      <p:cBhvr>
                                        <p:cTn id="12" dur="500"/>
                                        <p:tgtEl>
                                          <p:spTgt spid="89"/>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90"/>
                                        </p:tgtEl>
                                        <p:attrNameLst>
                                          <p:attrName>style.visibility</p:attrName>
                                        </p:attrNameLst>
                                      </p:cBhvr>
                                      <p:to>
                                        <p:strVal val="visible"/>
                                      </p:to>
                                    </p:set>
                                    <p:animEffect transition="in" filter="dissolve">
                                      <p:cBhvr>
                                        <p:cTn id="15"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0" grpId="0" animBg="1"/>
      <p:bldP spid="9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B051B04-ACBF-DB44-80A7-0D40AAB4EC53}"/>
              </a:ext>
            </a:extLst>
          </p:cNvPr>
          <p:cNvSpPr txBox="1"/>
          <p:nvPr/>
        </p:nvSpPr>
        <p:spPr>
          <a:xfrm>
            <a:off x="360491" y="261258"/>
            <a:ext cx="9806082"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E01A0"/>
                </a:solidFill>
                <a:effectLst/>
                <a:uLnTx/>
                <a:uFillTx/>
                <a:latin typeface="Calibri" panose="020F0502020204030204"/>
                <a:ea typeface="+mn-ea"/>
                <a:cs typeface="+mn-cs"/>
              </a:rPr>
              <a:t>Example:  displaying a NY Times web page</a:t>
            </a:r>
            <a:endParaRPr kumimoji="0" lang="en-US" sz="3600" b="0" i="0" u="none" strike="noStrike" kern="1200" cap="none" spc="0" normalizeH="0" baseline="0" noProof="0" dirty="0">
              <a:ln>
                <a:noFill/>
              </a:ln>
              <a:solidFill>
                <a:srgbClr val="0E01A0"/>
              </a:solidFill>
              <a:effectLst/>
              <a:uLnTx/>
              <a:uFillTx/>
              <a:latin typeface="Calibri" panose="020F0502020204030204"/>
              <a:ea typeface="+mn-ea"/>
              <a:cs typeface="+mn-cs"/>
            </a:endParaRPr>
          </a:p>
        </p:txBody>
      </p:sp>
      <p:grpSp>
        <p:nvGrpSpPr>
          <p:cNvPr id="13" name="Group 57">
            <a:extLst>
              <a:ext uri="{FF2B5EF4-FFF2-40B4-BE49-F238E27FC236}">
                <a16:creationId xmlns:a16="http://schemas.microsoft.com/office/drawing/2014/main" id="{C28FCCAF-E5F2-4945-8BC3-5A0D78DCA4B7}"/>
              </a:ext>
            </a:extLst>
          </p:cNvPr>
          <p:cNvGrpSpPr>
            <a:grpSpLocks/>
          </p:cNvGrpSpPr>
          <p:nvPr/>
        </p:nvGrpSpPr>
        <p:grpSpPr bwMode="auto">
          <a:xfrm>
            <a:off x="4421414" y="1364343"/>
            <a:ext cx="519313" cy="1096646"/>
            <a:chOff x="4140" y="429"/>
            <a:chExt cx="1425" cy="2396"/>
          </a:xfrm>
        </p:grpSpPr>
        <p:sp>
          <p:nvSpPr>
            <p:cNvPr id="14" name="Freeform 58">
              <a:extLst>
                <a:ext uri="{FF2B5EF4-FFF2-40B4-BE49-F238E27FC236}">
                  <a16:creationId xmlns:a16="http://schemas.microsoft.com/office/drawing/2014/main" id="{3E0ABDD2-372E-3E4A-B89E-371FFA05F26D}"/>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5" name="Rectangle 59">
              <a:extLst>
                <a:ext uri="{FF2B5EF4-FFF2-40B4-BE49-F238E27FC236}">
                  <a16:creationId xmlns:a16="http://schemas.microsoft.com/office/drawing/2014/main" id="{E0E6AB63-2D8D-FD4A-8D08-0DCE29453826}"/>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 name="Freeform 60">
              <a:extLst>
                <a:ext uri="{FF2B5EF4-FFF2-40B4-BE49-F238E27FC236}">
                  <a16:creationId xmlns:a16="http://schemas.microsoft.com/office/drawing/2014/main" id="{F2DF5CCD-3A3D-8946-BB0F-B72F144D1304}"/>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7" name="Freeform 61">
              <a:extLst>
                <a:ext uri="{FF2B5EF4-FFF2-40B4-BE49-F238E27FC236}">
                  <a16:creationId xmlns:a16="http://schemas.microsoft.com/office/drawing/2014/main" id="{F4AF3F5F-1964-934E-A22C-CAAAC82B89FD}"/>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8" name="Rectangle 62">
              <a:extLst>
                <a:ext uri="{FF2B5EF4-FFF2-40B4-BE49-F238E27FC236}">
                  <a16:creationId xmlns:a16="http://schemas.microsoft.com/office/drawing/2014/main" id="{60DC56E6-B22B-2D4A-A532-797BE2BECEC2}"/>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9" name="Group 63">
              <a:extLst>
                <a:ext uri="{FF2B5EF4-FFF2-40B4-BE49-F238E27FC236}">
                  <a16:creationId xmlns:a16="http://schemas.microsoft.com/office/drawing/2014/main" id="{3F3ABA47-6EE0-1142-9310-EFA5245E70DB}"/>
                </a:ext>
              </a:extLst>
            </p:cNvPr>
            <p:cNvGrpSpPr>
              <a:grpSpLocks/>
            </p:cNvGrpSpPr>
            <p:nvPr/>
          </p:nvGrpSpPr>
          <p:grpSpPr bwMode="auto">
            <a:xfrm>
              <a:off x="4749" y="668"/>
              <a:ext cx="581" cy="145"/>
              <a:chOff x="614" y="2568"/>
              <a:chExt cx="725" cy="139"/>
            </a:xfrm>
          </p:grpSpPr>
          <p:sp>
            <p:nvSpPr>
              <p:cNvPr id="45" name="AutoShape 64">
                <a:extLst>
                  <a:ext uri="{FF2B5EF4-FFF2-40B4-BE49-F238E27FC236}">
                    <a16:creationId xmlns:a16="http://schemas.microsoft.com/office/drawing/2014/main" id="{3EFA4FBC-2313-4A44-9498-E5B0E1F1CB5C}"/>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6" name="AutoShape 65">
                <a:extLst>
                  <a:ext uri="{FF2B5EF4-FFF2-40B4-BE49-F238E27FC236}">
                    <a16:creationId xmlns:a16="http://schemas.microsoft.com/office/drawing/2014/main" id="{53A490A2-F773-064D-9E4E-79006A985BFD}"/>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1" name="Rectangle 66">
              <a:extLst>
                <a:ext uri="{FF2B5EF4-FFF2-40B4-BE49-F238E27FC236}">
                  <a16:creationId xmlns:a16="http://schemas.microsoft.com/office/drawing/2014/main" id="{9B1FF5E8-D30B-2443-8F1C-49E8171DBBA0}"/>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22" name="Group 67">
              <a:extLst>
                <a:ext uri="{FF2B5EF4-FFF2-40B4-BE49-F238E27FC236}">
                  <a16:creationId xmlns:a16="http://schemas.microsoft.com/office/drawing/2014/main" id="{647CD9E2-B875-D040-B501-259F20276FEE}"/>
                </a:ext>
              </a:extLst>
            </p:cNvPr>
            <p:cNvGrpSpPr>
              <a:grpSpLocks/>
            </p:cNvGrpSpPr>
            <p:nvPr/>
          </p:nvGrpSpPr>
          <p:grpSpPr bwMode="auto">
            <a:xfrm>
              <a:off x="4747" y="994"/>
              <a:ext cx="581" cy="134"/>
              <a:chOff x="614" y="2568"/>
              <a:chExt cx="725" cy="139"/>
            </a:xfrm>
          </p:grpSpPr>
          <p:sp>
            <p:nvSpPr>
              <p:cNvPr id="43" name="AutoShape 68">
                <a:extLst>
                  <a:ext uri="{FF2B5EF4-FFF2-40B4-BE49-F238E27FC236}">
                    <a16:creationId xmlns:a16="http://schemas.microsoft.com/office/drawing/2014/main" id="{8B40E7A0-7F87-CB42-91AF-8495B15D1FEF}"/>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4" name="AutoShape 69">
                <a:extLst>
                  <a:ext uri="{FF2B5EF4-FFF2-40B4-BE49-F238E27FC236}">
                    <a16:creationId xmlns:a16="http://schemas.microsoft.com/office/drawing/2014/main" id="{E1BA0D48-E378-0841-B21E-B216A3DEBC44}"/>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3" name="Rectangle 70">
              <a:extLst>
                <a:ext uri="{FF2B5EF4-FFF2-40B4-BE49-F238E27FC236}">
                  <a16:creationId xmlns:a16="http://schemas.microsoft.com/office/drawing/2014/main" id="{A8FEB5CD-1C02-994C-9CD3-7210669BAB9C}"/>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24" name="Rectangle 71">
              <a:extLst>
                <a:ext uri="{FF2B5EF4-FFF2-40B4-BE49-F238E27FC236}">
                  <a16:creationId xmlns:a16="http://schemas.microsoft.com/office/drawing/2014/main" id="{3F0453AB-5611-FD40-B862-F64CDAA10D8F}"/>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25" name="Group 72">
              <a:extLst>
                <a:ext uri="{FF2B5EF4-FFF2-40B4-BE49-F238E27FC236}">
                  <a16:creationId xmlns:a16="http://schemas.microsoft.com/office/drawing/2014/main" id="{4E495B47-7D7F-AE48-BF68-5F048DC528DC}"/>
                </a:ext>
              </a:extLst>
            </p:cNvPr>
            <p:cNvGrpSpPr>
              <a:grpSpLocks/>
            </p:cNvGrpSpPr>
            <p:nvPr/>
          </p:nvGrpSpPr>
          <p:grpSpPr bwMode="auto">
            <a:xfrm>
              <a:off x="4735" y="1627"/>
              <a:ext cx="582" cy="151"/>
              <a:chOff x="614" y="2568"/>
              <a:chExt cx="725" cy="139"/>
            </a:xfrm>
          </p:grpSpPr>
          <p:sp>
            <p:nvSpPr>
              <p:cNvPr id="41" name="AutoShape 73">
                <a:extLst>
                  <a:ext uri="{FF2B5EF4-FFF2-40B4-BE49-F238E27FC236}">
                    <a16:creationId xmlns:a16="http://schemas.microsoft.com/office/drawing/2014/main" id="{52081D9E-64FD-9241-9EEA-BFC2848F38A4}"/>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2" name="AutoShape 74">
                <a:extLst>
                  <a:ext uri="{FF2B5EF4-FFF2-40B4-BE49-F238E27FC236}">
                    <a16:creationId xmlns:a16="http://schemas.microsoft.com/office/drawing/2014/main" id="{89B07DC2-8E24-B048-B84D-C525C9AA2868}"/>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6" name="Freeform 75">
              <a:extLst>
                <a:ext uri="{FF2B5EF4-FFF2-40B4-BE49-F238E27FC236}">
                  <a16:creationId xmlns:a16="http://schemas.microsoft.com/office/drawing/2014/main" id="{00275AA5-20F4-4B40-8A7B-56C022B44C00}"/>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27" name="Group 76">
              <a:extLst>
                <a:ext uri="{FF2B5EF4-FFF2-40B4-BE49-F238E27FC236}">
                  <a16:creationId xmlns:a16="http://schemas.microsoft.com/office/drawing/2014/main" id="{E089CEBF-EE46-794F-82AC-9A6451034987}"/>
                </a:ext>
              </a:extLst>
            </p:cNvPr>
            <p:cNvGrpSpPr>
              <a:grpSpLocks/>
            </p:cNvGrpSpPr>
            <p:nvPr/>
          </p:nvGrpSpPr>
          <p:grpSpPr bwMode="auto">
            <a:xfrm>
              <a:off x="4739" y="1327"/>
              <a:ext cx="582" cy="139"/>
              <a:chOff x="614" y="2568"/>
              <a:chExt cx="725" cy="139"/>
            </a:xfrm>
          </p:grpSpPr>
          <p:sp>
            <p:nvSpPr>
              <p:cNvPr id="39" name="AutoShape 77">
                <a:extLst>
                  <a:ext uri="{FF2B5EF4-FFF2-40B4-BE49-F238E27FC236}">
                    <a16:creationId xmlns:a16="http://schemas.microsoft.com/office/drawing/2014/main" id="{4DB9DFE4-1869-F54F-9D86-B1C3308910DE}"/>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0" name="AutoShape 78">
                <a:extLst>
                  <a:ext uri="{FF2B5EF4-FFF2-40B4-BE49-F238E27FC236}">
                    <a16:creationId xmlns:a16="http://schemas.microsoft.com/office/drawing/2014/main" id="{1D4272DE-9783-504C-B24E-985066EBD4C9}"/>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8" name="Rectangle 79">
              <a:extLst>
                <a:ext uri="{FF2B5EF4-FFF2-40B4-BE49-F238E27FC236}">
                  <a16:creationId xmlns:a16="http://schemas.microsoft.com/office/drawing/2014/main" id="{5FE88211-5391-9B42-9155-73A19A273619}"/>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29" name="Freeform 80">
              <a:extLst>
                <a:ext uri="{FF2B5EF4-FFF2-40B4-BE49-F238E27FC236}">
                  <a16:creationId xmlns:a16="http://schemas.microsoft.com/office/drawing/2014/main" id="{05E256D3-88AF-EE40-9D8D-E6162627B75A}"/>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0" name="Freeform 81">
              <a:extLst>
                <a:ext uri="{FF2B5EF4-FFF2-40B4-BE49-F238E27FC236}">
                  <a16:creationId xmlns:a16="http://schemas.microsoft.com/office/drawing/2014/main" id="{2B1E13A7-1340-1449-8740-70AFA3DE6C85}"/>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1" name="Oval 82">
              <a:extLst>
                <a:ext uri="{FF2B5EF4-FFF2-40B4-BE49-F238E27FC236}">
                  <a16:creationId xmlns:a16="http://schemas.microsoft.com/office/drawing/2014/main" id="{DAC0CC86-045F-6F4E-9391-E07245D69893}"/>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2" name="Freeform 83">
              <a:extLst>
                <a:ext uri="{FF2B5EF4-FFF2-40B4-BE49-F238E27FC236}">
                  <a16:creationId xmlns:a16="http://schemas.microsoft.com/office/drawing/2014/main" id="{A27EE01C-A7F3-EB4C-B539-16929E3E83A2}"/>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3" name="AutoShape 84">
              <a:extLst>
                <a:ext uri="{FF2B5EF4-FFF2-40B4-BE49-F238E27FC236}">
                  <a16:creationId xmlns:a16="http://schemas.microsoft.com/office/drawing/2014/main" id="{881A1C8F-54F2-8948-B760-2762B01F479A}"/>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4" name="AutoShape 85">
              <a:extLst>
                <a:ext uri="{FF2B5EF4-FFF2-40B4-BE49-F238E27FC236}">
                  <a16:creationId xmlns:a16="http://schemas.microsoft.com/office/drawing/2014/main" id="{5AE8BE14-C3E6-D84F-A9AC-E4E0F707C933}"/>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5" name="Oval 86">
              <a:extLst>
                <a:ext uri="{FF2B5EF4-FFF2-40B4-BE49-F238E27FC236}">
                  <a16:creationId xmlns:a16="http://schemas.microsoft.com/office/drawing/2014/main" id="{FD11E9D2-4386-FF49-8E96-2E035F92F945}"/>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6" name="Oval 87">
              <a:extLst>
                <a:ext uri="{FF2B5EF4-FFF2-40B4-BE49-F238E27FC236}">
                  <a16:creationId xmlns:a16="http://schemas.microsoft.com/office/drawing/2014/main" id="{A698DF12-44DE-B34A-9F3A-FC02DEBBF9F1}"/>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7" name="Oval 88">
              <a:extLst>
                <a:ext uri="{FF2B5EF4-FFF2-40B4-BE49-F238E27FC236}">
                  <a16:creationId xmlns:a16="http://schemas.microsoft.com/office/drawing/2014/main" id="{C070DEEB-91AB-C142-9143-5974D8EB70A8}"/>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8" name="Rectangle 89">
              <a:extLst>
                <a:ext uri="{FF2B5EF4-FFF2-40B4-BE49-F238E27FC236}">
                  <a16:creationId xmlns:a16="http://schemas.microsoft.com/office/drawing/2014/main" id="{73990BF0-CEC8-384B-BF26-4A0885AAFAC7}"/>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pic>
        <p:nvPicPr>
          <p:cNvPr id="7" name="Picture 6">
            <a:extLst>
              <a:ext uri="{FF2B5EF4-FFF2-40B4-BE49-F238E27FC236}">
                <a16:creationId xmlns:a16="http://schemas.microsoft.com/office/drawing/2014/main" id="{AC613071-8BFC-5349-80C0-9020206375EE}"/>
              </a:ext>
            </a:extLst>
          </p:cNvPr>
          <p:cNvPicPr>
            <a:picLocks noChangeAspect="1"/>
          </p:cNvPicPr>
          <p:nvPr/>
        </p:nvPicPr>
        <p:blipFill>
          <a:blip r:embed="rId3"/>
          <a:stretch>
            <a:fillRect/>
          </a:stretch>
        </p:blipFill>
        <p:spPr>
          <a:xfrm>
            <a:off x="4987471" y="1230461"/>
            <a:ext cx="1797957" cy="1299560"/>
          </a:xfrm>
          <a:prstGeom prst="rect">
            <a:avLst/>
          </a:prstGeom>
        </p:spPr>
      </p:pic>
      <p:pic>
        <p:nvPicPr>
          <p:cNvPr id="9" name="Picture 8">
            <a:extLst>
              <a:ext uri="{FF2B5EF4-FFF2-40B4-BE49-F238E27FC236}">
                <a16:creationId xmlns:a16="http://schemas.microsoft.com/office/drawing/2014/main" id="{B1FB3A00-B2D9-7443-B666-0ABA7347B5CD}"/>
              </a:ext>
            </a:extLst>
          </p:cNvPr>
          <p:cNvPicPr>
            <a:picLocks noChangeAspect="1"/>
          </p:cNvPicPr>
          <p:nvPr/>
        </p:nvPicPr>
        <p:blipFill>
          <a:blip r:embed="rId4"/>
          <a:stretch>
            <a:fillRect/>
          </a:stretch>
        </p:blipFill>
        <p:spPr>
          <a:xfrm>
            <a:off x="8186057" y="4524829"/>
            <a:ext cx="1783443" cy="249682"/>
          </a:xfrm>
          <a:prstGeom prst="rect">
            <a:avLst/>
          </a:prstGeom>
        </p:spPr>
      </p:pic>
      <p:grpSp>
        <p:nvGrpSpPr>
          <p:cNvPr id="83" name="Group 57">
            <a:extLst>
              <a:ext uri="{FF2B5EF4-FFF2-40B4-BE49-F238E27FC236}">
                <a16:creationId xmlns:a16="http://schemas.microsoft.com/office/drawing/2014/main" id="{C5D7863B-AD69-FC47-BA2D-38FCE4992417}"/>
              </a:ext>
            </a:extLst>
          </p:cNvPr>
          <p:cNvGrpSpPr>
            <a:grpSpLocks/>
          </p:cNvGrpSpPr>
          <p:nvPr/>
        </p:nvGrpSpPr>
        <p:grpSpPr bwMode="auto">
          <a:xfrm>
            <a:off x="8178799" y="4820558"/>
            <a:ext cx="519313" cy="1096646"/>
            <a:chOff x="4140" y="429"/>
            <a:chExt cx="1425" cy="2396"/>
          </a:xfrm>
        </p:grpSpPr>
        <p:sp>
          <p:nvSpPr>
            <p:cNvPr id="84" name="Freeform 58">
              <a:extLst>
                <a:ext uri="{FF2B5EF4-FFF2-40B4-BE49-F238E27FC236}">
                  <a16:creationId xmlns:a16="http://schemas.microsoft.com/office/drawing/2014/main" id="{49D083FD-79A2-E74D-A776-974520EEA50C}"/>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5" name="Rectangle 59">
              <a:extLst>
                <a:ext uri="{FF2B5EF4-FFF2-40B4-BE49-F238E27FC236}">
                  <a16:creationId xmlns:a16="http://schemas.microsoft.com/office/drawing/2014/main" id="{C160A5F6-4243-0B4D-A694-687DE9C0BADD}"/>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86" name="Freeform 60">
              <a:extLst>
                <a:ext uri="{FF2B5EF4-FFF2-40B4-BE49-F238E27FC236}">
                  <a16:creationId xmlns:a16="http://schemas.microsoft.com/office/drawing/2014/main" id="{DCE1287F-730A-864C-AD9E-9FB460287141}"/>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7" name="Freeform 61">
              <a:extLst>
                <a:ext uri="{FF2B5EF4-FFF2-40B4-BE49-F238E27FC236}">
                  <a16:creationId xmlns:a16="http://schemas.microsoft.com/office/drawing/2014/main" id="{1A9CE9AE-3F0C-CB4A-AFB4-667C998F6D05}"/>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8" name="Rectangle 62">
              <a:extLst>
                <a:ext uri="{FF2B5EF4-FFF2-40B4-BE49-F238E27FC236}">
                  <a16:creationId xmlns:a16="http://schemas.microsoft.com/office/drawing/2014/main" id="{01EB0058-0984-934E-8EBD-78F44D93B785}"/>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89" name="Group 63">
              <a:extLst>
                <a:ext uri="{FF2B5EF4-FFF2-40B4-BE49-F238E27FC236}">
                  <a16:creationId xmlns:a16="http://schemas.microsoft.com/office/drawing/2014/main" id="{6DEFB971-8A0D-D54B-BB2F-A5A52EC70DDD}"/>
                </a:ext>
              </a:extLst>
            </p:cNvPr>
            <p:cNvGrpSpPr>
              <a:grpSpLocks/>
            </p:cNvGrpSpPr>
            <p:nvPr/>
          </p:nvGrpSpPr>
          <p:grpSpPr bwMode="auto">
            <a:xfrm>
              <a:off x="4749" y="668"/>
              <a:ext cx="581" cy="145"/>
              <a:chOff x="614" y="2568"/>
              <a:chExt cx="725" cy="139"/>
            </a:xfrm>
          </p:grpSpPr>
          <p:sp>
            <p:nvSpPr>
              <p:cNvPr id="114" name="AutoShape 64">
                <a:extLst>
                  <a:ext uri="{FF2B5EF4-FFF2-40B4-BE49-F238E27FC236}">
                    <a16:creationId xmlns:a16="http://schemas.microsoft.com/office/drawing/2014/main" id="{CB3AB1FF-68E6-B747-BBE7-AB752061332D}"/>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5" name="AutoShape 65">
                <a:extLst>
                  <a:ext uri="{FF2B5EF4-FFF2-40B4-BE49-F238E27FC236}">
                    <a16:creationId xmlns:a16="http://schemas.microsoft.com/office/drawing/2014/main" id="{E93F508C-CA28-204B-8B27-C54D968A705A}"/>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0" name="Rectangle 66">
              <a:extLst>
                <a:ext uri="{FF2B5EF4-FFF2-40B4-BE49-F238E27FC236}">
                  <a16:creationId xmlns:a16="http://schemas.microsoft.com/office/drawing/2014/main" id="{5B1AC563-B14E-A64A-B619-7D4BA2381730}"/>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91" name="Group 67">
              <a:extLst>
                <a:ext uri="{FF2B5EF4-FFF2-40B4-BE49-F238E27FC236}">
                  <a16:creationId xmlns:a16="http://schemas.microsoft.com/office/drawing/2014/main" id="{48FCBC14-90E7-EB46-8ABD-7C73B7251493}"/>
                </a:ext>
              </a:extLst>
            </p:cNvPr>
            <p:cNvGrpSpPr>
              <a:grpSpLocks/>
            </p:cNvGrpSpPr>
            <p:nvPr/>
          </p:nvGrpSpPr>
          <p:grpSpPr bwMode="auto">
            <a:xfrm>
              <a:off x="4747" y="994"/>
              <a:ext cx="581" cy="134"/>
              <a:chOff x="614" y="2568"/>
              <a:chExt cx="725" cy="139"/>
            </a:xfrm>
          </p:grpSpPr>
          <p:sp>
            <p:nvSpPr>
              <p:cNvPr id="112" name="AutoShape 68">
                <a:extLst>
                  <a:ext uri="{FF2B5EF4-FFF2-40B4-BE49-F238E27FC236}">
                    <a16:creationId xmlns:a16="http://schemas.microsoft.com/office/drawing/2014/main" id="{A898FDCB-872C-6440-BCF5-39CC5BB4E22F}"/>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3" name="AutoShape 69">
                <a:extLst>
                  <a:ext uri="{FF2B5EF4-FFF2-40B4-BE49-F238E27FC236}">
                    <a16:creationId xmlns:a16="http://schemas.microsoft.com/office/drawing/2014/main" id="{146DD0F8-ADA8-4F48-B1C0-6C48443ABC84}"/>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2" name="Rectangle 70">
              <a:extLst>
                <a:ext uri="{FF2B5EF4-FFF2-40B4-BE49-F238E27FC236}">
                  <a16:creationId xmlns:a16="http://schemas.microsoft.com/office/drawing/2014/main" id="{AECADF08-F932-F64F-83DE-4FB9C1254041}"/>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93" name="Rectangle 71">
              <a:extLst>
                <a:ext uri="{FF2B5EF4-FFF2-40B4-BE49-F238E27FC236}">
                  <a16:creationId xmlns:a16="http://schemas.microsoft.com/office/drawing/2014/main" id="{AAB7C3D1-8C2B-BE49-A8B9-C1F76FC88D66}"/>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94" name="Group 72">
              <a:extLst>
                <a:ext uri="{FF2B5EF4-FFF2-40B4-BE49-F238E27FC236}">
                  <a16:creationId xmlns:a16="http://schemas.microsoft.com/office/drawing/2014/main" id="{3DEC4CAB-1840-6D4B-83A5-245A38500CEA}"/>
                </a:ext>
              </a:extLst>
            </p:cNvPr>
            <p:cNvGrpSpPr>
              <a:grpSpLocks/>
            </p:cNvGrpSpPr>
            <p:nvPr/>
          </p:nvGrpSpPr>
          <p:grpSpPr bwMode="auto">
            <a:xfrm>
              <a:off x="4735" y="1627"/>
              <a:ext cx="582" cy="151"/>
              <a:chOff x="614" y="2568"/>
              <a:chExt cx="725" cy="139"/>
            </a:xfrm>
          </p:grpSpPr>
          <p:sp>
            <p:nvSpPr>
              <p:cNvPr id="110" name="AutoShape 73">
                <a:extLst>
                  <a:ext uri="{FF2B5EF4-FFF2-40B4-BE49-F238E27FC236}">
                    <a16:creationId xmlns:a16="http://schemas.microsoft.com/office/drawing/2014/main" id="{A0F018FE-D678-C348-92C8-C541D45EC142}"/>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1" name="AutoShape 74">
                <a:extLst>
                  <a:ext uri="{FF2B5EF4-FFF2-40B4-BE49-F238E27FC236}">
                    <a16:creationId xmlns:a16="http://schemas.microsoft.com/office/drawing/2014/main" id="{438A18AE-96B9-634D-B0C6-94D6136C1BF3}"/>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5" name="Freeform 75">
              <a:extLst>
                <a:ext uri="{FF2B5EF4-FFF2-40B4-BE49-F238E27FC236}">
                  <a16:creationId xmlns:a16="http://schemas.microsoft.com/office/drawing/2014/main" id="{D0CF0AA3-AC56-5B4A-AAB7-C4F4A10396F4}"/>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96" name="Group 76">
              <a:extLst>
                <a:ext uri="{FF2B5EF4-FFF2-40B4-BE49-F238E27FC236}">
                  <a16:creationId xmlns:a16="http://schemas.microsoft.com/office/drawing/2014/main" id="{2F69551B-EBA3-BF40-8C0D-28FC3540F9EA}"/>
                </a:ext>
              </a:extLst>
            </p:cNvPr>
            <p:cNvGrpSpPr>
              <a:grpSpLocks/>
            </p:cNvGrpSpPr>
            <p:nvPr/>
          </p:nvGrpSpPr>
          <p:grpSpPr bwMode="auto">
            <a:xfrm>
              <a:off x="4739" y="1327"/>
              <a:ext cx="582" cy="139"/>
              <a:chOff x="614" y="2568"/>
              <a:chExt cx="725" cy="139"/>
            </a:xfrm>
          </p:grpSpPr>
          <p:sp>
            <p:nvSpPr>
              <p:cNvPr id="108" name="AutoShape 77">
                <a:extLst>
                  <a:ext uri="{FF2B5EF4-FFF2-40B4-BE49-F238E27FC236}">
                    <a16:creationId xmlns:a16="http://schemas.microsoft.com/office/drawing/2014/main" id="{F24A03FE-CC74-2E4C-A1C8-914AEE73C263}"/>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9" name="AutoShape 78">
                <a:extLst>
                  <a:ext uri="{FF2B5EF4-FFF2-40B4-BE49-F238E27FC236}">
                    <a16:creationId xmlns:a16="http://schemas.microsoft.com/office/drawing/2014/main" id="{1A088830-47CE-554E-891D-383BDC7C106C}"/>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7" name="Rectangle 79">
              <a:extLst>
                <a:ext uri="{FF2B5EF4-FFF2-40B4-BE49-F238E27FC236}">
                  <a16:creationId xmlns:a16="http://schemas.microsoft.com/office/drawing/2014/main" id="{4B8B1DBC-053B-454B-AA6A-93DD7A17D908}"/>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98" name="Freeform 80">
              <a:extLst>
                <a:ext uri="{FF2B5EF4-FFF2-40B4-BE49-F238E27FC236}">
                  <a16:creationId xmlns:a16="http://schemas.microsoft.com/office/drawing/2014/main" id="{0C9C506E-2927-3944-A4CD-50E996AE2C65}"/>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99" name="Freeform 81">
              <a:extLst>
                <a:ext uri="{FF2B5EF4-FFF2-40B4-BE49-F238E27FC236}">
                  <a16:creationId xmlns:a16="http://schemas.microsoft.com/office/drawing/2014/main" id="{EB949747-1183-E946-A591-654096BEA6F8}"/>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0" name="Oval 82">
              <a:extLst>
                <a:ext uri="{FF2B5EF4-FFF2-40B4-BE49-F238E27FC236}">
                  <a16:creationId xmlns:a16="http://schemas.microsoft.com/office/drawing/2014/main" id="{568FECAB-8B6E-D148-BC17-44303ACE0E80}"/>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1" name="Freeform 83">
              <a:extLst>
                <a:ext uri="{FF2B5EF4-FFF2-40B4-BE49-F238E27FC236}">
                  <a16:creationId xmlns:a16="http://schemas.microsoft.com/office/drawing/2014/main" id="{638205AE-B922-264E-A776-6C571A51D027}"/>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2" name="AutoShape 84">
              <a:extLst>
                <a:ext uri="{FF2B5EF4-FFF2-40B4-BE49-F238E27FC236}">
                  <a16:creationId xmlns:a16="http://schemas.microsoft.com/office/drawing/2014/main" id="{68D17880-2BFD-AB45-8EE6-655F1EE28CEE}"/>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3" name="AutoShape 85">
              <a:extLst>
                <a:ext uri="{FF2B5EF4-FFF2-40B4-BE49-F238E27FC236}">
                  <a16:creationId xmlns:a16="http://schemas.microsoft.com/office/drawing/2014/main" id="{38FF6123-2AE5-0E4D-9C49-2AB92E459E5B}"/>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4" name="Oval 86">
              <a:extLst>
                <a:ext uri="{FF2B5EF4-FFF2-40B4-BE49-F238E27FC236}">
                  <a16:creationId xmlns:a16="http://schemas.microsoft.com/office/drawing/2014/main" id="{2620EC11-7D22-C94E-A6F0-0BB8CA9093E4}"/>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5" name="Oval 87">
              <a:extLst>
                <a:ext uri="{FF2B5EF4-FFF2-40B4-BE49-F238E27FC236}">
                  <a16:creationId xmlns:a16="http://schemas.microsoft.com/office/drawing/2014/main" id="{DB036E28-4F88-C54A-8239-CB50D9884904}"/>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6" name="Oval 88">
              <a:extLst>
                <a:ext uri="{FF2B5EF4-FFF2-40B4-BE49-F238E27FC236}">
                  <a16:creationId xmlns:a16="http://schemas.microsoft.com/office/drawing/2014/main" id="{B01647CB-6EC4-044F-915F-A65E26069E0E}"/>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7" name="Rectangle 89">
              <a:extLst>
                <a:ext uri="{FF2B5EF4-FFF2-40B4-BE49-F238E27FC236}">
                  <a16:creationId xmlns:a16="http://schemas.microsoft.com/office/drawing/2014/main" id="{45BA2A5E-EE30-C54D-8CAD-2B96D86B04A1}"/>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grpSp>
        <p:nvGrpSpPr>
          <p:cNvPr id="117" name="Group 116">
            <a:extLst>
              <a:ext uri="{FF2B5EF4-FFF2-40B4-BE49-F238E27FC236}">
                <a16:creationId xmlns:a16="http://schemas.microsoft.com/office/drawing/2014/main" id="{80AEB31E-EE76-584C-AA46-3C2461C3C346}"/>
              </a:ext>
            </a:extLst>
          </p:cNvPr>
          <p:cNvGrpSpPr/>
          <p:nvPr/>
        </p:nvGrpSpPr>
        <p:grpSpPr>
          <a:xfrm>
            <a:off x="3586046" y="4406221"/>
            <a:ext cx="1432267" cy="1301523"/>
            <a:chOff x="2718817" y="3255963"/>
            <a:chExt cx="1432267" cy="1301523"/>
          </a:xfrm>
        </p:grpSpPr>
        <p:grpSp>
          <p:nvGrpSpPr>
            <p:cNvPr id="47" name="Group 90">
              <a:extLst>
                <a:ext uri="{FF2B5EF4-FFF2-40B4-BE49-F238E27FC236}">
                  <a16:creationId xmlns:a16="http://schemas.microsoft.com/office/drawing/2014/main" id="{0E15E389-35EC-4248-8D1B-518B9EAA59B9}"/>
                </a:ext>
              </a:extLst>
            </p:cNvPr>
            <p:cNvGrpSpPr>
              <a:grpSpLocks/>
            </p:cNvGrpSpPr>
            <p:nvPr/>
          </p:nvGrpSpPr>
          <p:grpSpPr bwMode="auto">
            <a:xfrm>
              <a:off x="2718817" y="3255963"/>
              <a:ext cx="1432267" cy="1301523"/>
              <a:chOff x="-44" y="1473"/>
              <a:chExt cx="981" cy="1105"/>
            </a:xfrm>
          </p:grpSpPr>
          <p:pic>
            <p:nvPicPr>
              <p:cNvPr id="48" name="Picture 91" descr="desktop_computer_stylized_medium">
                <a:extLst>
                  <a:ext uri="{FF2B5EF4-FFF2-40B4-BE49-F238E27FC236}">
                    <a16:creationId xmlns:a16="http://schemas.microsoft.com/office/drawing/2014/main" id="{8461BC4D-1645-F749-AC4B-1926BA94D0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Freeform 92">
                <a:extLst>
                  <a:ext uri="{FF2B5EF4-FFF2-40B4-BE49-F238E27FC236}">
                    <a16:creationId xmlns:a16="http://schemas.microsoft.com/office/drawing/2014/main" id="{ECE33066-562B-D24D-90DD-9F2C4CD1BA2F}"/>
                  </a:ext>
                </a:extLst>
              </p:cNvPr>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116" name="Picture 115" descr="Icon&#10;&#10;Description automatically generated">
              <a:extLst>
                <a:ext uri="{FF2B5EF4-FFF2-40B4-BE49-F238E27FC236}">
                  <a16:creationId xmlns:a16="http://schemas.microsoft.com/office/drawing/2014/main" id="{34042089-BE33-B14C-9A59-7A6138E86181}"/>
                </a:ext>
              </a:extLst>
            </p:cNvPr>
            <p:cNvPicPr>
              <a:picLocks noChangeAspect="1"/>
            </p:cNvPicPr>
            <p:nvPr/>
          </p:nvPicPr>
          <p:blipFill>
            <a:blip r:embed="rId6"/>
            <a:stretch>
              <a:fillRect/>
            </a:stretch>
          </p:blipFill>
          <p:spPr>
            <a:xfrm>
              <a:off x="3251200" y="3436256"/>
              <a:ext cx="870857" cy="489857"/>
            </a:xfrm>
            <a:prstGeom prst="rect">
              <a:avLst/>
            </a:prstGeom>
          </p:spPr>
        </p:pic>
      </p:grpSp>
      <p:sp>
        <p:nvSpPr>
          <p:cNvPr id="118" name="TextBox 117">
            <a:extLst>
              <a:ext uri="{FF2B5EF4-FFF2-40B4-BE49-F238E27FC236}">
                <a16:creationId xmlns:a16="http://schemas.microsoft.com/office/drawing/2014/main" id="{9A847BB3-697B-8943-A0D3-E3C65DBA6F1C}"/>
              </a:ext>
            </a:extLst>
          </p:cNvPr>
          <p:cNvSpPr txBox="1"/>
          <p:nvPr/>
        </p:nvSpPr>
        <p:spPr>
          <a:xfrm>
            <a:off x="4352471" y="2398486"/>
            <a:ext cx="179844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nytimes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a:t>
            </a:r>
          </a:p>
        </p:txBody>
      </p:sp>
      <p:sp>
        <p:nvSpPr>
          <p:cNvPr id="119" name="TextBox 118">
            <a:extLst>
              <a:ext uri="{FF2B5EF4-FFF2-40B4-BE49-F238E27FC236}">
                <a16:creationId xmlns:a16="http://schemas.microsoft.com/office/drawing/2014/main" id="{58BE66CB-B4F9-CC49-A94F-C87C0E785DA3}"/>
              </a:ext>
            </a:extLst>
          </p:cNvPr>
          <p:cNvSpPr txBox="1"/>
          <p:nvPr/>
        </p:nvSpPr>
        <p:spPr>
          <a:xfrm>
            <a:off x="8095344" y="5878285"/>
            <a:ext cx="12279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AdX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a:t>
            </a:r>
          </a:p>
        </p:txBody>
      </p:sp>
      <p:pic>
        <p:nvPicPr>
          <p:cNvPr id="120" name="Picture 119">
            <a:extLst>
              <a:ext uri="{FF2B5EF4-FFF2-40B4-BE49-F238E27FC236}">
                <a16:creationId xmlns:a16="http://schemas.microsoft.com/office/drawing/2014/main" id="{34FE7BC9-B7EB-234C-A2F1-449565BB2E5C}"/>
              </a:ext>
            </a:extLst>
          </p:cNvPr>
          <p:cNvPicPr>
            <a:picLocks noChangeAspect="1"/>
          </p:cNvPicPr>
          <p:nvPr/>
        </p:nvPicPr>
        <p:blipFill>
          <a:blip r:embed="rId3"/>
          <a:stretch>
            <a:fillRect/>
          </a:stretch>
        </p:blipFill>
        <p:spPr>
          <a:xfrm>
            <a:off x="5009242" y="1223204"/>
            <a:ext cx="1797957" cy="1299560"/>
          </a:xfrm>
          <a:prstGeom prst="rect">
            <a:avLst/>
          </a:prstGeom>
        </p:spPr>
      </p:pic>
      <p:pic>
        <p:nvPicPr>
          <p:cNvPr id="121" name="Picture 120">
            <a:extLst>
              <a:ext uri="{FF2B5EF4-FFF2-40B4-BE49-F238E27FC236}">
                <a16:creationId xmlns:a16="http://schemas.microsoft.com/office/drawing/2014/main" id="{D87C6769-19C7-7542-8A41-E79CE4A6A711}"/>
              </a:ext>
            </a:extLst>
          </p:cNvPr>
          <p:cNvPicPr>
            <a:picLocks noChangeAspect="1"/>
          </p:cNvPicPr>
          <p:nvPr/>
        </p:nvPicPr>
        <p:blipFill>
          <a:blip r:embed="rId4"/>
          <a:stretch>
            <a:fillRect/>
          </a:stretch>
        </p:blipFill>
        <p:spPr>
          <a:xfrm>
            <a:off x="8211457" y="4524829"/>
            <a:ext cx="1788365" cy="250371"/>
          </a:xfrm>
          <a:prstGeom prst="rect">
            <a:avLst/>
          </a:prstGeom>
        </p:spPr>
      </p:pic>
      <p:grpSp>
        <p:nvGrpSpPr>
          <p:cNvPr id="137" name="Group 136">
            <a:extLst>
              <a:ext uri="{FF2B5EF4-FFF2-40B4-BE49-F238E27FC236}">
                <a16:creationId xmlns:a16="http://schemas.microsoft.com/office/drawing/2014/main" id="{E643CAC7-5EBE-E949-B25F-69531B9E3B7C}"/>
              </a:ext>
            </a:extLst>
          </p:cNvPr>
          <p:cNvGrpSpPr/>
          <p:nvPr/>
        </p:nvGrpSpPr>
        <p:grpSpPr>
          <a:xfrm>
            <a:off x="4051300" y="2946400"/>
            <a:ext cx="965200" cy="1308100"/>
            <a:chOff x="4051300" y="2946400"/>
            <a:chExt cx="965200" cy="1308100"/>
          </a:xfrm>
        </p:grpSpPr>
        <p:grpSp>
          <p:nvGrpSpPr>
            <p:cNvPr id="128" name="Group 127">
              <a:extLst>
                <a:ext uri="{FF2B5EF4-FFF2-40B4-BE49-F238E27FC236}">
                  <a16:creationId xmlns:a16="http://schemas.microsoft.com/office/drawing/2014/main" id="{3AA7140A-7962-EE49-94D6-B5A5ACAE10BF}"/>
                </a:ext>
              </a:extLst>
            </p:cNvPr>
            <p:cNvGrpSpPr/>
            <p:nvPr/>
          </p:nvGrpSpPr>
          <p:grpSpPr>
            <a:xfrm>
              <a:off x="4673600" y="2946400"/>
              <a:ext cx="342900" cy="1308100"/>
              <a:chOff x="4673600" y="2946400"/>
              <a:chExt cx="342900" cy="1308100"/>
            </a:xfrm>
          </p:grpSpPr>
          <p:cxnSp>
            <p:nvCxnSpPr>
              <p:cNvPr id="123" name="Straight Arrow Connector 122">
                <a:extLst>
                  <a:ext uri="{FF2B5EF4-FFF2-40B4-BE49-F238E27FC236}">
                    <a16:creationId xmlns:a16="http://schemas.microsoft.com/office/drawing/2014/main" id="{F60C25F5-95A8-704C-A0DD-192D2CCC9683}"/>
                  </a:ext>
                </a:extLst>
              </p:cNvPr>
              <p:cNvCxnSpPr>
                <a:cxnSpLocks/>
              </p:cNvCxnSpPr>
              <p:nvPr/>
            </p:nvCxnSpPr>
            <p:spPr>
              <a:xfrm flipV="1">
                <a:off x="4851400" y="2946400"/>
                <a:ext cx="0" cy="1308100"/>
              </a:xfrm>
              <a:prstGeom prst="straightConnector1">
                <a:avLst/>
              </a:prstGeom>
              <a:ln w="25400">
                <a:solidFill>
                  <a:srgbClr val="0E01A0"/>
                </a:solidFill>
                <a:tailEnd type="triangle"/>
              </a:ln>
            </p:spPr>
            <p:style>
              <a:lnRef idx="1">
                <a:schemeClr val="accent1"/>
              </a:lnRef>
              <a:fillRef idx="0">
                <a:schemeClr val="accent1"/>
              </a:fillRef>
              <a:effectRef idx="0">
                <a:schemeClr val="accent1"/>
              </a:effectRef>
              <a:fontRef idx="minor">
                <a:schemeClr val="tx1"/>
              </a:fontRef>
            </p:style>
          </p:cxnSp>
          <p:sp>
            <p:nvSpPr>
              <p:cNvPr id="126" name="Oval 125">
                <a:extLst>
                  <a:ext uri="{FF2B5EF4-FFF2-40B4-BE49-F238E27FC236}">
                    <a16:creationId xmlns:a16="http://schemas.microsoft.com/office/drawing/2014/main" id="{8514DA96-3F9B-EC4E-AD35-91569360871F}"/>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TextBox 126">
                <a:extLst>
                  <a:ext uri="{FF2B5EF4-FFF2-40B4-BE49-F238E27FC236}">
                    <a16:creationId xmlns:a16="http://schemas.microsoft.com/office/drawing/2014/main" id="{95FF0112-4C26-5140-866E-E14FB9815DFF}"/>
                  </a:ext>
                </a:extLst>
              </p:cNvPr>
              <p:cNvSpPr txBox="1"/>
              <p:nvPr/>
            </p:nvSpPr>
            <p:spPr>
              <a:xfrm>
                <a:off x="47117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grpSp>
        <p:sp>
          <p:nvSpPr>
            <p:cNvPr id="133" name="TextBox 132">
              <a:extLst>
                <a:ext uri="{FF2B5EF4-FFF2-40B4-BE49-F238E27FC236}">
                  <a16:creationId xmlns:a16="http://schemas.microsoft.com/office/drawing/2014/main" id="{D79D69ED-D400-0548-82FB-0F9E9B31A721}"/>
                </a:ext>
              </a:extLst>
            </p:cNvPr>
            <p:cNvSpPr txBox="1"/>
            <p:nvPr/>
          </p:nvSpPr>
          <p:spPr>
            <a:xfrm>
              <a:off x="4051300" y="3378200"/>
              <a:ext cx="736600"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GET</a:t>
              </a:r>
            </a:p>
          </p:txBody>
        </p:sp>
      </p:grpSp>
      <p:grpSp>
        <p:nvGrpSpPr>
          <p:cNvPr id="138" name="Group 137">
            <a:extLst>
              <a:ext uri="{FF2B5EF4-FFF2-40B4-BE49-F238E27FC236}">
                <a16:creationId xmlns:a16="http://schemas.microsoft.com/office/drawing/2014/main" id="{7227CDFD-02C6-A542-A68F-FF9F81C66103}"/>
              </a:ext>
            </a:extLst>
          </p:cNvPr>
          <p:cNvGrpSpPr/>
          <p:nvPr/>
        </p:nvGrpSpPr>
        <p:grpSpPr>
          <a:xfrm>
            <a:off x="5143500" y="2959100"/>
            <a:ext cx="990600" cy="1308100"/>
            <a:chOff x="5143500" y="2959100"/>
            <a:chExt cx="990600" cy="1308100"/>
          </a:xfrm>
        </p:grpSpPr>
        <p:grpSp>
          <p:nvGrpSpPr>
            <p:cNvPr id="129" name="Group 128">
              <a:extLst>
                <a:ext uri="{FF2B5EF4-FFF2-40B4-BE49-F238E27FC236}">
                  <a16:creationId xmlns:a16="http://schemas.microsoft.com/office/drawing/2014/main" id="{AFDCA678-F389-9146-BC39-44292D21247B}"/>
                </a:ext>
              </a:extLst>
            </p:cNvPr>
            <p:cNvGrpSpPr/>
            <p:nvPr/>
          </p:nvGrpSpPr>
          <p:grpSpPr>
            <a:xfrm>
              <a:off x="5143500" y="2959100"/>
              <a:ext cx="342900" cy="1308100"/>
              <a:chOff x="4673600" y="2946400"/>
              <a:chExt cx="342900" cy="1308100"/>
            </a:xfrm>
          </p:grpSpPr>
          <p:cxnSp>
            <p:nvCxnSpPr>
              <p:cNvPr id="130" name="Straight Arrow Connector 129">
                <a:extLst>
                  <a:ext uri="{FF2B5EF4-FFF2-40B4-BE49-F238E27FC236}">
                    <a16:creationId xmlns:a16="http://schemas.microsoft.com/office/drawing/2014/main" id="{82E7E0D4-DC33-9248-A8C3-006080F0E21E}"/>
                  </a:ext>
                </a:extLst>
              </p:cNvPr>
              <p:cNvCxnSpPr>
                <a:cxnSpLocks/>
              </p:cNvCxnSpPr>
              <p:nvPr/>
            </p:nvCxnSpPr>
            <p:spPr>
              <a:xfrm flipV="1">
                <a:off x="4851400" y="2946400"/>
                <a:ext cx="0" cy="1308100"/>
              </a:xfrm>
              <a:prstGeom prst="straightConnector1">
                <a:avLst/>
              </a:prstGeom>
              <a:ln w="25400">
                <a:solidFill>
                  <a:srgbClr val="0E01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1" name="Oval 130">
                <a:extLst>
                  <a:ext uri="{FF2B5EF4-FFF2-40B4-BE49-F238E27FC236}">
                    <a16:creationId xmlns:a16="http://schemas.microsoft.com/office/drawing/2014/main" id="{0254DDAE-1221-CF4A-8A44-FEBA056F68E6}"/>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2" name="TextBox 131">
                <a:extLst>
                  <a:ext uri="{FF2B5EF4-FFF2-40B4-BE49-F238E27FC236}">
                    <a16:creationId xmlns:a16="http://schemas.microsoft.com/office/drawing/2014/main" id="{6449B0AA-1D8A-5A44-848E-EAA10CB19354}"/>
                  </a:ext>
                </a:extLst>
              </p:cNvPr>
              <p:cNvSpPr txBox="1"/>
              <p:nvPr/>
            </p:nvSpPr>
            <p:spPr>
              <a:xfrm>
                <a:off x="47117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grpSp>
        <p:sp>
          <p:nvSpPr>
            <p:cNvPr id="136" name="TextBox 135">
              <a:extLst>
                <a:ext uri="{FF2B5EF4-FFF2-40B4-BE49-F238E27FC236}">
                  <a16:creationId xmlns:a16="http://schemas.microsoft.com/office/drawing/2014/main" id="{37741EFF-00A6-6340-850A-7076A1D9EAD7}"/>
                </a:ext>
              </a:extLst>
            </p:cNvPr>
            <p:cNvSpPr txBox="1"/>
            <p:nvPr/>
          </p:nvSpPr>
          <p:spPr>
            <a:xfrm>
              <a:off x="5397500" y="3403600"/>
              <a:ext cx="736600"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reply</a:t>
              </a:r>
            </a:p>
          </p:txBody>
        </p:sp>
      </p:grpSp>
      <p:grpSp>
        <p:nvGrpSpPr>
          <p:cNvPr id="140" name="Group 139">
            <a:extLst>
              <a:ext uri="{FF2B5EF4-FFF2-40B4-BE49-F238E27FC236}">
                <a16:creationId xmlns:a16="http://schemas.microsoft.com/office/drawing/2014/main" id="{ADB30830-E833-BB4F-BE11-9C6A3248D779}"/>
              </a:ext>
            </a:extLst>
          </p:cNvPr>
          <p:cNvGrpSpPr/>
          <p:nvPr/>
        </p:nvGrpSpPr>
        <p:grpSpPr>
          <a:xfrm>
            <a:off x="6261100" y="4914900"/>
            <a:ext cx="1854200" cy="369332"/>
            <a:chOff x="3721100" y="3429000"/>
            <a:chExt cx="1854200" cy="369332"/>
          </a:xfrm>
        </p:grpSpPr>
        <p:cxnSp>
          <p:nvCxnSpPr>
            <p:cNvPr id="142" name="Straight Arrow Connector 141">
              <a:extLst>
                <a:ext uri="{FF2B5EF4-FFF2-40B4-BE49-F238E27FC236}">
                  <a16:creationId xmlns:a16="http://schemas.microsoft.com/office/drawing/2014/main" id="{01A36013-C952-FA40-9D4F-692A0CBA7E1F}"/>
                </a:ext>
              </a:extLst>
            </p:cNvPr>
            <p:cNvCxnSpPr>
              <a:cxnSpLocks/>
            </p:cNvCxnSpPr>
            <p:nvPr/>
          </p:nvCxnSpPr>
          <p:spPr>
            <a:xfrm>
              <a:off x="3721100" y="3594100"/>
              <a:ext cx="1854200" cy="0"/>
            </a:xfrm>
            <a:prstGeom prst="straightConnector1">
              <a:avLst/>
            </a:prstGeom>
            <a:ln w="25400">
              <a:solidFill>
                <a:srgbClr val="0E01A0"/>
              </a:solidFill>
              <a:tailEnd type="triangle"/>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2801E5BD-9906-834C-B644-A5667DC9D522}"/>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TextBox 143">
              <a:extLst>
                <a:ext uri="{FF2B5EF4-FFF2-40B4-BE49-F238E27FC236}">
                  <a16:creationId xmlns:a16="http://schemas.microsoft.com/office/drawing/2014/main" id="{D410B9D7-F1BD-5040-9B26-0F638462A0F2}"/>
                </a:ext>
              </a:extLst>
            </p:cNvPr>
            <p:cNvSpPr txBox="1"/>
            <p:nvPr/>
          </p:nvSpPr>
          <p:spPr>
            <a:xfrm>
              <a:off x="46863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grpSp>
      <p:grpSp>
        <p:nvGrpSpPr>
          <p:cNvPr id="157" name="Group 156">
            <a:extLst>
              <a:ext uri="{FF2B5EF4-FFF2-40B4-BE49-F238E27FC236}">
                <a16:creationId xmlns:a16="http://schemas.microsoft.com/office/drawing/2014/main" id="{17C0BEEA-E132-6049-AB80-86336EC7D5A7}"/>
              </a:ext>
            </a:extLst>
          </p:cNvPr>
          <p:cNvGrpSpPr/>
          <p:nvPr/>
        </p:nvGrpSpPr>
        <p:grpSpPr>
          <a:xfrm>
            <a:off x="4749800" y="4826000"/>
            <a:ext cx="342900" cy="369332"/>
            <a:chOff x="2857500" y="6540500"/>
            <a:chExt cx="342900" cy="369332"/>
          </a:xfrm>
        </p:grpSpPr>
        <p:sp>
          <p:nvSpPr>
            <p:cNvPr id="155" name="Oval 154">
              <a:extLst>
                <a:ext uri="{FF2B5EF4-FFF2-40B4-BE49-F238E27FC236}">
                  <a16:creationId xmlns:a16="http://schemas.microsoft.com/office/drawing/2014/main" id="{EFE78511-B68D-FB48-9212-A7FDBA452403}"/>
                </a:ext>
              </a:extLst>
            </p:cNvPr>
            <p:cNvSpPr/>
            <p:nvPr/>
          </p:nvSpPr>
          <p:spPr>
            <a:xfrm>
              <a:off x="2857500" y="65532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9EF5F58F-2D7E-3946-8159-8928CB5C3E5F}"/>
                </a:ext>
              </a:extLst>
            </p:cNvPr>
            <p:cNvSpPr txBox="1"/>
            <p:nvPr/>
          </p:nvSpPr>
          <p:spPr>
            <a:xfrm>
              <a:off x="2895600" y="65405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grpSp>
      <p:grpSp>
        <p:nvGrpSpPr>
          <p:cNvPr id="160" name="Group 159">
            <a:extLst>
              <a:ext uri="{FF2B5EF4-FFF2-40B4-BE49-F238E27FC236}">
                <a16:creationId xmlns:a16="http://schemas.microsoft.com/office/drawing/2014/main" id="{C8901295-62DF-6B47-BB6C-F82BA23E955E}"/>
              </a:ext>
            </a:extLst>
          </p:cNvPr>
          <p:cNvGrpSpPr/>
          <p:nvPr/>
        </p:nvGrpSpPr>
        <p:grpSpPr>
          <a:xfrm>
            <a:off x="6273800" y="5308600"/>
            <a:ext cx="1841500" cy="369332"/>
            <a:chOff x="3721100" y="3429000"/>
            <a:chExt cx="1841500" cy="369332"/>
          </a:xfrm>
        </p:grpSpPr>
        <p:cxnSp>
          <p:nvCxnSpPr>
            <p:cNvPr id="161" name="Straight Arrow Connector 160">
              <a:extLst>
                <a:ext uri="{FF2B5EF4-FFF2-40B4-BE49-F238E27FC236}">
                  <a16:creationId xmlns:a16="http://schemas.microsoft.com/office/drawing/2014/main" id="{C9B3296C-FBC4-B741-B89E-EB3174633A85}"/>
                </a:ext>
              </a:extLst>
            </p:cNvPr>
            <p:cNvCxnSpPr>
              <a:cxnSpLocks/>
            </p:cNvCxnSpPr>
            <p:nvPr/>
          </p:nvCxnSpPr>
          <p:spPr>
            <a:xfrm>
              <a:off x="3721100" y="3594100"/>
              <a:ext cx="1841500" cy="0"/>
            </a:xfrm>
            <a:prstGeom prst="straightConnector1">
              <a:avLst/>
            </a:prstGeom>
            <a:ln w="25400">
              <a:solidFill>
                <a:srgbClr val="0E01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2" name="Oval 161">
              <a:extLst>
                <a:ext uri="{FF2B5EF4-FFF2-40B4-BE49-F238E27FC236}">
                  <a16:creationId xmlns:a16="http://schemas.microsoft.com/office/drawing/2014/main" id="{D10E41D9-5E75-A74B-AAF9-EDC9051B91C4}"/>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3" name="TextBox 162">
              <a:extLst>
                <a:ext uri="{FF2B5EF4-FFF2-40B4-BE49-F238E27FC236}">
                  <a16:creationId xmlns:a16="http://schemas.microsoft.com/office/drawing/2014/main" id="{9DFFDE29-91FB-A844-BDB5-7CB514C1EC71}"/>
                </a:ext>
              </a:extLst>
            </p:cNvPr>
            <p:cNvSpPr txBox="1"/>
            <p:nvPr/>
          </p:nvSpPr>
          <p:spPr>
            <a:xfrm>
              <a:off x="46863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grpSp>
      <p:grpSp>
        <p:nvGrpSpPr>
          <p:cNvPr id="164" name="Group 163">
            <a:extLst>
              <a:ext uri="{FF2B5EF4-FFF2-40B4-BE49-F238E27FC236}">
                <a16:creationId xmlns:a16="http://schemas.microsoft.com/office/drawing/2014/main" id="{E9CF8CDB-DC01-AA47-85F5-A29BE5D0DF9D}"/>
              </a:ext>
            </a:extLst>
          </p:cNvPr>
          <p:cNvGrpSpPr/>
          <p:nvPr/>
        </p:nvGrpSpPr>
        <p:grpSpPr>
          <a:xfrm>
            <a:off x="4775200" y="5207000"/>
            <a:ext cx="342900" cy="369332"/>
            <a:chOff x="2857500" y="6540500"/>
            <a:chExt cx="342900" cy="369332"/>
          </a:xfrm>
        </p:grpSpPr>
        <p:sp>
          <p:nvSpPr>
            <p:cNvPr id="165" name="Oval 164">
              <a:extLst>
                <a:ext uri="{FF2B5EF4-FFF2-40B4-BE49-F238E27FC236}">
                  <a16:creationId xmlns:a16="http://schemas.microsoft.com/office/drawing/2014/main" id="{3382ECF7-AB3B-8E4F-8B8F-444D8E649113}"/>
                </a:ext>
              </a:extLst>
            </p:cNvPr>
            <p:cNvSpPr/>
            <p:nvPr/>
          </p:nvSpPr>
          <p:spPr>
            <a:xfrm>
              <a:off x="2857500" y="65532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TextBox 165">
              <a:extLst>
                <a:ext uri="{FF2B5EF4-FFF2-40B4-BE49-F238E27FC236}">
                  <a16:creationId xmlns:a16="http://schemas.microsoft.com/office/drawing/2014/main" id="{5B6967AA-7479-CD4D-9D2D-E2D06F1CC22F}"/>
                </a:ext>
              </a:extLst>
            </p:cNvPr>
            <p:cNvSpPr txBox="1"/>
            <p:nvPr/>
          </p:nvSpPr>
          <p:spPr>
            <a:xfrm>
              <a:off x="2895600" y="65405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grpSp>
      <p:pic>
        <p:nvPicPr>
          <p:cNvPr id="167" name="Picture 166">
            <a:extLst>
              <a:ext uri="{FF2B5EF4-FFF2-40B4-BE49-F238E27FC236}">
                <a16:creationId xmlns:a16="http://schemas.microsoft.com/office/drawing/2014/main" id="{8C0658C3-4371-094D-A3A8-111CD786B250}"/>
              </a:ext>
            </a:extLst>
          </p:cNvPr>
          <p:cNvPicPr>
            <a:picLocks noChangeAspect="1"/>
          </p:cNvPicPr>
          <p:nvPr/>
        </p:nvPicPr>
        <p:blipFill>
          <a:blip r:embed="rId7"/>
          <a:stretch>
            <a:fillRect/>
          </a:stretch>
        </p:blipFill>
        <p:spPr>
          <a:xfrm>
            <a:off x="5016500" y="4394023"/>
            <a:ext cx="1790700" cy="1295576"/>
          </a:xfrm>
          <a:prstGeom prst="rect">
            <a:avLst/>
          </a:prstGeom>
        </p:spPr>
      </p:pic>
      <p:sp>
        <p:nvSpPr>
          <p:cNvPr id="168" name="TextBox 167">
            <a:extLst>
              <a:ext uri="{FF2B5EF4-FFF2-40B4-BE49-F238E27FC236}">
                <a16:creationId xmlns:a16="http://schemas.microsoft.com/office/drawing/2014/main" id="{74251AC0-F2E4-0045-A435-0B349688752E}"/>
              </a:ext>
            </a:extLst>
          </p:cNvPr>
          <p:cNvSpPr txBox="1"/>
          <p:nvPr/>
        </p:nvSpPr>
        <p:spPr>
          <a:xfrm>
            <a:off x="1917701" y="5803900"/>
            <a:ext cx="242570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NY times page with embedded ad displayed</a:t>
            </a:r>
          </a:p>
        </p:txBody>
      </p:sp>
      <p:grpSp>
        <p:nvGrpSpPr>
          <p:cNvPr id="193" name="Group 192">
            <a:extLst>
              <a:ext uri="{FF2B5EF4-FFF2-40B4-BE49-F238E27FC236}">
                <a16:creationId xmlns:a16="http://schemas.microsoft.com/office/drawing/2014/main" id="{7B258242-158D-CE45-B466-E1D5CD19A109}"/>
              </a:ext>
            </a:extLst>
          </p:cNvPr>
          <p:cNvGrpSpPr/>
          <p:nvPr/>
        </p:nvGrpSpPr>
        <p:grpSpPr>
          <a:xfrm>
            <a:off x="584200" y="1511300"/>
            <a:ext cx="3403600" cy="830997"/>
            <a:chOff x="584200" y="1511300"/>
            <a:chExt cx="3403600" cy="830997"/>
          </a:xfrm>
        </p:grpSpPr>
        <p:sp>
          <p:nvSpPr>
            <p:cNvPr id="174" name="TextBox 173">
              <a:extLst>
                <a:ext uri="{FF2B5EF4-FFF2-40B4-BE49-F238E27FC236}">
                  <a16:creationId xmlns:a16="http://schemas.microsoft.com/office/drawing/2014/main" id="{62B02ED5-379C-594B-BC28-471D84933F65}"/>
                </a:ext>
              </a:extLst>
            </p:cNvPr>
            <p:cNvSpPr txBox="1"/>
            <p:nvPr/>
          </p:nvSpPr>
          <p:spPr>
            <a:xfrm>
              <a:off x="1016000" y="1511300"/>
              <a:ext cx="2971800" cy="830997"/>
            </a:xfrm>
            <a:prstGeom prst="rect">
              <a:avLst/>
            </a:prstGeom>
            <a:noFill/>
          </p:spPr>
          <p:txBody>
            <a:bodyPr wrap="square" rtlCol="0">
              <a:spAutoFit/>
            </a:bodyPr>
            <a:lstStyle/>
            <a:p>
              <a:pPr marL="50800" marR="0" lvl="0" indent="-1270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GET base html file from nytimes.com</a:t>
              </a:r>
            </a:p>
          </p:txBody>
        </p:sp>
        <p:grpSp>
          <p:nvGrpSpPr>
            <p:cNvPr id="179" name="Group 178">
              <a:extLst>
                <a:ext uri="{FF2B5EF4-FFF2-40B4-BE49-F238E27FC236}">
                  <a16:creationId xmlns:a16="http://schemas.microsoft.com/office/drawing/2014/main" id="{A5B4B18B-B400-C145-96F8-F232E539CFBE}"/>
                </a:ext>
              </a:extLst>
            </p:cNvPr>
            <p:cNvGrpSpPr/>
            <p:nvPr/>
          </p:nvGrpSpPr>
          <p:grpSpPr>
            <a:xfrm>
              <a:off x="584200" y="1574800"/>
              <a:ext cx="304800" cy="369332"/>
              <a:chOff x="8953500" y="1841500"/>
              <a:chExt cx="304800" cy="369332"/>
            </a:xfrm>
          </p:grpSpPr>
          <p:sp>
            <p:nvSpPr>
              <p:cNvPr id="177" name="Oval 176">
                <a:extLst>
                  <a:ext uri="{FF2B5EF4-FFF2-40B4-BE49-F238E27FC236}">
                    <a16:creationId xmlns:a16="http://schemas.microsoft.com/office/drawing/2014/main" id="{FB3CE166-4808-6745-BCA9-C4BEEA1218CA}"/>
                  </a:ext>
                </a:extLst>
              </p:cNvPr>
              <p:cNvSpPr/>
              <p:nvPr/>
            </p:nvSpPr>
            <p:spPr>
              <a:xfrm>
                <a:off x="8953500" y="1879600"/>
                <a:ext cx="304800" cy="292100"/>
              </a:xfrm>
              <a:prstGeom prst="ellipse">
                <a:avLst/>
              </a:prstGeom>
              <a:solidFill>
                <a:schemeClr val="bg1"/>
              </a:solidFill>
              <a:ln w="19050">
                <a:solidFill>
                  <a:srgbClr val="0A1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8" name="TextBox 177">
                <a:extLst>
                  <a:ext uri="{FF2B5EF4-FFF2-40B4-BE49-F238E27FC236}">
                    <a16:creationId xmlns:a16="http://schemas.microsoft.com/office/drawing/2014/main" id="{2BBFAD08-585E-5240-9260-EE05AAF71ADC}"/>
                  </a:ext>
                </a:extLst>
              </p:cNvPr>
              <p:cNvSpPr txBox="1"/>
              <p:nvPr/>
            </p:nvSpPr>
            <p:spPr>
              <a:xfrm>
                <a:off x="8953500" y="18415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grpSp>
        <p:grpSp>
          <p:nvGrpSpPr>
            <p:cNvPr id="180" name="Group 179">
              <a:extLst>
                <a:ext uri="{FF2B5EF4-FFF2-40B4-BE49-F238E27FC236}">
                  <a16:creationId xmlns:a16="http://schemas.microsoft.com/office/drawing/2014/main" id="{ADE29A41-C1EE-5540-AF16-842A0469EC63}"/>
                </a:ext>
              </a:extLst>
            </p:cNvPr>
            <p:cNvGrpSpPr/>
            <p:nvPr/>
          </p:nvGrpSpPr>
          <p:grpSpPr>
            <a:xfrm>
              <a:off x="736600" y="1778000"/>
              <a:ext cx="314386" cy="369332"/>
              <a:chOff x="8953500" y="1841500"/>
              <a:chExt cx="314386" cy="369332"/>
            </a:xfrm>
          </p:grpSpPr>
          <p:sp>
            <p:nvSpPr>
              <p:cNvPr id="181" name="Oval 180">
                <a:extLst>
                  <a:ext uri="{FF2B5EF4-FFF2-40B4-BE49-F238E27FC236}">
                    <a16:creationId xmlns:a16="http://schemas.microsoft.com/office/drawing/2014/main" id="{B65E8865-B055-EF44-8C2B-640FA0F0A4CA}"/>
                  </a:ext>
                </a:extLst>
              </p:cNvPr>
              <p:cNvSpPr/>
              <p:nvPr/>
            </p:nvSpPr>
            <p:spPr>
              <a:xfrm>
                <a:off x="8953500" y="1879600"/>
                <a:ext cx="304800" cy="292100"/>
              </a:xfrm>
              <a:prstGeom prst="ellipse">
                <a:avLst/>
              </a:prstGeom>
              <a:solidFill>
                <a:schemeClr val="bg1"/>
              </a:solidFill>
              <a:ln w="19050">
                <a:solidFill>
                  <a:srgbClr val="0A1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TextBox 181">
                <a:extLst>
                  <a:ext uri="{FF2B5EF4-FFF2-40B4-BE49-F238E27FC236}">
                    <a16:creationId xmlns:a16="http://schemas.microsoft.com/office/drawing/2014/main" id="{F5813BBC-13DC-5443-B040-D71A8262A6BB}"/>
                  </a:ext>
                </a:extLst>
              </p:cNvPr>
              <p:cNvSpPr txBox="1"/>
              <p:nvPr/>
            </p:nvSpPr>
            <p:spPr>
              <a:xfrm>
                <a:off x="8966200" y="18415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grpSp>
      </p:grpSp>
      <p:grpSp>
        <p:nvGrpSpPr>
          <p:cNvPr id="194" name="Group 193">
            <a:extLst>
              <a:ext uri="{FF2B5EF4-FFF2-40B4-BE49-F238E27FC236}">
                <a16:creationId xmlns:a16="http://schemas.microsoft.com/office/drawing/2014/main" id="{C7715A16-8CAE-8B4E-A1FC-B57E478E27DD}"/>
              </a:ext>
            </a:extLst>
          </p:cNvPr>
          <p:cNvGrpSpPr/>
          <p:nvPr/>
        </p:nvGrpSpPr>
        <p:grpSpPr>
          <a:xfrm>
            <a:off x="546100" y="2527300"/>
            <a:ext cx="3162300" cy="830997"/>
            <a:chOff x="546100" y="2527300"/>
            <a:chExt cx="3162300" cy="830997"/>
          </a:xfrm>
        </p:grpSpPr>
        <p:sp>
          <p:nvSpPr>
            <p:cNvPr id="175" name="TextBox 174">
              <a:extLst>
                <a:ext uri="{FF2B5EF4-FFF2-40B4-BE49-F238E27FC236}">
                  <a16:creationId xmlns:a16="http://schemas.microsoft.com/office/drawing/2014/main" id="{02D93285-0615-7947-8708-3D8B9BB64404}"/>
                </a:ext>
              </a:extLst>
            </p:cNvPr>
            <p:cNvSpPr txBox="1"/>
            <p:nvPr/>
          </p:nvSpPr>
          <p:spPr>
            <a:xfrm>
              <a:off x="1041400" y="2527300"/>
              <a:ext cx="26670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fetch ad from AdX.com</a:t>
              </a:r>
            </a:p>
          </p:txBody>
        </p:sp>
        <p:grpSp>
          <p:nvGrpSpPr>
            <p:cNvPr id="184" name="Group 183">
              <a:extLst>
                <a:ext uri="{FF2B5EF4-FFF2-40B4-BE49-F238E27FC236}">
                  <a16:creationId xmlns:a16="http://schemas.microsoft.com/office/drawing/2014/main" id="{57AE4D44-F02C-2D4E-9145-D2F6EE3A1885}"/>
                </a:ext>
              </a:extLst>
            </p:cNvPr>
            <p:cNvGrpSpPr/>
            <p:nvPr/>
          </p:nvGrpSpPr>
          <p:grpSpPr>
            <a:xfrm>
              <a:off x="546100" y="2590800"/>
              <a:ext cx="304800" cy="369332"/>
              <a:chOff x="8953500" y="1841500"/>
              <a:chExt cx="304800" cy="369332"/>
            </a:xfrm>
          </p:grpSpPr>
          <p:sp>
            <p:nvSpPr>
              <p:cNvPr id="185" name="Oval 184">
                <a:extLst>
                  <a:ext uri="{FF2B5EF4-FFF2-40B4-BE49-F238E27FC236}">
                    <a16:creationId xmlns:a16="http://schemas.microsoft.com/office/drawing/2014/main" id="{249EEB0F-5470-0442-888E-F04587FF52B8}"/>
                  </a:ext>
                </a:extLst>
              </p:cNvPr>
              <p:cNvSpPr/>
              <p:nvPr/>
            </p:nvSpPr>
            <p:spPr>
              <a:xfrm>
                <a:off x="8953500" y="1879600"/>
                <a:ext cx="304800" cy="292100"/>
              </a:xfrm>
              <a:prstGeom prst="ellipse">
                <a:avLst/>
              </a:prstGeom>
              <a:solidFill>
                <a:schemeClr val="bg1"/>
              </a:solidFill>
              <a:ln w="19050">
                <a:solidFill>
                  <a:srgbClr val="0A1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6" name="TextBox 185">
                <a:extLst>
                  <a:ext uri="{FF2B5EF4-FFF2-40B4-BE49-F238E27FC236}">
                    <a16:creationId xmlns:a16="http://schemas.microsoft.com/office/drawing/2014/main" id="{0726A5B0-8161-1949-BD7E-B8491563A898}"/>
                  </a:ext>
                </a:extLst>
              </p:cNvPr>
              <p:cNvSpPr txBox="1"/>
              <p:nvPr/>
            </p:nvSpPr>
            <p:spPr>
              <a:xfrm>
                <a:off x="8953500" y="18415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grpSp>
        <p:grpSp>
          <p:nvGrpSpPr>
            <p:cNvPr id="187" name="Group 186">
              <a:extLst>
                <a:ext uri="{FF2B5EF4-FFF2-40B4-BE49-F238E27FC236}">
                  <a16:creationId xmlns:a16="http://schemas.microsoft.com/office/drawing/2014/main" id="{DCF0D85B-559C-0043-BC0A-4B9CAAD1277C}"/>
                </a:ext>
              </a:extLst>
            </p:cNvPr>
            <p:cNvGrpSpPr/>
            <p:nvPr/>
          </p:nvGrpSpPr>
          <p:grpSpPr>
            <a:xfrm>
              <a:off x="698500" y="2794000"/>
              <a:ext cx="314386" cy="369332"/>
              <a:chOff x="8953500" y="1841500"/>
              <a:chExt cx="314386" cy="369332"/>
            </a:xfrm>
          </p:grpSpPr>
          <p:sp>
            <p:nvSpPr>
              <p:cNvPr id="188" name="Oval 187">
                <a:extLst>
                  <a:ext uri="{FF2B5EF4-FFF2-40B4-BE49-F238E27FC236}">
                    <a16:creationId xmlns:a16="http://schemas.microsoft.com/office/drawing/2014/main" id="{29F5351A-FFDA-9C41-B98D-BAEFD8893FAF}"/>
                  </a:ext>
                </a:extLst>
              </p:cNvPr>
              <p:cNvSpPr/>
              <p:nvPr/>
            </p:nvSpPr>
            <p:spPr>
              <a:xfrm>
                <a:off x="8953500" y="1879600"/>
                <a:ext cx="304800" cy="292100"/>
              </a:xfrm>
              <a:prstGeom prst="ellipse">
                <a:avLst/>
              </a:prstGeom>
              <a:solidFill>
                <a:schemeClr val="bg1"/>
              </a:solidFill>
              <a:ln w="19050">
                <a:solidFill>
                  <a:srgbClr val="0A1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99AA70F9-EC45-1640-B9B3-7A5389667E0F}"/>
                  </a:ext>
                </a:extLst>
              </p:cNvPr>
              <p:cNvSpPr txBox="1"/>
              <p:nvPr/>
            </p:nvSpPr>
            <p:spPr>
              <a:xfrm>
                <a:off x="8966200" y="18415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grpSp>
      </p:grpSp>
      <p:grpSp>
        <p:nvGrpSpPr>
          <p:cNvPr id="195" name="Group 194">
            <a:extLst>
              <a:ext uri="{FF2B5EF4-FFF2-40B4-BE49-F238E27FC236}">
                <a16:creationId xmlns:a16="http://schemas.microsoft.com/office/drawing/2014/main" id="{A17A1A69-E5FB-634A-980A-BA06E2B4760D}"/>
              </a:ext>
            </a:extLst>
          </p:cNvPr>
          <p:cNvGrpSpPr/>
          <p:nvPr/>
        </p:nvGrpSpPr>
        <p:grpSpPr>
          <a:xfrm>
            <a:off x="635000" y="3556000"/>
            <a:ext cx="3060700" cy="830997"/>
            <a:chOff x="635000" y="3556000"/>
            <a:chExt cx="3060700" cy="830997"/>
          </a:xfrm>
        </p:grpSpPr>
        <p:sp>
          <p:nvSpPr>
            <p:cNvPr id="183" name="TextBox 182">
              <a:extLst>
                <a:ext uri="{FF2B5EF4-FFF2-40B4-BE49-F238E27FC236}">
                  <a16:creationId xmlns:a16="http://schemas.microsoft.com/office/drawing/2014/main" id="{BFA112D4-542F-074B-A5A3-B5D63B615FB7}"/>
                </a:ext>
              </a:extLst>
            </p:cNvPr>
            <p:cNvSpPr txBox="1"/>
            <p:nvPr/>
          </p:nvSpPr>
          <p:spPr>
            <a:xfrm>
              <a:off x="1028700" y="3556000"/>
              <a:ext cx="26670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display composed page</a:t>
              </a:r>
            </a:p>
          </p:txBody>
        </p:sp>
        <p:grpSp>
          <p:nvGrpSpPr>
            <p:cNvPr id="190" name="Group 189">
              <a:extLst>
                <a:ext uri="{FF2B5EF4-FFF2-40B4-BE49-F238E27FC236}">
                  <a16:creationId xmlns:a16="http://schemas.microsoft.com/office/drawing/2014/main" id="{77071AEA-F77B-F647-A058-71FC7F56BC9C}"/>
                </a:ext>
              </a:extLst>
            </p:cNvPr>
            <p:cNvGrpSpPr/>
            <p:nvPr/>
          </p:nvGrpSpPr>
          <p:grpSpPr>
            <a:xfrm>
              <a:off x="635000" y="3619500"/>
              <a:ext cx="314386" cy="369332"/>
              <a:chOff x="8953500" y="1841500"/>
              <a:chExt cx="314386" cy="369332"/>
            </a:xfrm>
          </p:grpSpPr>
          <p:sp>
            <p:nvSpPr>
              <p:cNvPr id="191" name="Oval 190">
                <a:extLst>
                  <a:ext uri="{FF2B5EF4-FFF2-40B4-BE49-F238E27FC236}">
                    <a16:creationId xmlns:a16="http://schemas.microsoft.com/office/drawing/2014/main" id="{DB3F81B8-82F8-EB45-A850-DEA61F4BA53B}"/>
                  </a:ext>
                </a:extLst>
              </p:cNvPr>
              <p:cNvSpPr/>
              <p:nvPr/>
            </p:nvSpPr>
            <p:spPr>
              <a:xfrm>
                <a:off x="8953500" y="1879600"/>
                <a:ext cx="304800" cy="292100"/>
              </a:xfrm>
              <a:prstGeom prst="ellipse">
                <a:avLst/>
              </a:prstGeom>
              <a:solidFill>
                <a:schemeClr val="bg1"/>
              </a:solidFill>
              <a:ln w="19050">
                <a:solidFill>
                  <a:srgbClr val="0A1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2" name="TextBox 191">
                <a:extLst>
                  <a:ext uri="{FF2B5EF4-FFF2-40B4-BE49-F238E27FC236}">
                    <a16:creationId xmlns:a16="http://schemas.microsoft.com/office/drawing/2014/main" id="{1791ABF8-1237-F049-99EC-B939206A2685}"/>
                  </a:ext>
                </a:extLst>
              </p:cNvPr>
              <p:cNvSpPr txBox="1"/>
              <p:nvPr/>
            </p:nvSpPr>
            <p:spPr>
              <a:xfrm>
                <a:off x="8966200" y="18415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grpSp>
      </p:grpSp>
    </p:spTree>
    <p:extLst>
      <p:ext uri="{BB962C8B-B14F-4D97-AF65-F5344CB8AC3E}">
        <p14:creationId xmlns:p14="http://schemas.microsoft.com/office/powerpoint/2010/main" val="8149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wipe(down)">
                                      <p:cBhvr>
                                        <p:cTn id="7" dur="1000"/>
                                        <p:tgtEl>
                                          <p:spTgt spid="13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138"/>
                                        </p:tgtEl>
                                        <p:attrNameLst>
                                          <p:attrName>style.visibility</p:attrName>
                                        </p:attrNameLst>
                                      </p:cBhvr>
                                      <p:to>
                                        <p:strVal val="visible"/>
                                      </p:to>
                                    </p:set>
                                    <p:animEffect transition="in" filter="wipe(up)">
                                      <p:cBhvr>
                                        <p:cTn id="11" dur="1000"/>
                                        <p:tgtEl>
                                          <p:spTgt spid="138"/>
                                        </p:tgtEl>
                                      </p:cBhvr>
                                    </p:animEffect>
                                  </p:childTnLst>
                                </p:cTn>
                              </p:par>
                              <p:par>
                                <p:cTn id="12" presetID="9" presetClass="entr" presetSubtype="0" fill="hold" nodeType="withEffect">
                                  <p:stCondLst>
                                    <p:cond delay="0"/>
                                  </p:stCondLst>
                                  <p:childTnLst>
                                    <p:set>
                                      <p:cBhvr>
                                        <p:cTn id="13" dur="1" fill="hold">
                                          <p:stCondLst>
                                            <p:cond delay="0"/>
                                          </p:stCondLst>
                                        </p:cTn>
                                        <p:tgtEl>
                                          <p:spTgt spid="193"/>
                                        </p:tgtEl>
                                        <p:attrNameLst>
                                          <p:attrName>style.visibility</p:attrName>
                                        </p:attrNameLst>
                                      </p:cBhvr>
                                      <p:to>
                                        <p:strVal val="visible"/>
                                      </p:to>
                                    </p:set>
                                    <p:animEffect transition="in" filter="dissolve">
                                      <p:cBhvr>
                                        <p:cTn id="14" dur="500"/>
                                        <p:tgtEl>
                                          <p:spTgt spid="193"/>
                                        </p:tgtEl>
                                      </p:cBhvr>
                                    </p:animEffect>
                                  </p:childTnLst>
                                </p:cTn>
                              </p:par>
                            </p:childTnLst>
                          </p:cTn>
                        </p:par>
                        <p:par>
                          <p:cTn id="15" fill="hold">
                            <p:stCondLst>
                              <p:cond delay="2000"/>
                            </p:stCondLst>
                            <p:childTnLst>
                              <p:par>
                                <p:cTn id="16" presetID="0" presetClass="path" presetSubtype="0" accel="50000" decel="50000" fill="hold" nodeType="afterEffect">
                                  <p:stCondLst>
                                    <p:cond delay="0"/>
                                  </p:stCondLst>
                                  <p:childTnLst>
                                    <p:animMotion origin="layout" path="M -0.00222 -0.01019 L -0.00013 0.46018 " pathEditMode="relative" rAng="0" ptsTypes="AA">
                                      <p:cBhvr>
                                        <p:cTn id="17" dur="2000" fill="hold"/>
                                        <p:tgtEl>
                                          <p:spTgt spid="120"/>
                                        </p:tgtEl>
                                        <p:attrNameLst>
                                          <p:attrName>ppt_x</p:attrName>
                                          <p:attrName>ppt_y</p:attrName>
                                        </p:attrNameLst>
                                      </p:cBhvr>
                                      <p:rCtr x="104" y="23519"/>
                                    </p:animMotion>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7"/>
                                        </p:tgtEl>
                                        <p:attrNameLst>
                                          <p:attrName>style.visibility</p:attrName>
                                        </p:attrNameLst>
                                      </p:cBhvr>
                                      <p:to>
                                        <p:strVal val="visible"/>
                                      </p:to>
                                    </p:set>
                                    <p:animEffect transition="in" filter="dissolve">
                                      <p:cBhvr>
                                        <p:cTn id="22" dur="500"/>
                                        <p:tgtEl>
                                          <p:spTgt spid="1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0"/>
                                        </p:tgtEl>
                                        <p:attrNameLst>
                                          <p:attrName>style.visibility</p:attrName>
                                        </p:attrNameLst>
                                      </p:cBhvr>
                                      <p:to>
                                        <p:strVal val="visible"/>
                                      </p:to>
                                    </p:set>
                                    <p:animEffect transition="in" filter="wipe(left)">
                                      <p:cBhvr>
                                        <p:cTn id="27" dur="500"/>
                                        <p:tgtEl>
                                          <p:spTgt spid="140"/>
                                        </p:tgtEl>
                                      </p:cBhvr>
                                    </p:animEffect>
                                  </p:childTnLst>
                                </p:cTn>
                              </p:par>
                            </p:childTnLst>
                          </p:cTn>
                        </p:par>
                        <p:par>
                          <p:cTn id="28" fill="hold">
                            <p:stCondLst>
                              <p:cond delay="500"/>
                            </p:stCondLst>
                            <p:childTnLst>
                              <p:par>
                                <p:cTn id="29" presetID="22" presetClass="entr" presetSubtype="2" fill="hold" nodeType="afterEffect">
                                  <p:stCondLst>
                                    <p:cond delay="0"/>
                                  </p:stCondLst>
                                  <p:childTnLst>
                                    <p:set>
                                      <p:cBhvr>
                                        <p:cTn id="30" dur="1" fill="hold">
                                          <p:stCondLst>
                                            <p:cond delay="0"/>
                                          </p:stCondLst>
                                        </p:cTn>
                                        <p:tgtEl>
                                          <p:spTgt spid="160"/>
                                        </p:tgtEl>
                                        <p:attrNameLst>
                                          <p:attrName>style.visibility</p:attrName>
                                        </p:attrNameLst>
                                      </p:cBhvr>
                                      <p:to>
                                        <p:strVal val="visible"/>
                                      </p:to>
                                    </p:set>
                                    <p:animEffect transition="in" filter="wipe(right)">
                                      <p:cBhvr>
                                        <p:cTn id="31" dur="500"/>
                                        <p:tgtEl>
                                          <p:spTgt spid="160"/>
                                        </p:tgtEl>
                                      </p:cBhvr>
                                    </p:animEffect>
                                  </p:childTnLst>
                                </p:cTn>
                              </p:par>
                              <p:par>
                                <p:cTn id="32" presetID="9" presetClass="entr" presetSubtype="0" fill="hold" nodeType="withEffect">
                                  <p:stCondLst>
                                    <p:cond delay="0"/>
                                  </p:stCondLst>
                                  <p:childTnLst>
                                    <p:set>
                                      <p:cBhvr>
                                        <p:cTn id="33" dur="1" fill="hold">
                                          <p:stCondLst>
                                            <p:cond delay="0"/>
                                          </p:stCondLst>
                                        </p:cTn>
                                        <p:tgtEl>
                                          <p:spTgt spid="194"/>
                                        </p:tgtEl>
                                        <p:attrNameLst>
                                          <p:attrName>style.visibility</p:attrName>
                                        </p:attrNameLst>
                                      </p:cBhvr>
                                      <p:to>
                                        <p:strVal val="visible"/>
                                      </p:to>
                                    </p:set>
                                    <p:animEffect transition="in" filter="dissolve">
                                      <p:cBhvr>
                                        <p:cTn id="34" dur="500"/>
                                        <p:tgtEl>
                                          <p:spTgt spid="194"/>
                                        </p:tgtEl>
                                      </p:cBhvr>
                                    </p:animEffect>
                                  </p:childTnLst>
                                </p:cTn>
                              </p:par>
                            </p:childTnLst>
                          </p:cTn>
                        </p:par>
                        <p:par>
                          <p:cTn id="35" fill="hold">
                            <p:stCondLst>
                              <p:cond delay="1000"/>
                            </p:stCondLst>
                            <p:childTnLst>
                              <p:par>
                                <p:cTn id="36" presetID="0" presetClass="path" presetSubtype="0" accel="50000" decel="50000" fill="hold" nodeType="afterEffect">
                                  <p:stCondLst>
                                    <p:cond delay="0"/>
                                  </p:stCondLst>
                                  <p:childTnLst>
                                    <p:animMotion origin="layout" path="M 0.00235 -0.00093 L -0.26146 0.00532 " pathEditMode="relative" rAng="0" ptsTypes="AA">
                                      <p:cBhvr>
                                        <p:cTn id="37" dur="2000" fill="hold"/>
                                        <p:tgtEl>
                                          <p:spTgt spid="121"/>
                                        </p:tgtEl>
                                        <p:attrNameLst>
                                          <p:attrName>ppt_x</p:attrName>
                                          <p:attrName>ppt_y</p:attrName>
                                        </p:attrNameLst>
                                      </p:cBhvr>
                                      <p:rCtr x="-13190" y="301"/>
                                    </p:animMotion>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64"/>
                                        </p:tgtEl>
                                        <p:attrNameLst>
                                          <p:attrName>style.visibility</p:attrName>
                                        </p:attrNameLst>
                                      </p:cBhvr>
                                      <p:to>
                                        <p:strVal val="visible"/>
                                      </p:to>
                                    </p:set>
                                    <p:animEffect transition="in" filter="dissolve">
                                      <p:cBhvr>
                                        <p:cTn id="42" dur="500"/>
                                        <p:tgtEl>
                                          <p:spTgt spid="16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67"/>
                                        </p:tgtEl>
                                        <p:attrNameLst>
                                          <p:attrName>style.visibility</p:attrName>
                                        </p:attrNameLst>
                                      </p:cBhvr>
                                      <p:to>
                                        <p:strVal val="visible"/>
                                      </p:to>
                                    </p:set>
                                    <p:animEffect transition="in" filter="dissolve">
                                      <p:cBhvr>
                                        <p:cTn id="47" dur="500"/>
                                        <p:tgtEl>
                                          <p:spTgt spid="167"/>
                                        </p:tgtEl>
                                      </p:cBhvr>
                                    </p:animEffect>
                                  </p:childTnLst>
                                </p:cTn>
                              </p:par>
                            </p:childTnLst>
                          </p:cTn>
                        </p:par>
                        <p:par>
                          <p:cTn id="48" fill="hold">
                            <p:stCondLst>
                              <p:cond delay="500"/>
                            </p:stCondLst>
                            <p:childTnLst>
                              <p:par>
                                <p:cTn id="49" presetID="0" presetClass="path" presetSubtype="0" accel="50000" decel="50000" fill="hold" nodeType="afterEffect">
                                  <p:stCondLst>
                                    <p:cond delay="0"/>
                                  </p:stCondLst>
                                  <p:childTnLst>
                                    <p:animMotion origin="layout" path="M -0.00052 -0.00371 L -0.22657 0.00185 " pathEditMode="relative" rAng="0" ptsTypes="AA">
                                      <p:cBhvr>
                                        <p:cTn id="50" dur="2000" fill="hold"/>
                                        <p:tgtEl>
                                          <p:spTgt spid="167"/>
                                        </p:tgtEl>
                                        <p:attrNameLst>
                                          <p:attrName>ppt_x</p:attrName>
                                          <p:attrName>ppt_y</p:attrName>
                                        </p:attrNameLst>
                                      </p:cBhvr>
                                      <p:rCtr x="-11302" y="278"/>
                                    </p:animMotion>
                                  </p:childTnLst>
                                </p:cTn>
                              </p:par>
                              <p:par>
                                <p:cTn id="51" presetID="9" presetClass="exit" presetSubtype="0" fill="hold" nodeType="withEffect">
                                  <p:stCondLst>
                                    <p:cond delay="0"/>
                                  </p:stCondLst>
                                  <p:childTnLst>
                                    <p:animEffect transition="out" filter="dissolve">
                                      <p:cBhvr>
                                        <p:cTn id="52" dur="500"/>
                                        <p:tgtEl>
                                          <p:spTgt spid="120"/>
                                        </p:tgtEl>
                                      </p:cBhvr>
                                    </p:animEffect>
                                    <p:set>
                                      <p:cBhvr>
                                        <p:cTn id="53" dur="1" fill="hold">
                                          <p:stCondLst>
                                            <p:cond delay="499"/>
                                          </p:stCondLst>
                                        </p:cTn>
                                        <p:tgtEl>
                                          <p:spTgt spid="120"/>
                                        </p:tgtEl>
                                        <p:attrNameLst>
                                          <p:attrName>style.visibility</p:attrName>
                                        </p:attrNameLst>
                                      </p:cBhvr>
                                      <p:to>
                                        <p:strVal val="hidden"/>
                                      </p:to>
                                    </p:set>
                                  </p:childTnLst>
                                </p:cTn>
                              </p:par>
                              <p:par>
                                <p:cTn id="54" presetID="9" presetClass="exit" presetSubtype="0" fill="hold" nodeType="withEffect">
                                  <p:stCondLst>
                                    <p:cond delay="0"/>
                                  </p:stCondLst>
                                  <p:childTnLst>
                                    <p:animEffect transition="out" filter="dissolve">
                                      <p:cBhvr>
                                        <p:cTn id="55" dur="500"/>
                                        <p:tgtEl>
                                          <p:spTgt spid="121"/>
                                        </p:tgtEl>
                                      </p:cBhvr>
                                    </p:animEffect>
                                    <p:set>
                                      <p:cBhvr>
                                        <p:cTn id="56" dur="1" fill="hold">
                                          <p:stCondLst>
                                            <p:cond delay="499"/>
                                          </p:stCondLst>
                                        </p:cTn>
                                        <p:tgtEl>
                                          <p:spTgt spid="121"/>
                                        </p:tgtEl>
                                        <p:attrNameLst>
                                          <p:attrName>style.visibility</p:attrName>
                                        </p:attrNameLst>
                                      </p:cBhvr>
                                      <p:to>
                                        <p:strVal val="hidden"/>
                                      </p:to>
                                    </p:set>
                                  </p:childTnLst>
                                </p:cTn>
                              </p:par>
                            </p:childTnLst>
                          </p:cTn>
                        </p:par>
                        <p:par>
                          <p:cTn id="57" fill="hold">
                            <p:stCondLst>
                              <p:cond delay="2500"/>
                            </p:stCondLst>
                            <p:childTnLst>
                              <p:par>
                                <p:cTn id="58" presetID="9" presetClass="entr" presetSubtype="0" fill="hold" grpId="0" nodeType="afterEffect">
                                  <p:stCondLst>
                                    <p:cond delay="0"/>
                                  </p:stCondLst>
                                  <p:childTnLst>
                                    <p:set>
                                      <p:cBhvr>
                                        <p:cTn id="59" dur="1" fill="hold">
                                          <p:stCondLst>
                                            <p:cond delay="0"/>
                                          </p:stCondLst>
                                        </p:cTn>
                                        <p:tgtEl>
                                          <p:spTgt spid="168"/>
                                        </p:tgtEl>
                                        <p:attrNameLst>
                                          <p:attrName>style.visibility</p:attrName>
                                        </p:attrNameLst>
                                      </p:cBhvr>
                                      <p:to>
                                        <p:strVal val="visible"/>
                                      </p:to>
                                    </p:set>
                                    <p:animEffect transition="in" filter="dissolve">
                                      <p:cBhvr>
                                        <p:cTn id="60" dur="500"/>
                                        <p:tgtEl>
                                          <p:spTgt spid="168"/>
                                        </p:tgtEl>
                                      </p:cBhvr>
                                    </p:animEffect>
                                  </p:childTnLst>
                                </p:cTn>
                              </p:par>
                              <p:par>
                                <p:cTn id="61" presetID="9" presetClass="entr" presetSubtype="0" fill="hold" nodeType="withEffect">
                                  <p:stCondLst>
                                    <p:cond delay="0"/>
                                  </p:stCondLst>
                                  <p:childTnLst>
                                    <p:set>
                                      <p:cBhvr>
                                        <p:cTn id="62" dur="1" fill="hold">
                                          <p:stCondLst>
                                            <p:cond delay="0"/>
                                          </p:stCondLst>
                                        </p:cTn>
                                        <p:tgtEl>
                                          <p:spTgt spid="195"/>
                                        </p:tgtEl>
                                        <p:attrNameLst>
                                          <p:attrName>style.visibility</p:attrName>
                                        </p:attrNameLst>
                                      </p:cBhvr>
                                      <p:to>
                                        <p:strVal val="visible"/>
                                      </p:to>
                                    </p:set>
                                    <p:animEffect transition="in" filter="dissolve">
                                      <p:cBhvr>
                                        <p:cTn id="63" dur="5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 name="Group 140">
            <a:extLst>
              <a:ext uri="{FF2B5EF4-FFF2-40B4-BE49-F238E27FC236}">
                <a16:creationId xmlns:a16="http://schemas.microsoft.com/office/drawing/2014/main" id="{D712CB78-C706-8D45-92DD-C33079FB1C49}"/>
              </a:ext>
            </a:extLst>
          </p:cNvPr>
          <p:cNvGrpSpPr/>
          <p:nvPr/>
        </p:nvGrpSpPr>
        <p:grpSpPr>
          <a:xfrm>
            <a:off x="6946900" y="1524000"/>
            <a:ext cx="711200" cy="1016000"/>
            <a:chOff x="1282700" y="2006600"/>
            <a:chExt cx="2603500" cy="3263900"/>
          </a:xfrm>
        </p:grpSpPr>
        <p:sp>
          <p:nvSpPr>
            <p:cNvPr id="145" name="Rounded Rectangle 144">
              <a:extLst>
                <a:ext uri="{FF2B5EF4-FFF2-40B4-BE49-F238E27FC236}">
                  <a16:creationId xmlns:a16="http://schemas.microsoft.com/office/drawing/2014/main" id="{540E5D60-2630-5C4F-93AA-181EF66F4A05}"/>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6" name="Rounded Rectangle 145">
              <a:extLst>
                <a:ext uri="{FF2B5EF4-FFF2-40B4-BE49-F238E27FC236}">
                  <a16:creationId xmlns:a16="http://schemas.microsoft.com/office/drawing/2014/main" id="{1B6C9F51-012D-6C41-86DD-D8573774FC76}"/>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7" name="Rounded Rectangle 146">
              <a:extLst>
                <a:ext uri="{FF2B5EF4-FFF2-40B4-BE49-F238E27FC236}">
                  <a16:creationId xmlns:a16="http://schemas.microsoft.com/office/drawing/2014/main" id="{B551C884-0D90-F941-AF6F-06DF5399CBEF}"/>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02FDD130-6C4C-694D-BE73-6370065D7337}"/>
              </a:ext>
            </a:extLst>
          </p:cNvPr>
          <p:cNvGrpSpPr/>
          <p:nvPr/>
        </p:nvGrpSpPr>
        <p:grpSpPr>
          <a:xfrm>
            <a:off x="4622800" y="5626100"/>
            <a:ext cx="711200" cy="1016000"/>
            <a:chOff x="1282700" y="2006600"/>
            <a:chExt cx="2603500" cy="3263900"/>
          </a:xfrm>
        </p:grpSpPr>
        <p:sp>
          <p:nvSpPr>
            <p:cNvPr id="5" name="Rounded Rectangle 4">
              <a:extLst>
                <a:ext uri="{FF2B5EF4-FFF2-40B4-BE49-F238E27FC236}">
                  <a16:creationId xmlns:a16="http://schemas.microsoft.com/office/drawing/2014/main" id="{7EB869C5-DCEC-4743-B371-441AE269CD39}"/>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Rounded Rectangle 134">
              <a:extLst>
                <a:ext uri="{FF2B5EF4-FFF2-40B4-BE49-F238E27FC236}">
                  <a16:creationId xmlns:a16="http://schemas.microsoft.com/office/drawing/2014/main" id="{78526DC0-9AD9-8E49-B598-BE6ECB1A3ADD}"/>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9" name="Rounded Rectangle 138">
              <a:extLst>
                <a:ext uri="{FF2B5EF4-FFF2-40B4-BE49-F238E27FC236}">
                  <a16:creationId xmlns:a16="http://schemas.microsoft.com/office/drawing/2014/main" id="{CC925A7C-C818-5C45-B6D1-0A032D437672}"/>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3" name="Group 57">
            <a:extLst>
              <a:ext uri="{FF2B5EF4-FFF2-40B4-BE49-F238E27FC236}">
                <a16:creationId xmlns:a16="http://schemas.microsoft.com/office/drawing/2014/main" id="{C28FCCAF-E5F2-4945-8BC3-5A0D78DCA4B7}"/>
              </a:ext>
            </a:extLst>
          </p:cNvPr>
          <p:cNvGrpSpPr>
            <a:grpSpLocks/>
          </p:cNvGrpSpPr>
          <p:nvPr/>
        </p:nvGrpSpPr>
        <p:grpSpPr bwMode="auto">
          <a:xfrm>
            <a:off x="4421414" y="1364343"/>
            <a:ext cx="519313" cy="1096646"/>
            <a:chOff x="4140" y="429"/>
            <a:chExt cx="1425" cy="2396"/>
          </a:xfrm>
        </p:grpSpPr>
        <p:sp>
          <p:nvSpPr>
            <p:cNvPr id="14" name="Freeform 58">
              <a:extLst>
                <a:ext uri="{FF2B5EF4-FFF2-40B4-BE49-F238E27FC236}">
                  <a16:creationId xmlns:a16="http://schemas.microsoft.com/office/drawing/2014/main" id="{3E0ABDD2-372E-3E4A-B89E-371FFA05F26D}"/>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5" name="Rectangle 59">
              <a:extLst>
                <a:ext uri="{FF2B5EF4-FFF2-40B4-BE49-F238E27FC236}">
                  <a16:creationId xmlns:a16="http://schemas.microsoft.com/office/drawing/2014/main" id="{E0E6AB63-2D8D-FD4A-8D08-0DCE29453826}"/>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 name="Freeform 60">
              <a:extLst>
                <a:ext uri="{FF2B5EF4-FFF2-40B4-BE49-F238E27FC236}">
                  <a16:creationId xmlns:a16="http://schemas.microsoft.com/office/drawing/2014/main" id="{F2DF5CCD-3A3D-8946-BB0F-B72F144D1304}"/>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7" name="Freeform 61">
              <a:extLst>
                <a:ext uri="{FF2B5EF4-FFF2-40B4-BE49-F238E27FC236}">
                  <a16:creationId xmlns:a16="http://schemas.microsoft.com/office/drawing/2014/main" id="{F4AF3F5F-1964-934E-A22C-CAAAC82B89FD}"/>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8" name="Rectangle 62">
              <a:extLst>
                <a:ext uri="{FF2B5EF4-FFF2-40B4-BE49-F238E27FC236}">
                  <a16:creationId xmlns:a16="http://schemas.microsoft.com/office/drawing/2014/main" id="{60DC56E6-B22B-2D4A-A532-797BE2BECEC2}"/>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9" name="Group 63">
              <a:extLst>
                <a:ext uri="{FF2B5EF4-FFF2-40B4-BE49-F238E27FC236}">
                  <a16:creationId xmlns:a16="http://schemas.microsoft.com/office/drawing/2014/main" id="{3F3ABA47-6EE0-1142-9310-EFA5245E70DB}"/>
                </a:ext>
              </a:extLst>
            </p:cNvPr>
            <p:cNvGrpSpPr>
              <a:grpSpLocks/>
            </p:cNvGrpSpPr>
            <p:nvPr/>
          </p:nvGrpSpPr>
          <p:grpSpPr bwMode="auto">
            <a:xfrm>
              <a:off x="4749" y="668"/>
              <a:ext cx="581" cy="145"/>
              <a:chOff x="614" y="2568"/>
              <a:chExt cx="725" cy="139"/>
            </a:xfrm>
          </p:grpSpPr>
          <p:sp>
            <p:nvSpPr>
              <p:cNvPr id="45" name="AutoShape 64">
                <a:extLst>
                  <a:ext uri="{FF2B5EF4-FFF2-40B4-BE49-F238E27FC236}">
                    <a16:creationId xmlns:a16="http://schemas.microsoft.com/office/drawing/2014/main" id="{3EFA4FBC-2313-4A44-9498-E5B0E1F1CB5C}"/>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6" name="AutoShape 65">
                <a:extLst>
                  <a:ext uri="{FF2B5EF4-FFF2-40B4-BE49-F238E27FC236}">
                    <a16:creationId xmlns:a16="http://schemas.microsoft.com/office/drawing/2014/main" id="{53A490A2-F773-064D-9E4E-79006A985BFD}"/>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1" name="Rectangle 66">
              <a:extLst>
                <a:ext uri="{FF2B5EF4-FFF2-40B4-BE49-F238E27FC236}">
                  <a16:creationId xmlns:a16="http://schemas.microsoft.com/office/drawing/2014/main" id="{9B1FF5E8-D30B-2443-8F1C-49E8171DBBA0}"/>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22" name="Group 67">
              <a:extLst>
                <a:ext uri="{FF2B5EF4-FFF2-40B4-BE49-F238E27FC236}">
                  <a16:creationId xmlns:a16="http://schemas.microsoft.com/office/drawing/2014/main" id="{647CD9E2-B875-D040-B501-259F20276FEE}"/>
                </a:ext>
              </a:extLst>
            </p:cNvPr>
            <p:cNvGrpSpPr>
              <a:grpSpLocks/>
            </p:cNvGrpSpPr>
            <p:nvPr/>
          </p:nvGrpSpPr>
          <p:grpSpPr bwMode="auto">
            <a:xfrm>
              <a:off x="4747" y="994"/>
              <a:ext cx="581" cy="134"/>
              <a:chOff x="614" y="2568"/>
              <a:chExt cx="725" cy="139"/>
            </a:xfrm>
          </p:grpSpPr>
          <p:sp>
            <p:nvSpPr>
              <p:cNvPr id="43" name="AutoShape 68">
                <a:extLst>
                  <a:ext uri="{FF2B5EF4-FFF2-40B4-BE49-F238E27FC236}">
                    <a16:creationId xmlns:a16="http://schemas.microsoft.com/office/drawing/2014/main" id="{8B40E7A0-7F87-CB42-91AF-8495B15D1FEF}"/>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4" name="AutoShape 69">
                <a:extLst>
                  <a:ext uri="{FF2B5EF4-FFF2-40B4-BE49-F238E27FC236}">
                    <a16:creationId xmlns:a16="http://schemas.microsoft.com/office/drawing/2014/main" id="{E1BA0D48-E378-0841-B21E-B216A3DEBC44}"/>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3" name="Rectangle 70">
              <a:extLst>
                <a:ext uri="{FF2B5EF4-FFF2-40B4-BE49-F238E27FC236}">
                  <a16:creationId xmlns:a16="http://schemas.microsoft.com/office/drawing/2014/main" id="{A8FEB5CD-1C02-994C-9CD3-7210669BAB9C}"/>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24" name="Rectangle 71">
              <a:extLst>
                <a:ext uri="{FF2B5EF4-FFF2-40B4-BE49-F238E27FC236}">
                  <a16:creationId xmlns:a16="http://schemas.microsoft.com/office/drawing/2014/main" id="{3F0453AB-5611-FD40-B862-F64CDAA10D8F}"/>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25" name="Group 72">
              <a:extLst>
                <a:ext uri="{FF2B5EF4-FFF2-40B4-BE49-F238E27FC236}">
                  <a16:creationId xmlns:a16="http://schemas.microsoft.com/office/drawing/2014/main" id="{4E495B47-7D7F-AE48-BF68-5F048DC528DC}"/>
                </a:ext>
              </a:extLst>
            </p:cNvPr>
            <p:cNvGrpSpPr>
              <a:grpSpLocks/>
            </p:cNvGrpSpPr>
            <p:nvPr/>
          </p:nvGrpSpPr>
          <p:grpSpPr bwMode="auto">
            <a:xfrm>
              <a:off x="4735" y="1627"/>
              <a:ext cx="582" cy="151"/>
              <a:chOff x="614" y="2568"/>
              <a:chExt cx="725" cy="139"/>
            </a:xfrm>
          </p:grpSpPr>
          <p:sp>
            <p:nvSpPr>
              <p:cNvPr id="41" name="AutoShape 73">
                <a:extLst>
                  <a:ext uri="{FF2B5EF4-FFF2-40B4-BE49-F238E27FC236}">
                    <a16:creationId xmlns:a16="http://schemas.microsoft.com/office/drawing/2014/main" id="{52081D9E-64FD-9241-9EEA-BFC2848F38A4}"/>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2" name="AutoShape 74">
                <a:extLst>
                  <a:ext uri="{FF2B5EF4-FFF2-40B4-BE49-F238E27FC236}">
                    <a16:creationId xmlns:a16="http://schemas.microsoft.com/office/drawing/2014/main" id="{89B07DC2-8E24-B048-B84D-C525C9AA2868}"/>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6" name="Freeform 75">
              <a:extLst>
                <a:ext uri="{FF2B5EF4-FFF2-40B4-BE49-F238E27FC236}">
                  <a16:creationId xmlns:a16="http://schemas.microsoft.com/office/drawing/2014/main" id="{00275AA5-20F4-4B40-8A7B-56C022B44C00}"/>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27" name="Group 76">
              <a:extLst>
                <a:ext uri="{FF2B5EF4-FFF2-40B4-BE49-F238E27FC236}">
                  <a16:creationId xmlns:a16="http://schemas.microsoft.com/office/drawing/2014/main" id="{E089CEBF-EE46-794F-82AC-9A6451034987}"/>
                </a:ext>
              </a:extLst>
            </p:cNvPr>
            <p:cNvGrpSpPr>
              <a:grpSpLocks/>
            </p:cNvGrpSpPr>
            <p:nvPr/>
          </p:nvGrpSpPr>
          <p:grpSpPr bwMode="auto">
            <a:xfrm>
              <a:off x="4739" y="1327"/>
              <a:ext cx="582" cy="139"/>
              <a:chOff x="614" y="2568"/>
              <a:chExt cx="725" cy="139"/>
            </a:xfrm>
          </p:grpSpPr>
          <p:sp>
            <p:nvSpPr>
              <p:cNvPr id="39" name="AutoShape 77">
                <a:extLst>
                  <a:ext uri="{FF2B5EF4-FFF2-40B4-BE49-F238E27FC236}">
                    <a16:creationId xmlns:a16="http://schemas.microsoft.com/office/drawing/2014/main" id="{4DB9DFE4-1869-F54F-9D86-B1C3308910DE}"/>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0" name="AutoShape 78">
                <a:extLst>
                  <a:ext uri="{FF2B5EF4-FFF2-40B4-BE49-F238E27FC236}">
                    <a16:creationId xmlns:a16="http://schemas.microsoft.com/office/drawing/2014/main" id="{1D4272DE-9783-504C-B24E-985066EBD4C9}"/>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8" name="Rectangle 79">
              <a:extLst>
                <a:ext uri="{FF2B5EF4-FFF2-40B4-BE49-F238E27FC236}">
                  <a16:creationId xmlns:a16="http://schemas.microsoft.com/office/drawing/2014/main" id="{5FE88211-5391-9B42-9155-73A19A273619}"/>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29" name="Freeform 80">
              <a:extLst>
                <a:ext uri="{FF2B5EF4-FFF2-40B4-BE49-F238E27FC236}">
                  <a16:creationId xmlns:a16="http://schemas.microsoft.com/office/drawing/2014/main" id="{05E256D3-88AF-EE40-9D8D-E6162627B75A}"/>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0" name="Freeform 81">
              <a:extLst>
                <a:ext uri="{FF2B5EF4-FFF2-40B4-BE49-F238E27FC236}">
                  <a16:creationId xmlns:a16="http://schemas.microsoft.com/office/drawing/2014/main" id="{2B1E13A7-1340-1449-8740-70AFA3DE6C85}"/>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1" name="Oval 82">
              <a:extLst>
                <a:ext uri="{FF2B5EF4-FFF2-40B4-BE49-F238E27FC236}">
                  <a16:creationId xmlns:a16="http://schemas.microsoft.com/office/drawing/2014/main" id="{DAC0CC86-045F-6F4E-9391-E07245D69893}"/>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2" name="Freeform 83">
              <a:extLst>
                <a:ext uri="{FF2B5EF4-FFF2-40B4-BE49-F238E27FC236}">
                  <a16:creationId xmlns:a16="http://schemas.microsoft.com/office/drawing/2014/main" id="{A27EE01C-A7F3-EB4C-B539-16929E3E83A2}"/>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3" name="AutoShape 84">
              <a:extLst>
                <a:ext uri="{FF2B5EF4-FFF2-40B4-BE49-F238E27FC236}">
                  <a16:creationId xmlns:a16="http://schemas.microsoft.com/office/drawing/2014/main" id="{881A1C8F-54F2-8948-B760-2762B01F479A}"/>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4" name="AutoShape 85">
              <a:extLst>
                <a:ext uri="{FF2B5EF4-FFF2-40B4-BE49-F238E27FC236}">
                  <a16:creationId xmlns:a16="http://schemas.microsoft.com/office/drawing/2014/main" id="{5AE8BE14-C3E6-D84F-A9AC-E4E0F707C933}"/>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5" name="Oval 86">
              <a:extLst>
                <a:ext uri="{FF2B5EF4-FFF2-40B4-BE49-F238E27FC236}">
                  <a16:creationId xmlns:a16="http://schemas.microsoft.com/office/drawing/2014/main" id="{FD11E9D2-4386-FF49-8E96-2E035F92F945}"/>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6" name="Oval 87">
              <a:extLst>
                <a:ext uri="{FF2B5EF4-FFF2-40B4-BE49-F238E27FC236}">
                  <a16:creationId xmlns:a16="http://schemas.microsoft.com/office/drawing/2014/main" id="{A698DF12-44DE-B34A-9F3A-FC02DEBBF9F1}"/>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7" name="Oval 88">
              <a:extLst>
                <a:ext uri="{FF2B5EF4-FFF2-40B4-BE49-F238E27FC236}">
                  <a16:creationId xmlns:a16="http://schemas.microsoft.com/office/drawing/2014/main" id="{C070DEEB-91AB-C142-9143-5974D8EB70A8}"/>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8" name="Rectangle 89">
              <a:extLst>
                <a:ext uri="{FF2B5EF4-FFF2-40B4-BE49-F238E27FC236}">
                  <a16:creationId xmlns:a16="http://schemas.microsoft.com/office/drawing/2014/main" id="{73990BF0-CEC8-384B-BF26-4A0885AAFAC7}"/>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pic>
        <p:nvPicPr>
          <p:cNvPr id="7" name="Picture 6">
            <a:extLst>
              <a:ext uri="{FF2B5EF4-FFF2-40B4-BE49-F238E27FC236}">
                <a16:creationId xmlns:a16="http://schemas.microsoft.com/office/drawing/2014/main" id="{AC613071-8BFC-5349-80C0-9020206375EE}"/>
              </a:ext>
            </a:extLst>
          </p:cNvPr>
          <p:cNvPicPr>
            <a:picLocks noChangeAspect="1"/>
          </p:cNvPicPr>
          <p:nvPr/>
        </p:nvPicPr>
        <p:blipFill>
          <a:blip r:embed="rId3"/>
          <a:stretch>
            <a:fillRect/>
          </a:stretch>
        </p:blipFill>
        <p:spPr>
          <a:xfrm>
            <a:off x="4987471" y="1230461"/>
            <a:ext cx="1797957" cy="1299560"/>
          </a:xfrm>
          <a:prstGeom prst="rect">
            <a:avLst/>
          </a:prstGeom>
        </p:spPr>
      </p:pic>
      <p:pic>
        <p:nvPicPr>
          <p:cNvPr id="9" name="Picture 8">
            <a:extLst>
              <a:ext uri="{FF2B5EF4-FFF2-40B4-BE49-F238E27FC236}">
                <a16:creationId xmlns:a16="http://schemas.microsoft.com/office/drawing/2014/main" id="{B1FB3A00-B2D9-7443-B666-0ABA7347B5CD}"/>
              </a:ext>
            </a:extLst>
          </p:cNvPr>
          <p:cNvPicPr>
            <a:picLocks noChangeAspect="1"/>
          </p:cNvPicPr>
          <p:nvPr/>
        </p:nvPicPr>
        <p:blipFill>
          <a:blip r:embed="rId4"/>
          <a:stretch>
            <a:fillRect/>
          </a:stretch>
        </p:blipFill>
        <p:spPr>
          <a:xfrm>
            <a:off x="8186057" y="4524829"/>
            <a:ext cx="1783443" cy="249682"/>
          </a:xfrm>
          <a:prstGeom prst="rect">
            <a:avLst/>
          </a:prstGeom>
        </p:spPr>
      </p:pic>
      <p:grpSp>
        <p:nvGrpSpPr>
          <p:cNvPr id="83" name="Group 57">
            <a:extLst>
              <a:ext uri="{FF2B5EF4-FFF2-40B4-BE49-F238E27FC236}">
                <a16:creationId xmlns:a16="http://schemas.microsoft.com/office/drawing/2014/main" id="{C5D7863B-AD69-FC47-BA2D-38FCE4992417}"/>
              </a:ext>
            </a:extLst>
          </p:cNvPr>
          <p:cNvGrpSpPr>
            <a:grpSpLocks/>
          </p:cNvGrpSpPr>
          <p:nvPr/>
        </p:nvGrpSpPr>
        <p:grpSpPr bwMode="auto">
          <a:xfrm>
            <a:off x="8178799" y="4820558"/>
            <a:ext cx="519313" cy="1096646"/>
            <a:chOff x="4140" y="429"/>
            <a:chExt cx="1425" cy="2396"/>
          </a:xfrm>
        </p:grpSpPr>
        <p:sp>
          <p:nvSpPr>
            <p:cNvPr id="84" name="Freeform 58">
              <a:extLst>
                <a:ext uri="{FF2B5EF4-FFF2-40B4-BE49-F238E27FC236}">
                  <a16:creationId xmlns:a16="http://schemas.microsoft.com/office/drawing/2014/main" id="{49D083FD-79A2-E74D-A776-974520EEA50C}"/>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5" name="Rectangle 59">
              <a:extLst>
                <a:ext uri="{FF2B5EF4-FFF2-40B4-BE49-F238E27FC236}">
                  <a16:creationId xmlns:a16="http://schemas.microsoft.com/office/drawing/2014/main" id="{C160A5F6-4243-0B4D-A694-687DE9C0BADD}"/>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86" name="Freeform 60">
              <a:extLst>
                <a:ext uri="{FF2B5EF4-FFF2-40B4-BE49-F238E27FC236}">
                  <a16:creationId xmlns:a16="http://schemas.microsoft.com/office/drawing/2014/main" id="{DCE1287F-730A-864C-AD9E-9FB460287141}"/>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7" name="Freeform 61">
              <a:extLst>
                <a:ext uri="{FF2B5EF4-FFF2-40B4-BE49-F238E27FC236}">
                  <a16:creationId xmlns:a16="http://schemas.microsoft.com/office/drawing/2014/main" id="{1A9CE9AE-3F0C-CB4A-AFB4-667C998F6D05}"/>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8" name="Rectangle 62">
              <a:extLst>
                <a:ext uri="{FF2B5EF4-FFF2-40B4-BE49-F238E27FC236}">
                  <a16:creationId xmlns:a16="http://schemas.microsoft.com/office/drawing/2014/main" id="{01EB0058-0984-934E-8EBD-78F44D93B785}"/>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89" name="Group 63">
              <a:extLst>
                <a:ext uri="{FF2B5EF4-FFF2-40B4-BE49-F238E27FC236}">
                  <a16:creationId xmlns:a16="http://schemas.microsoft.com/office/drawing/2014/main" id="{6DEFB971-8A0D-D54B-BB2F-A5A52EC70DDD}"/>
                </a:ext>
              </a:extLst>
            </p:cNvPr>
            <p:cNvGrpSpPr>
              <a:grpSpLocks/>
            </p:cNvGrpSpPr>
            <p:nvPr/>
          </p:nvGrpSpPr>
          <p:grpSpPr bwMode="auto">
            <a:xfrm>
              <a:off x="4749" y="668"/>
              <a:ext cx="581" cy="145"/>
              <a:chOff x="614" y="2568"/>
              <a:chExt cx="725" cy="139"/>
            </a:xfrm>
          </p:grpSpPr>
          <p:sp>
            <p:nvSpPr>
              <p:cNvPr id="114" name="AutoShape 64">
                <a:extLst>
                  <a:ext uri="{FF2B5EF4-FFF2-40B4-BE49-F238E27FC236}">
                    <a16:creationId xmlns:a16="http://schemas.microsoft.com/office/drawing/2014/main" id="{CB3AB1FF-68E6-B747-BBE7-AB752061332D}"/>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5" name="AutoShape 65">
                <a:extLst>
                  <a:ext uri="{FF2B5EF4-FFF2-40B4-BE49-F238E27FC236}">
                    <a16:creationId xmlns:a16="http://schemas.microsoft.com/office/drawing/2014/main" id="{E93F508C-CA28-204B-8B27-C54D968A705A}"/>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0" name="Rectangle 66">
              <a:extLst>
                <a:ext uri="{FF2B5EF4-FFF2-40B4-BE49-F238E27FC236}">
                  <a16:creationId xmlns:a16="http://schemas.microsoft.com/office/drawing/2014/main" id="{5B1AC563-B14E-A64A-B619-7D4BA2381730}"/>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91" name="Group 67">
              <a:extLst>
                <a:ext uri="{FF2B5EF4-FFF2-40B4-BE49-F238E27FC236}">
                  <a16:creationId xmlns:a16="http://schemas.microsoft.com/office/drawing/2014/main" id="{48FCBC14-90E7-EB46-8ABD-7C73B7251493}"/>
                </a:ext>
              </a:extLst>
            </p:cNvPr>
            <p:cNvGrpSpPr>
              <a:grpSpLocks/>
            </p:cNvGrpSpPr>
            <p:nvPr/>
          </p:nvGrpSpPr>
          <p:grpSpPr bwMode="auto">
            <a:xfrm>
              <a:off x="4747" y="994"/>
              <a:ext cx="581" cy="134"/>
              <a:chOff x="614" y="2568"/>
              <a:chExt cx="725" cy="139"/>
            </a:xfrm>
          </p:grpSpPr>
          <p:sp>
            <p:nvSpPr>
              <p:cNvPr id="112" name="AutoShape 68">
                <a:extLst>
                  <a:ext uri="{FF2B5EF4-FFF2-40B4-BE49-F238E27FC236}">
                    <a16:creationId xmlns:a16="http://schemas.microsoft.com/office/drawing/2014/main" id="{A898FDCB-872C-6440-BCF5-39CC5BB4E22F}"/>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3" name="AutoShape 69">
                <a:extLst>
                  <a:ext uri="{FF2B5EF4-FFF2-40B4-BE49-F238E27FC236}">
                    <a16:creationId xmlns:a16="http://schemas.microsoft.com/office/drawing/2014/main" id="{146DD0F8-ADA8-4F48-B1C0-6C48443ABC84}"/>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2" name="Rectangle 70">
              <a:extLst>
                <a:ext uri="{FF2B5EF4-FFF2-40B4-BE49-F238E27FC236}">
                  <a16:creationId xmlns:a16="http://schemas.microsoft.com/office/drawing/2014/main" id="{AECADF08-F932-F64F-83DE-4FB9C1254041}"/>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93" name="Rectangle 71">
              <a:extLst>
                <a:ext uri="{FF2B5EF4-FFF2-40B4-BE49-F238E27FC236}">
                  <a16:creationId xmlns:a16="http://schemas.microsoft.com/office/drawing/2014/main" id="{AAB7C3D1-8C2B-BE49-A8B9-C1F76FC88D66}"/>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94" name="Group 72">
              <a:extLst>
                <a:ext uri="{FF2B5EF4-FFF2-40B4-BE49-F238E27FC236}">
                  <a16:creationId xmlns:a16="http://schemas.microsoft.com/office/drawing/2014/main" id="{3DEC4CAB-1840-6D4B-83A5-245A38500CEA}"/>
                </a:ext>
              </a:extLst>
            </p:cNvPr>
            <p:cNvGrpSpPr>
              <a:grpSpLocks/>
            </p:cNvGrpSpPr>
            <p:nvPr/>
          </p:nvGrpSpPr>
          <p:grpSpPr bwMode="auto">
            <a:xfrm>
              <a:off x="4735" y="1627"/>
              <a:ext cx="582" cy="151"/>
              <a:chOff x="614" y="2568"/>
              <a:chExt cx="725" cy="139"/>
            </a:xfrm>
          </p:grpSpPr>
          <p:sp>
            <p:nvSpPr>
              <p:cNvPr id="110" name="AutoShape 73">
                <a:extLst>
                  <a:ext uri="{FF2B5EF4-FFF2-40B4-BE49-F238E27FC236}">
                    <a16:creationId xmlns:a16="http://schemas.microsoft.com/office/drawing/2014/main" id="{A0F018FE-D678-C348-92C8-C541D45EC142}"/>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1" name="AutoShape 74">
                <a:extLst>
                  <a:ext uri="{FF2B5EF4-FFF2-40B4-BE49-F238E27FC236}">
                    <a16:creationId xmlns:a16="http://schemas.microsoft.com/office/drawing/2014/main" id="{438A18AE-96B9-634D-B0C6-94D6136C1BF3}"/>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5" name="Freeform 75">
              <a:extLst>
                <a:ext uri="{FF2B5EF4-FFF2-40B4-BE49-F238E27FC236}">
                  <a16:creationId xmlns:a16="http://schemas.microsoft.com/office/drawing/2014/main" id="{D0CF0AA3-AC56-5B4A-AAB7-C4F4A10396F4}"/>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96" name="Group 76">
              <a:extLst>
                <a:ext uri="{FF2B5EF4-FFF2-40B4-BE49-F238E27FC236}">
                  <a16:creationId xmlns:a16="http://schemas.microsoft.com/office/drawing/2014/main" id="{2F69551B-EBA3-BF40-8C0D-28FC3540F9EA}"/>
                </a:ext>
              </a:extLst>
            </p:cNvPr>
            <p:cNvGrpSpPr>
              <a:grpSpLocks/>
            </p:cNvGrpSpPr>
            <p:nvPr/>
          </p:nvGrpSpPr>
          <p:grpSpPr bwMode="auto">
            <a:xfrm>
              <a:off x="4739" y="1327"/>
              <a:ext cx="582" cy="139"/>
              <a:chOff x="614" y="2568"/>
              <a:chExt cx="725" cy="139"/>
            </a:xfrm>
          </p:grpSpPr>
          <p:sp>
            <p:nvSpPr>
              <p:cNvPr id="108" name="AutoShape 77">
                <a:extLst>
                  <a:ext uri="{FF2B5EF4-FFF2-40B4-BE49-F238E27FC236}">
                    <a16:creationId xmlns:a16="http://schemas.microsoft.com/office/drawing/2014/main" id="{F24A03FE-CC74-2E4C-A1C8-914AEE73C263}"/>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9" name="AutoShape 78">
                <a:extLst>
                  <a:ext uri="{FF2B5EF4-FFF2-40B4-BE49-F238E27FC236}">
                    <a16:creationId xmlns:a16="http://schemas.microsoft.com/office/drawing/2014/main" id="{1A088830-47CE-554E-891D-383BDC7C106C}"/>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7" name="Rectangle 79">
              <a:extLst>
                <a:ext uri="{FF2B5EF4-FFF2-40B4-BE49-F238E27FC236}">
                  <a16:creationId xmlns:a16="http://schemas.microsoft.com/office/drawing/2014/main" id="{4B8B1DBC-053B-454B-AA6A-93DD7A17D908}"/>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98" name="Freeform 80">
              <a:extLst>
                <a:ext uri="{FF2B5EF4-FFF2-40B4-BE49-F238E27FC236}">
                  <a16:creationId xmlns:a16="http://schemas.microsoft.com/office/drawing/2014/main" id="{0C9C506E-2927-3944-A4CD-50E996AE2C65}"/>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99" name="Freeform 81">
              <a:extLst>
                <a:ext uri="{FF2B5EF4-FFF2-40B4-BE49-F238E27FC236}">
                  <a16:creationId xmlns:a16="http://schemas.microsoft.com/office/drawing/2014/main" id="{EB949747-1183-E946-A591-654096BEA6F8}"/>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0" name="Oval 82">
              <a:extLst>
                <a:ext uri="{FF2B5EF4-FFF2-40B4-BE49-F238E27FC236}">
                  <a16:creationId xmlns:a16="http://schemas.microsoft.com/office/drawing/2014/main" id="{568FECAB-8B6E-D148-BC17-44303ACE0E80}"/>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1" name="Freeform 83">
              <a:extLst>
                <a:ext uri="{FF2B5EF4-FFF2-40B4-BE49-F238E27FC236}">
                  <a16:creationId xmlns:a16="http://schemas.microsoft.com/office/drawing/2014/main" id="{638205AE-B922-264E-A776-6C571A51D027}"/>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2" name="AutoShape 84">
              <a:extLst>
                <a:ext uri="{FF2B5EF4-FFF2-40B4-BE49-F238E27FC236}">
                  <a16:creationId xmlns:a16="http://schemas.microsoft.com/office/drawing/2014/main" id="{68D17880-2BFD-AB45-8EE6-655F1EE28CEE}"/>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3" name="AutoShape 85">
              <a:extLst>
                <a:ext uri="{FF2B5EF4-FFF2-40B4-BE49-F238E27FC236}">
                  <a16:creationId xmlns:a16="http://schemas.microsoft.com/office/drawing/2014/main" id="{38FF6123-2AE5-0E4D-9C49-2AB92E459E5B}"/>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4" name="Oval 86">
              <a:extLst>
                <a:ext uri="{FF2B5EF4-FFF2-40B4-BE49-F238E27FC236}">
                  <a16:creationId xmlns:a16="http://schemas.microsoft.com/office/drawing/2014/main" id="{2620EC11-7D22-C94E-A6F0-0BB8CA9093E4}"/>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5" name="Oval 87">
              <a:extLst>
                <a:ext uri="{FF2B5EF4-FFF2-40B4-BE49-F238E27FC236}">
                  <a16:creationId xmlns:a16="http://schemas.microsoft.com/office/drawing/2014/main" id="{DB036E28-4F88-C54A-8239-CB50D9884904}"/>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6" name="Oval 88">
              <a:extLst>
                <a:ext uri="{FF2B5EF4-FFF2-40B4-BE49-F238E27FC236}">
                  <a16:creationId xmlns:a16="http://schemas.microsoft.com/office/drawing/2014/main" id="{B01647CB-6EC4-044F-915F-A65E26069E0E}"/>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7" name="Rectangle 89">
              <a:extLst>
                <a:ext uri="{FF2B5EF4-FFF2-40B4-BE49-F238E27FC236}">
                  <a16:creationId xmlns:a16="http://schemas.microsoft.com/office/drawing/2014/main" id="{45BA2A5E-EE30-C54D-8CAD-2B96D86B04A1}"/>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grpSp>
        <p:nvGrpSpPr>
          <p:cNvPr id="117" name="Group 116">
            <a:extLst>
              <a:ext uri="{FF2B5EF4-FFF2-40B4-BE49-F238E27FC236}">
                <a16:creationId xmlns:a16="http://schemas.microsoft.com/office/drawing/2014/main" id="{80AEB31E-EE76-584C-AA46-3C2461C3C346}"/>
              </a:ext>
            </a:extLst>
          </p:cNvPr>
          <p:cNvGrpSpPr/>
          <p:nvPr/>
        </p:nvGrpSpPr>
        <p:grpSpPr>
          <a:xfrm>
            <a:off x="3586046" y="4406221"/>
            <a:ext cx="1432267" cy="1301523"/>
            <a:chOff x="2718817" y="3255963"/>
            <a:chExt cx="1432267" cy="1301523"/>
          </a:xfrm>
        </p:grpSpPr>
        <p:grpSp>
          <p:nvGrpSpPr>
            <p:cNvPr id="47" name="Group 90">
              <a:extLst>
                <a:ext uri="{FF2B5EF4-FFF2-40B4-BE49-F238E27FC236}">
                  <a16:creationId xmlns:a16="http://schemas.microsoft.com/office/drawing/2014/main" id="{0E15E389-35EC-4248-8D1B-518B9EAA59B9}"/>
                </a:ext>
              </a:extLst>
            </p:cNvPr>
            <p:cNvGrpSpPr>
              <a:grpSpLocks/>
            </p:cNvGrpSpPr>
            <p:nvPr/>
          </p:nvGrpSpPr>
          <p:grpSpPr bwMode="auto">
            <a:xfrm>
              <a:off x="2718817" y="3255963"/>
              <a:ext cx="1432267" cy="1301523"/>
              <a:chOff x="-44" y="1473"/>
              <a:chExt cx="981" cy="1105"/>
            </a:xfrm>
          </p:grpSpPr>
          <p:pic>
            <p:nvPicPr>
              <p:cNvPr id="48" name="Picture 91" descr="desktop_computer_stylized_medium">
                <a:extLst>
                  <a:ext uri="{FF2B5EF4-FFF2-40B4-BE49-F238E27FC236}">
                    <a16:creationId xmlns:a16="http://schemas.microsoft.com/office/drawing/2014/main" id="{8461BC4D-1645-F749-AC4B-1926BA94D0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Freeform 92">
                <a:extLst>
                  <a:ext uri="{FF2B5EF4-FFF2-40B4-BE49-F238E27FC236}">
                    <a16:creationId xmlns:a16="http://schemas.microsoft.com/office/drawing/2014/main" id="{ECE33066-562B-D24D-90DD-9F2C4CD1BA2F}"/>
                  </a:ext>
                </a:extLst>
              </p:cNvPr>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116" name="Picture 115" descr="Icon&#10;&#10;Description automatically generated">
              <a:extLst>
                <a:ext uri="{FF2B5EF4-FFF2-40B4-BE49-F238E27FC236}">
                  <a16:creationId xmlns:a16="http://schemas.microsoft.com/office/drawing/2014/main" id="{34042089-BE33-B14C-9A59-7A6138E86181}"/>
                </a:ext>
              </a:extLst>
            </p:cNvPr>
            <p:cNvPicPr>
              <a:picLocks noChangeAspect="1"/>
            </p:cNvPicPr>
            <p:nvPr/>
          </p:nvPicPr>
          <p:blipFill>
            <a:blip r:embed="rId6"/>
            <a:stretch>
              <a:fillRect/>
            </a:stretch>
          </p:blipFill>
          <p:spPr>
            <a:xfrm>
              <a:off x="3251200" y="3436256"/>
              <a:ext cx="870857" cy="489857"/>
            </a:xfrm>
            <a:prstGeom prst="rect">
              <a:avLst/>
            </a:prstGeom>
          </p:spPr>
        </p:pic>
      </p:grpSp>
      <p:sp>
        <p:nvSpPr>
          <p:cNvPr id="118" name="TextBox 117">
            <a:extLst>
              <a:ext uri="{FF2B5EF4-FFF2-40B4-BE49-F238E27FC236}">
                <a16:creationId xmlns:a16="http://schemas.microsoft.com/office/drawing/2014/main" id="{9A847BB3-697B-8943-A0D3-E3C65DBA6F1C}"/>
              </a:ext>
            </a:extLst>
          </p:cNvPr>
          <p:cNvSpPr txBox="1"/>
          <p:nvPr/>
        </p:nvSpPr>
        <p:spPr>
          <a:xfrm>
            <a:off x="4352471" y="2398486"/>
            <a:ext cx="257269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nytimes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 (sports)</a:t>
            </a:r>
          </a:p>
        </p:txBody>
      </p:sp>
      <p:sp>
        <p:nvSpPr>
          <p:cNvPr id="119" name="TextBox 118">
            <a:extLst>
              <a:ext uri="{FF2B5EF4-FFF2-40B4-BE49-F238E27FC236}">
                <a16:creationId xmlns:a16="http://schemas.microsoft.com/office/drawing/2014/main" id="{58BE66CB-B4F9-CC49-A94F-C87C0E785DA3}"/>
              </a:ext>
            </a:extLst>
          </p:cNvPr>
          <p:cNvSpPr txBox="1"/>
          <p:nvPr/>
        </p:nvSpPr>
        <p:spPr>
          <a:xfrm>
            <a:off x="8095344" y="5878285"/>
            <a:ext cx="12279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AdX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a:t>
            </a:r>
          </a:p>
        </p:txBody>
      </p:sp>
      <p:sp>
        <p:nvSpPr>
          <p:cNvPr id="3" name="TextBox 2">
            <a:extLst>
              <a:ext uri="{FF2B5EF4-FFF2-40B4-BE49-F238E27FC236}">
                <a16:creationId xmlns:a16="http://schemas.microsoft.com/office/drawing/2014/main" id="{7420A0CD-DF92-1645-9CBB-C5971315F8AB}"/>
              </a:ext>
            </a:extLst>
          </p:cNvPr>
          <p:cNvSpPr txBox="1"/>
          <p:nvPr/>
        </p:nvSpPr>
        <p:spPr>
          <a:xfrm>
            <a:off x="6997700" y="1778000"/>
            <a:ext cx="20473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sports, 2/15/22</a:t>
            </a:r>
          </a:p>
        </p:txBody>
      </p:sp>
      <p:grpSp>
        <p:nvGrpSpPr>
          <p:cNvPr id="148" name="Group 147">
            <a:extLst>
              <a:ext uri="{FF2B5EF4-FFF2-40B4-BE49-F238E27FC236}">
                <a16:creationId xmlns:a16="http://schemas.microsoft.com/office/drawing/2014/main" id="{BEDD1666-0DF1-1644-8B3C-E55E2557B728}"/>
              </a:ext>
            </a:extLst>
          </p:cNvPr>
          <p:cNvGrpSpPr/>
          <p:nvPr/>
        </p:nvGrpSpPr>
        <p:grpSpPr>
          <a:xfrm>
            <a:off x="9182100" y="4902200"/>
            <a:ext cx="711200" cy="1016000"/>
            <a:chOff x="1282700" y="2006600"/>
            <a:chExt cx="2603500" cy="3263900"/>
          </a:xfrm>
        </p:grpSpPr>
        <p:sp>
          <p:nvSpPr>
            <p:cNvPr id="149" name="Rounded Rectangle 148">
              <a:extLst>
                <a:ext uri="{FF2B5EF4-FFF2-40B4-BE49-F238E27FC236}">
                  <a16:creationId xmlns:a16="http://schemas.microsoft.com/office/drawing/2014/main" id="{D02791EC-9307-2A4B-9CC8-D2CCC50BC3C0}"/>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Rounded Rectangle 149">
              <a:extLst>
                <a:ext uri="{FF2B5EF4-FFF2-40B4-BE49-F238E27FC236}">
                  <a16:creationId xmlns:a16="http://schemas.microsoft.com/office/drawing/2014/main" id="{1053ED46-9860-D146-B0AD-5B077993BB88}"/>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Rounded Rectangle 150">
              <a:extLst>
                <a:ext uri="{FF2B5EF4-FFF2-40B4-BE49-F238E27FC236}">
                  <a16:creationId xmlns:a16="http://schemas.microsoft.com/office/drawing/2014/main" id="{2D06E11F-99A7-5240-B75B-7DD5647AAD3D}"/>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34" name="TextBox 133">
            <a:extLst>
              <a:ext uri="{FF2B5EF4-FFF2-40B4-BE49-F238E27FC236}">
                <a16:creationId xmlns:a16="http://schemas.microsoft.com/office/drawing/2014/main" id="{9DD11912-9F0C-4A48-865D-02E84CA7BE56}"/>
              </a:ext>
            </a:extLst>
          </p:cNvPr>
          <p:cNvSpPr txBox="1"/>
          <p:nvPr/>
        </p:nvSpPr>
        <p:spPr>
          <a:xfrm>
            <a:off x="4229100" y="5867400"/>
            <a:ext cx="15247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NY Times: </a:t>
            </a: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endParaRPr kumimoji="0" lang="en-US" sz="16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22" name="TextBox 121">
            <a:extLst>
              <a:ext uri="{FF2B5EF4-FFF2-40B4-BE49-F238E27FC236}">
                <a16:creationId xmlns:a16="http://schemas.microsoft.com/office/drawing/2014/main" id="{3A0EC18F-F5A0-8D4C-B18A-FC1AADC91C63}"/>
              </a:ext>
            </a:extLst>
          </p:cNvPr>
          <p:cNvSpPr txBox="1"/>
          <p:nvPr/>
        </p:nvSpPr>
        <p:spPr>
          <a:xfrm>
            <a:off x="9226009" y="5181600"/>
            <a:ext cx="28648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NY Times sports, 2/15/22</a:t>
            </a:r>
          </a:p>
        </p:txBody>
      </p:sp>
      <p:grpSp>
        <p:nvGrpSpPr>
          <p:cNvPr id="12" name="Group 11">
            <a:extLst>
              <a:ext uri="{FF2B5EF4-FFF2-40B4-BE49-F238E27FC236}">
                <a16:creationId xmlns:a16="http://schemas.microsoft.com/office/drawing/2014/main" id="{4B7804DB-C2BE-234C-BAF8-001A3C11A353}"/>
              </a:ext>
            </a:extLst>
          </p:cNvPr>
          <p:cNvGrpSpPr/>
          <p:nvPr/>
        </p:nvGrpSpPr>
        <p:grpSpPr>
          <a:xfrm>
            <a:off x="5029200" y="2971800"/>
            <a:ext cx="1866900" cy="1308100"/>
            <a:chOff x="5232400" y="2959100"/>
            <a:chExt cx="1866900" cy="1308100"/>
          </a:xfrm>
        </p:grpSpPr>
        <p:cxnSp>
          <p:nvCxnSpPr>
            <p:cNvPr id="130" name="Straight Arrow Connector 129">
              <a:extLst>
                <a:ext uri="{FF2B5EF4-FFF2-40B4-BE49-F238E27FC236}">
                  <a16:creationId xmlns:a16="http://schemas.microsoft.com/office/drawing/2014/main" id="{82E7E0D4-DC33-9248-A8C3-006080F0E21E}"/>
                </a:ext>
              </a:extLst>
            </p:cNvPr>
            <p:cNvCxnSpPr>
              <a:cxnSpLocks/>
            </p:cNvCxnSpPr>
            <p:nvPr/>
          </p:nvCxnSpPr>
          <p:spPr>
            <a:xfrm flipV="1">
              <a:off x="5321300" y="2959100"/>
              <a:ext cx="0" cy="1308100"/>
            </a:xfrm>
            <a:prstGeom prst="straightConnector1">
              <a:avLst/>
            </a:prstGeom>
            <a:ln w="25400">
              <a:solidFill>
                <a:srgbClr val="0E01A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C61A80-CE02-B448-B5E3-EBFF6D673BFC}"/>
                </a:ext>
              </a:extLst>
            </p:cNvPr>
            <p:cNvGrpSpPr/>
            <p:nvPr/>
          </p:nvGrpSpPr>
          <p:grpSpPr>
            <a:xfrm>
              <a:off x="5232400" y="3289300"/>
              <a:ext cx="1866900" cy="763946"/>
              <a:chOff x="6464300" y="3225800"/>
              <a:chExt cx="1866900" cy="763946"/>
            </a:xfrm>
          </p:grpSpPr>
          <p:sp>
            <p:nvSpPr>
              <p:cNvPr id="136" name="TextBox 135">
                <a:extLst>
                  <a:ext uri="{FF2B5EF4-FFF2-40B4-BE49-F238E27FC236}">
                    <a16:creationId xmlns:a16="http://schemas.microsoft.com/office/drawing/2014/main" id="{37741EFF-00A6-6340-850A-7076A1D9EAD7}"/>
                  </a:ext>
                </a:extLst>
              </p:cNvPr>
              <p:cNvSpPr txBox="1"/>
              <p:nvPr/>
            </p:nvSpPr>
            <p:spPr>
              <a:xfrm>
                <a:off x="6540500" y="3225800"/>
                <a:ext cx="736600"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reply</a:t>
                </a:r>
              </a:p>
            </p:txBody>
          </p:sp>
          <p:sp>
            <p:nvSpPr>
              <p:cNvPr id="152" name="TextBox 151">
                <a:extLst>
                  <a:ext uri="{FF2B5EF4-FFF2-40B4-BE49-F238E27FC236}">
                    <a16:creationId xmlns:a16="http://schemas.microsoft.com/office/drawing/2014/main" id="{920ECA3E-DA6F-244F-AC0C-FD318708283A}"/>
                  </a:ext>
                </a:extLst>
              </p:cNvPr>
              <p:cNvSpPr txBox="1"/>
              <p:nvPr/>
            </p:nvSpPr>
            <p:spPr>
              <a:xfrm>
                <a:off x="6464300" y="3670300"/>
                <a:ext cx="1866900" cy="3194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Set cookie: </a:t>
                </a: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p>
            </p:txBody>
          </p:sp>
        </p:grpSp>
      </p:grpSp>
      <p:grpSp>
        <p:nvGrpSpPr>
          <p:cNvPr id="20" name="Group 19">
            <a:extLst>
              <a:ext uri="{FF2B5EF4-FFF2-40B4-BE49-F238E27FC236}">
                <a16:creationId xmlns:a16="http://schemas.microsoft.com/office/drawing/2014/main" id="{800BBD88-33EF-3947-884A-6B491783249E}"/>
              </a:ext>
            </a:extLst>
          </p:cNvPr>
          <p:cNvGrpSpPr/>
          <p:nvPr/>
        </p:nvGrpSpPr>
        <p:grpSpPr>
          <a:xfrm>
            <a:off x="5829300" y="4457700"/>
            <a:ext cx="2565400" cy="826532"/>
            <a:chOff x="5829300" y="4457700"/>
            <a:chExt cx="2565400" cy="826532"/>
          </a:xfrm>
        </p:grpSpPr>
        <p:grpSp>
          <p:nvGrpSpPr>
            <p:cNvPr id="140" name="Group 139">
              <a:extLst>
                <a:ext uri="{FF2B5EF4-FFF2-40B4-BE49-F238E27FC236}">
                  <a16:creationId xmlns:a16="http://schemas.microsoft.com/office/drawing/2014/main" id="{ADB30830-E833-BB4F-BE11-9C6A3248D779}"/>
                </a:ext>
              </a:extLst>
            </p:cNvPr>
            <p:cNvGrpSpPr/>
            <p:nvPr/>
          </p:nvGrpSpPr>
          <p:grpSpPr>
            <a:xfrm>
              <a:off x="6261100" y="4914900"/>
              <a:ext cx="1854200" cy="369332"/>
              <a:chOff x="3721100" y="3429000"/>
              <a:chExt cx="1854200" cy="369332"/>
            </a:xfrm>
          </p:grpSpPr>
          <p:cxnSp>
            <p:nvCxnSpPr>
              <p:cNvPr id="142" name="Straight Arrow Connector 141">
                <a:extLst>
                  <a:ext uri="{FF2B5EF4-FFF2-40B4-BE49-F238E27FC236}">
                    <a16:creationId xmlns:a16="http://schemas.microsoft.com/office/drawing/2014/main" id="{01A36013-C952-FA40-9D4F-692A0CBA7E1F}"/>
                  </a:ext>
                </a:extLst>
              </p:cNvPr>
              <p:cNvCxnSpPr>
                <a:cxnSpLocks/>
              </p:cNvCxnSpPr>
              <p:nvPr/>
            </p:nvCxnSpPr>
            <p:spPr>
              <a:xfrm>
                <a:off x="3721100" y="3594100"/>
                <a:ext cx="1854200" cy="0"/>
              </a:xfrm>
              <a:prstGeom prst="straightConnector1">
                <a:avLst/>
              </a:prstGeom>
              <a:ln w="25400">
                <a:solidFill>
                  <a:srgbClr val="0E01A0"/>
                </a:solidFill>
                <a:tailEnd type="triangle"/>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2801E5BD-9906-834C-B644-A5667DC9D522}"/>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TextBox 143">
                <a:extLst>
                  <a:ext uri="{FF2B5EF4-FFF2-40B4-BE49-F238E27FC236}">
                    <a16:creationId xmlns:a16="http://schemas.microsoft.com/office/drawing/2014/main" id="{D410B9D7-F1BD-5040-9B26-0F638462A0F2}"/>
                  </a:ext>
                </a:extLst>
              </p:cNvPr>
              <p:cNvSpPr txBox="1"/>
              <p:nvPr/>
            </p:nvSpPr>
            <p:spPr>
              <a:xfrm>
                <a:off x="46863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grpSp>
        <p:grpSp>
          <p:nvGrpSpPr>
            <p:cNvPr id="153" name="Group 152">
              <a:extLst>
                <a:ext uri="{FF2B5EF4-FFF2-40B4-BE49-F238E27FC236}">
                  <a16:creationId xmlns:a16="http://schemas.microsoft.com/office/drawing/2014/main" id="{8CA521F4-EC55-8C40-BE52-D9669FC5CF74}"/>
                </a:ext>
              </a:extLst>
            </p:cNvPr>
            <p:cNvGrpSpPr/>
            <p:nvPr/>
          </p:nvGrpSpPr>
          <p:grpSpPr>
            <a:xfrm>
              <a:off x="5829300" y="4457700"/>
              <a:ext cx="2565400" cy="522848"/>
              <a:chOff x="6667500" y="3098800"/>
              <a:chExt cx="2565400" cy="522848"/>
            </a:xfrm>
          </p:grpSpPr>
          <p:sp>
            <p:nvSpPr>
              <p:cNvPr id="154" name="TextBox 153">
                <a:extLst>
                  <a:ext uri="{FF2B5EF4-FFF2-40B4-BE49-F238E27FC236}">
                    <a16:creationId xmlns:a16="http://schemas.microsoft.com/office/drawing/2014/main" id="{77BC8A21-6CB2-204F-A591-9C029E2F841E}"/>
                  </a:ext>
                </a:extLst>
              </p:cNvPr>
              <p:cNvSpPr txBox="1"/>
              <p:nvPr/>
            </p:nvSpPr>
            <p:spPr>
              <a:xfrm>
                <a:off x="6667500" y="3098800"/>
                <a:ext cx="1473200" cy="3194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GET</a:t>
                </a:r>
              </a:p>
            </p:txBody>
          </p:sp>
          <p:sp>
            <p:nvSpPr>
              <p:cNvPr id="158" name="TextBox 157">
                <a:extLst>
                  <a:ext uri="{FF2B5EF4-FFF2-40B4-BE49-F238E27FC236}">
                    <a16:creationId xmlns:a16="http://schemas.microsoft.com/office/drawing/2014/main" id="{3AD5EFFE-CDD2-424B-B7F3-2CE29BF214C0}"/>
                  </a:ext>
                </a:extLst>
              </p:cNvPr>
              <p:cNvSpPr txBox="1"/>
              <p:nvPr/>
            </p:nvSpPr>
            <p:spPr>
              <a:xfrm>
                <a:off x="6718300" y="3327400"/>
                <a:ext cx="2514600" cy="294248"/>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Referrer: NY Times Sports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0" name="Group 49">
            <a:extLst>
              <a:ext uri="{FF2B5EF4-FFF2-40B4-BE49-F238E27FC236}">
                <a16:creationId xmlns:a16="http://schemas.microsoft.com/office/drawing/2014/main" id="{B98A3665-4E7C-D848-BE58-FE2952708C34}"/>
              </a:ext>
            </a:extLst>
          </p:cNvPr>
          <p:cNvGrpSpPr/>
          <p:nvPr/>
        </p:nvGrpSpPr>
        <p:grpSpPr>
          <a:xfrm>
            <a:off x="6032500" y="5308600"/>
            <a:ext cx="2641600" cy="840348"/>
            <a:chOff x="6032500" y="5308600"/>
            <a:chExt cx="2641600" cy="840348"/>
          </a:xfrm>
        </p:grpSpPr>
        <p:grpSp>
          <p:nvGrpSpPr>
            <p:cNvPr id="160" name="Group 159">
              <a:extLst>
                <a:ext uri="{FF2B5EF4-FFF2-40B4-BE49-F238E27FC236}">
                  <a16:creationId xmlns:a16="http://schemas.microsoft.com/office/drawing/2014/main" id="{C8901295-62DF-6B47-BB6C-F82BA23E955E}"/>
                </a:ext>
              </a:extLst>
            </p:cNvPr>
            <p:cNvGrpSpPr/>
            <p:nvPr/>
          </p:nvGrpSpPr>
          <p:grpSpPr>
            <a:xfrm>
              <a:off x="6273800" y="5308600"/>
              <a:ext cx="1841500" cy="369332"/>
              <a:chOff x="3721100" y="3429000"/>
              <a:chExt cx="1841500" cy="369332"/>
            </a:xfrm>
          </p:grpSpPr>
          <p:cxnSp>
            <p:nvCxnSpPr>
              <p:cNvPr id="161" name="Straight Arrow Connector 160">
                <a:extLst>
                  <a:ext uri="{FF2B5EF4-FFF2-40B4-BE49-F238E27FC236}">
                    <a16:creationId xmlns:a16="http://schemas.microsoft.com/office/drawing/2014/main" id="{C9B3296C-FBC4-B741-B89E-EB3174633A85}"/>
                  </a:ext>
                </a:extLst>
              </p:cNvPr>
              <p:cNvCxnSpPr>
                <a:cxnSpLocks/>
              </p:cNvCxnSpPr>
              <p:nvPr/>
            </p:nvCxnSpPr>
            <p:spPr>
              <a:xfrm>
                <a:off x="3721100" y="3594100"/>
                <a:ext cx="1841500" cy="0"/>
              </a:xfrm>
              <a:prstGeom prst="straightConnector1">
                <a:avLst/>
              </a:prstGeom>
              <a:ln w="25400">
                <a:solidFill>
                  <a:srgbClr val="0E01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2" name="Oval 161">
                <a:extLst>
                  <a:ext uri="{FF2B5EF4-FFF2-40B4-BE49-F238E27FC236}">
                    <a16:creationId xmlns:a16="http://schemas.microsoft.com/office/drawing/2014/main" id="{D10E41D9-5E75-A74B-AAF9-EDC9051B91C4}"/>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3" name="TextBox 162">
                <a:extLst>
                  <a:ext uri="{FF2B5EF4-FFF2-40B4-BE49-F238E27FC236}">
                    <a16:creationId xmlns:a16="http://schemas.microsoft.com/office/drawing/2014/main" id="{9DFFDE29-91FB-A844-BDB5-7CB514C1EC71}"/>
                  </a:ext>
                </a:extLst>
              </p:cNvPr>
              <p:cNvSpPr txBox="1"/>
              <p:nvPr/>
            </p:nvSpPr>
            <p:spPr>
              <a:xfrm>
                <a:off x="46863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grpSp>
        <p:grpSp>
          <p:nvGrpSpPr>
            <p:cNvPr id="159" name="Group 158">
              <a:extLst>
                <a:ext uri="{FF2B5EF4-FFF2-40B4-BE49-F238E27FC236}">
                  <a16:creationId xmlns:a16="http://schemas.microsoft.com/office/drawing/2014/main" id="{22DEA1DD-5EEE-1C4E-A637-02C9F65CF6D5}"/>
                </a:ext>
              </a:extLst>
            </p:cNvPr>
            <p:cNvGrpSpPr/>
            <p:nvPr/>
          </p:nvGrpSpPr>
          <p:grpSpPr>
            <a:xfrm>
              <a:off x="6032500" y="5600700"/>
              <a:ext cx="2641600" cy="548248"/>
              <a:chOff x="6680200" y="3187700"/>
              <a:chExt cx="2641600" cy="548248"/>
            </a:xfrm>
          </p:grpSpPr>
          <p:sp>
            <p:nvSpPr>
              <p:cNvPr id="172" name="TextBox 171">
                <a:extLst>
                  <a:ext uri="{FF2B5EF4-FFF2-40B4-BE49-F238E27FC236}">
                    <a16:creationId xmlns:a16="http://schemas.microsoft.com/office/drawing/2014/main" id="{FE94D7BC-7D81-274A-9509-DEE4B740FB74}"/>
                  </a:ext>
                </a:extLst>
              </p:cNvPr>
              <p:cNvSpPr txBox="1"/>
              <p:nvPr/>
            </p:nvSpPr>
            <p:spPr>
              <a:xfrm>
                <a:off x="6680200" y="3187700"/>
                <a:ext cx="1473200" cy="3194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reply</a:t>
                </a:r>
              </a:p>
            </p:txBody>
          </p:sp>
          <p:sp>
            <p:nvSpPr>
              <p:cNvPr id="173" name="TextBox 172">
                <a:extLst>
                  <a:ext uri="{FF2B5EF4-FFF2-40B4-BE49-F238E27FC236}">
                    <a16:creationId xmlns:a16="http://schemas.microsoft.com/office/drawing/2014/main" id="{1EAA195E-8C8C-1845-9D1B-8381449D13DE}"/>
                  </a:ext>
                </a:extLst>
              </p:cNvPr>
              <p:cNvSpPr txBox="1"/>
              <p:nvPr/>
            </p:nvSpPr>
            <p:spPr>
              <a:xfrm>
                <a:off x="6807200" y="3441700"/>
                <a:ext cx="2514600" cy="294248"/>
              </a:xfrm>
              <a:prstGeom prst="rect">
                <a:avLst/>
              </a:prstGeom>
              <a:noFill/>
            </p:spPr>
            <p:txBody>
              <a:bodyPr wrap="squar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Set cookie: </a:t>
                </a:r>
                <a:r>
                  <a:rPr kumimoji="0" lang="en-US" sz="1600" b="0" i="0" u="none" strike="noStrike" kern="1200" cap="none" spc="0" normalizeH="0" baseline="0" noProof="0" dirty="0">
                    <a:ln>
                      <a:noFill/>
                    </a:ln>
                    <a:solidFill>
                      <a:srgbClr val="7030A0"/>
                    </a:solidFill>
                    <a:effectLst/>
                    <a:uLnTx/>
                    <a:uFillTx/>
                    <a:latin typeface="Calibri" panose="020F0502020204030204"/>
                    <a:ea typeface="+mn-ea"/>
                    <a:cs typeface="+mn-cs"/>
                  </a:rPr>
                  <a:t>7493</a:t>
                </a:r>
                <a:endPar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grpSp>
      </p:grpSp>
      <p:grpSp>
        <p:nvGrpSpPr>
          <p:cNvPr id="51" name="Group 50">
            <a:extLst>
              <a:ext uri="{FF2B5EF4-FFF2-40B4-BE49-F238E27FC236}">
                <a16:creationId xmlns:a16="http://schemas.microsoft.com/office/drawing/2014/main" id="{04308279-3BAC-D944-AE86-6E42E65336C0}"/>
              </a:ext>
            </a:extLst>
          </p:cNvPr>
          <p:cNvGrpSpPr/>
          <p:nvPr/>
        </p:nvGrpSpPr>
        <p:grpSpPr>
          <a:xfrm>
            <a:off x="3771900" y="2946400"/>
            <a:ext cx="1473200" cy="1308100"/>
            <a:chOff x="3771900" y="2946400"/>
            <a:chExt cx="1473200" cy="1308100"/>
          </a:xfrm>
        </p:grpSpPr>
        <p:cxnSp>
          <p:nvCxnSpPr>
            <p:cNvPr id="123" name="Straight Arrow Connector 122">
              <a:extLst>
                <a:ext uri="{FF2B5EF4-FFF2-40B4-BE49-F238E27FC236}">
                  <a16:creationId xmlns:a16="http://schemas.microsoft.com/office/drawing/2014/main" id="{F60C25F5-95A8-704C-A0DD-192D2CCC9683}"/>
                </a:ext>
              </a:extLst>
            </p:cNvPr>
            <p:cNvCxnSpPr>
              <a:cxnSpLocks/>
            </p:cNvCxnSpPr>
            <p:nvPr/>
          </p:nvCxnSpPr>
          <p:spPr>
            <a:xfrm flipV="1">
              <a:off x="4851400" y="2946400"/>
              <a:ext cx="0" cy="1308100"/>
            </a:xfrm>
            <a:prstGeom prst="straightConnector1">
              <a:avLst/>
            </a:prstGeom>
            <a:ln w="25400">
              <a:solidFill>
                <a:srgbClr val="0E01A0"/>
              </a:solidFill>
              <a:tailEnd type="triangle"/>
            </a:ln>
          </p:spPr>
          <p:style>
            <a:lnRef idx="1">
              <a:schemeClr val="accent1"/>
            </a:lnRef>
            <a:fillRef idx="0">
              <a:schemeClr val="accent1"/>
            </a:fillRef>
            <a:effectRef idx="0">
              <a:schemeClr val="accent1"/>
            </a:effectRef>
            <a:fontRef idx="minor">
              <a:schemeClr val="tx1"/>
            </a:fontRef>
          </p:style>
        </p:cxnSp>
        <p:sp>
          <p:nvSpPr>
            <p:cNvPr id="175" name="TextBox 174">
              <a:extLst>
                <a:ext uri="{FF2B5EF4-FFF2-40B4-BE49-F238E27FC236}">
                  <a16:creationId xmlns:a16="http://schemas.microsoft.com/office/drawing/2014/main" id="{68CF91E3-8CC2-014A-9E16-B2CE362C31BA}"/>
                </a:ext>
              </a:extLst>
            </p:cNvPr>
            <p:cNvSpPr txBox="1"/>
            <p:nvPr/>
          </p:nvSpPr>
          <p:spPr>
            <a:xfrm>
              <a:off x="3771900" y="3276600"/>
              <a:ext cx="1473200"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GET</a:t>
              </a:r>
            </a:p>
          </p:txBody>
        </p:sp>
      </p:grpSp>
      <p:sp>
        <p:nvSpPr>
          <p:cNvPr id="177" name="TextBox 176">
            <a:extLst>
              <a:ext uri="{FF2B5EF4-FFF2-40B4-BE49-F238E27FC236}">
                <a16:creationId xmlns:a16="http://schemas.microsoft.com/office/drawing/2014/main" id="{B147FEBB-BA88-3245-B4BC-E35B47ACD891}"/>
              </a:ext>
            </a:extLst>
          </p:cNvPr>
          <p:cNvSpPr txBox="1"/>
          <p:nvPr/>
        </p:nvSpPr>
        <p:spPr>
          <a:xfrm>
            <a:off x="4660900" y="6121400"/>
            <a:ext cx="10855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AdX: </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endParaRPr kumimoji="0" lang="en-US" sz="16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120" name="TextBox 119">
            <a:extLst>
              <a:ext uri="{FF2B5EF4-FFF2-40B4-BE49-F238E27FC236}">
                <a16:creationId xmlns:a16="http://schemas.microsoft.com/office/drawing/2014/main" id="{4F53035E-3334-0D4F-B133-C4B1561EA164}"/>
              </a:ext>
            </a:extLst>
          </p:cNvPr>
          <p:cNvSpPr txBox="1"/>
          <p:nvPr/>
        </p:nvSpPr>
        <p:spPr>
          <a:xfrm>
            <a:off x="360491" y="261258"/>
            <a:ext cx="8853001"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E01A0"/>
                </a:solidFill>
                <a:effectLst/>
                <a:uLnTx/>
                <a:uFillTx/>
                <a:latin typeface="Calibri" panose="020F0502020204030204"/>
                <a:ea typeface="+mn-ea"/>
                <a:cs typeface="+mn-cs"/>
              </a:rPr>
              <a:t>Cookies: </a:t>
            </a:r>
            <a:r>
              <a:rPr kumimoji="0" lang="en-US" sz="3600" b="0" i="0" u="none" strike="noStrike" kern="1200" cap="none" spc="0" normalizeH="0" baseline="0" noProof="0" dirty="0">
                <a:ln>
                  <a:noFill/>
                </a:ln>
                <a:solidFill>
                  <a:srgbClr val="0E01A0"/>
                </a:solidFill>
                <a:effectLst/>
                <a:uLnTx/>
                <a:uFillTx/>
                <a:latin typeface="Calibri" panose="020F0502020204030204"/>
                <a:ea typeface="+mn-ea"/>
                <a:cs typeface="+mn-cs"/>
              </a:rPr>
              <a:t>tracking a user’s browsing behavior</a:t>
            </a:r>
          </a:p>
        </p:txBody>
      </p:sp>
      <p:grpSp>
        <p:nvGrpSpPr>
          <p:cNvPr id="52" name="Group 51">
            <a:extLst>
              <a:ext uri="{FF2B5EF4-FFF2-40B4-BE49-F238E27FC236}">
                <a16:creationId xmlns:a16="http://schemas.microsoft.com/office/drawing/2014/main" id="{0B59CE8A-0F27-A146-A4D1-2760DF031A50}"/>
              </a:ext>
            </a:extLst>
          </p:cNvPr>
          <p:cNvGrpSpPr/>
          <p:nvPr/>
        </p:nvGrpSpPr>
        <p:grpSpPr>
          <a:xfrm>
            <a:off x="5670332" y="2112579"/>
            <a:ext cx="5759667" cy="3920359"/>
            <a:chOff x="5670332" y="2112579"/>
            <a:chExt cx="5759667" cy="3920359"/>
          </a:xfrm>
        </p:grpSpPr>
        <p:sp>
          <p:nvSpPr>
            <p:cNvPr id="2" name="TextBox 1">
              <a:extLst>
                <a:ext uri="{FF2B5EF4-FFF2-40B4-BE49-F238E27FC236}">
                  <a16:creationId xmlns:a16="http://schemas.microsoft.com/office/drawing/2014/main" id="{9F9DB321-5A1F-8649-9D26-BF0186CA01CF}"/>
                </a:ext>
              </a:extLst>
            </p:cNvPr>
            <p:cNvSpPr txBox="1"/>
            <p:nvPr/>
          </p:nvSpPr>
          <p:spPr>
            <a:xfrm>
              <a:off x="8623738" y="2427890"/>
              <a:ext cx="2806261"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panose="020F0502020204030204"/>
                  <a:ea typeface="+mn-ea"/>
                  <a:cs typeface="+mn-cs"/>
                </a:rPr>
                <a:t>“first party” cookie </a:t>
              </a: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 from website you chose to visit (provides base html file)</a:t>
              </a:r>
            </a:p>
          </p:txBody>
        </p:sp>
        <p:cxnSp>
          <p:nvCxnSpPr>
            <p:cNvPr id="11" name="Straight Connector 10">
              <a:extLst>
                <a:ext uri="{FF2B5EF4-FFF2-40B4-BE49-F238E27FC236}">
                  <a16:creationId xmlns:a16="http://schemas.microsoft.com/office/drawing/2014/main" id="{28F40397-9A27-6B43-8B1F-E2230399C658}"/>
                </a:ext>
              </a:extLst>
            </p:cNvPr>
            <p:cNvCxnSpPr/>
            <p:nvPr/>
          </p:nvCxnSpPr>
          <p:spPr>
            <a:xfrm flipH="1" flipV="1">
              <a:off x="7425559" y="2112579"/>
              <a:ext cx="1213944" cy="45720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5E86D2A-2489-6B42-BA9F-B2D8B99656A4}"/>
                </a:ext>
              </a:extLst>
            </p:cNvPr>
            <p:cNvCxnSpPr>
              <a:cxnSpLocks/>
            </p:cNvCxnSpPr>
            <p:nvPr/>
          </p:nvCxnSpPr>
          <p:spPr>
            <a:xfrm flipH="1">
              <a:off x="5670332" y="2585545"/>
              <a:ext cx="2969171" cy="3447393"/>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5" name="Group 124">
            <a:extLst>
              <a:ext uri="{FF2B5EF4-FFF2-40B4-BE49-F238E27FC236}">
                <a16:creationId xmlns:a16="http://schemas.microsoft.com/office/drawing/2014/main" id="{5C3FE298-29AC-B44F-87D3-1F8763BA5D0F}"/>
              </a:ext>
            </a:extLst>
          </p:cNvPr>
          <p:cNvGrpSpPr/>
          <p:nvPr/>
        </p:nvGrpSpPr>
        <p:grpSpPr>
          <a:xfrm>
            <a:off x="814558" y="5481147"/>
            <a:ext cx="3877874" cy="1015663"/>
            <a:chOff x="9112474" y="3373822"/>
            <a:chExt cx="3877874" cy="1015663"/>
          </a:xfrm>
        </p:grpSpPr>
        <p:sp>
          <p:nvSpPr>
            <p:cNvPr id="126" name="TextBox 125">
              <a:extLst>
                <a:ext uri="{FF2B5EF4-FFF2-40B4-BE49-F238E27FC236}">
                  <a16:creationId xmlns:a16="http://schemas.microsoft.com/office/drawing/2014/main" id="{EE0A76CD-2A30-FB4B-86F4-85E1E4848582}"/>
                </a:ext>
              </a:extLst>
            </p:cNvPr>
            <p:cNvSpPr txBox="1"/>
            <p:nvPr/>
          </p:nvSpPr>
          <p:spPr>
            <a:xfrm>
              <a:off x="9112474" y="3373822"/>
              <a:ext cx="280626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panose="020F0502020204030204"/>
                  <a:ea typeface="+mn-ea"/>
                  <a:cs typeface="+mn-cs"/>
                </a:rPr>
                <a:t>“third party” cookie </a:t>
              </a: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 from website you did </a:t>
              </a:r>
              <a:r>
                <a:rPr kumimoji="0" lang="en-US" sz="2000" b="0" i="1" u="sng"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 choose to visit</a:t>
              </a:r>
            </a:p>
          </p:txBody>
        </p:sp>
        <p:cxnSp>
          <p:nvCxnSpPr>
            <p:cNvPr id="127" name="Straight Connector 126">
              <a:extLst>
                <a:ext uri="{FF2B5EF4-FFF2-40B4-BE49-F238E27FC236}">
                  <a16:creationId xmlns:a16="http://schemas.microsoft.com/office/drawing/2014/main" id="{D41F550D-F42E-F949-B025-A8099E69051A}"/>
                </a:ext>
              </a:extLst>
            </p:cNvPr>
            <p:cNvCxnSpPr>
              <a:cxnSpLocks/>
            </p:cNvCxnSpPr>
            <p:nvPr/>
          </p:nvCxnSpPr>
          <p:spPr>
            <a:xfrm flipH="1">
              <a:off x="10804635" y="4198741"/>
              <a:ext cx="2185713" cy="10651"/>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111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down)">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par>
                                <p:cTn id="18" presetID="9" presetClass="exit" presetSubtype="0" fill="hold" nodeType="withEffect">
                                  <p:stCondLst>
                                    <p:cond delay="0"/>
                                  </p:stCondLst>
                                  <p:childTnLst>
                                    <p:animEffect transition="out" filter="dissolve">
                                      <p:cBhvr>
                                        <p:cTn id="19" dur="500"/>
                                        <p:tgtEl>
                                          <p:spTgt spid="51"/>
                                        </p:tgtEl>
                                      </p:cBhvr>
                                    </p:animEffect>
                                    <p:set>
                                      <p:cBhvr>
                                        <p:cTn id="20" dur="1" fill="hold">
                                          <p:stCondLst>
                                            <p:cond delay="499"/>
                                          </p:stCondLst>
                                        </p:cTn>
                                        <p:tgtEl>
                                          <p:spTgt spid="51"/>
                                        </p:tgtEl>
                                        <p:attrNameLst>
                                          <p:attrName>style.visibility</p:attrName>
                                        </p:attrNameLst>
                                      </p:cBhvr>
                                      <p:to>
                                        <p:strVal val="hidden"/>
                                      </p:to>
                                    </p:se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134"/>
                                        </p:tgtEl>
                                        <p:attrNameLst>
                                          <p:attrName>style.visibility</p:attrName>
                                        </p:attrNameLst>
                                      </p:cBhvr>
                                      <p:to>
                                        <p:strVal val="visible"/>
                                      </p:to>
                                    </p:set>
                                    <p:animEffect transition="in" filter="dissolve">
                                      <p:cBhvr>
                                        <p:cTn id="24" dur="500"/>
                                        <p:tgtEl>
                                          <p:spTgt spid="134"/>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dissolve">
                                      <p:cBhvr>
                                        <p:cTn id="29" dur="500"/>
                                        <p:tgtEl>
                                          <p:spTgt spid="5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nodeType="clickEffect">
                                  <p:stCondLst>
                                    <p:cond delay="0"/>
                                  </p:stCondLst>
                                  <p:childTnLst>
                                    <p:animEffect transition="out" filter="dissolve">
                                      <p:cBhvr>
                                        <p:cTn id="33" dur="500"/>
                                        <p:tgtEl>
                                          <p:spTgt spid="52"/>
                                        </p:tgtEl>
                                      </p:cBhvr>
                                    </p:animEffect>
                                    <p:set>
                                      <p:cBhvr>
                                        <p:cTn id="34" dur="1" fill="hold">
                                          <p:stCondLst>
                                            <p:cond delay="499"/>
                                          </p:stCondLst>
                                        </p:cTn>
                                        <p:tgtEl>
                                          <p:spTgt spid="52"/>
                                        </p:tgtEl>
                                        <p:attrNameLst>
                                          <p:attrName>style.visibility</p:attrName>
                                        </p:attrNameLst>
                                      </p:cBhvr>
                                      <p:to>
                                        <p:strVal val="hidden"/>
                                      </p:to>
                                    </p:set>
                                  </p:childTnLst>
                                </p:cTn>
                              </p:par>
                              <p:par>
                                <p:cTn id="35" presetID="22" presetClass="entr" presetSubtype="8"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par>
                                <p:cTn id="38" presetID="9" presetClass="exit" presetSubtype="0" fill="hold" nodeType="withEffect">
                                  <p:stCondLst>
                                    <p:cond delay="0"/>
                                  </p:stCondLst>
                                  <p:childTnLst>
                                    <p:animEffect transition="out" filter="dissolve">
                                      <p:cBhvr>
                                        <p:cTn id="39" dur="500"/>
                                        <p:tgtEl>
                                          <p:spTgt spid="12"/>
                                        </p:tgtEl>
                                      </p:cBhvr>
                                    </p:animEffect>
                                    <p:set>
                                      <p:cBhvr>
                                        <p:cTn id="40" dur="1" fill="hold">
                                          <p:stCondLst>
                                            <p:cond delay="499"/>
                                          </p:stCondLst>
                                        </p:cTn>
                                        <p:tgtEl>
                                          <p:spTgt spid="12"/>
                                        </p:tgtEl>
                                        <p:attrNameLst>
                                          <p:attrName>style.visibility</p:attrName>
                                        </p:attrNameLst>
                                      </p:cBhvr>
                                      <p:to>
                                        <p:strVal val="hidden"/>
                                      </p:to>
                                    </p:se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122"/>
                                        </p:tgtEl>
                                        <p:attrNameLst>
                                          <p:attrName>style.visibility</p:attrName>
                                        </p:attrNameLst>
                                      </p:cBhvr>
                                      <p:to>
                                        <p:strVal val="visible"/>
                                      </p:to>
                                    </p:set>
                                    <p:animEffect transition="in" filter="dissolve">
                                      <p:cBhvr>
                                        <p:cTn id="44" dur="500"/>
                                        <p:tgtEl>
                                          <p:spTgt spid="12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wipe(right)">
                                      <p:cBhvr>
                                        <p:cTn id="49" dur="500"/>
                                        <p:tgtEl>
                                          <p:spTgt spid="50"/>
                                        </p:tgtEl>
                                      </p:cBhvr>
                                    </p:animEffect>
                                  </p:childTnLst>
                                </p:cTn>
                              </p:par>
                              <p:par>
                                <p:cTn id="50" presetID="9" presetClass="exit" presetSubtype="0" fill="hold" nodeType="withEffect">
                                  <p:stCondLst>
                                    <p:cond delay="0"/>
                                  </p:stCondLst>
                                  <p:childTnLst>
                                    <p:animEffect transition="out" filter="dissolve">
                                      <p:cBhvr>
                                        <p:cTn id="51" dur="500"/>
                                        <p:tgtEl>
                                          <p:spTgt spid="20"/>
                                        </p:tgtEl>
                                      </p:cBhvr>
                                    </p:animEffect>
                                    <p:set>
                                      <p:cBhvr>
                                        <p:cTn id="52" dur="1" fill="hold">
                                          <p:stCondLst>
                                            <p:cond delay="499"/>
                                          </p:stCondLst>
                                        </p:cTn>
                                        <p:tgtEl>
                                          <p:spTgt spid="20"/>
                                        </p:tgtEl>
                                        <p:attrNameLst>
                                          <p:attrName>style.visibility</p:attrName>
                                        </p:attrNameLst>
                                      </p:cBhvr>
                                      <p:to>
                                        <p:strVal val="hidden"/>
                                      </p:to>
                                    </p:se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177"/>
                                        </p:tgtEl>
                                        <p:attrNameLst>
                                          <p:attrName>style.visibility</p:attrName>
                                        </p:attrNameLst>
                                      </p:cBhvr>
                                      <p:to>
                                        <p:strVal val="visible"/>
                                      </p:to>
                                    </p:set>
                                    <p:animEffect transition="in" filter="dissolve">
                                      <p:cBhvr>
                                        <p:cTn id="56" dur="500"/>
                                        <p:tgtEl>
                                          <p:spTgt spid="177"/>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125"/>
                                        </p:tgtEl>
                                        <p:attrNameLst>
                                          <p:attrName>style.visibility</p:attrName>
                                        </p:attrNameLst>
                                      </p:cBhvr>
                                      <p:to>
                                        <p:strVal val="visible"/>
                                      </p:to>
                                    </p:set>
                                    <p:animEffect transition="in" filter="dissolve">
                                      <p:cBhvr>
                                        <p:cTn id="61"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4" grpId="0"/>
      <p:bldP spid="122" grpId="0"/>
      <p:bldP spid="17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 name="Group 140">
            <a:extLst>
              <a:ext uri="{FF2B5EF4-FFF2-40B4-BE49-F238E27FC236}">
                <a16:creationId xmlns:a16="http://schemas.microsoft.com/office/drawing/2014/main" id="{D712CB78-C706-8D45-92DD-C33079FB1C49}"/>
              </a:ext>
            </a:extLst>
          </p:cNvPr>
          <p:cNvGrpSpPr/>
          <p:nvPr/>
        </p:nvGrpSpPr>
        <p:grpSpPr>
          <a:xfrm>
            <a:off x="6946900" y="1524000"/>
            <a:ext cx="711200" cy="1016000"/>
            <a:chOff x="1282700" y="2006600"/>
            <a:chExt cx="2603500" cy="3263900"/>
          </a:xfrm>
        </p:grpSpPr>
        <p:sp>
          <p:nvSpPr>
            <p:cNvPr id="145" name="Rounded Rectangle 144">
              <a:extLst>
                <a:ext uri="{FF2B5EF4-FFF2-40B4-BE49-F238E27FC236}">
                  <a16:creationId xmlns:a16="http://schemas.microsoft.com/office/drawing/2014/main" id="{540E5D60-2630-5C4F-93AA-181EF66F4A05}"/>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6" name="Rounded Rectangle 145">
              <a:extLst>
                <a:ext uri="{FF2B5EF4-FFF2-40B4-BE49-F238E27FC236}">
                  <a16:creationId xmlns:a16="http://schemas.microsoft.com/office/drawing/2014/main" id="{1B6C9F51-012D-6C41-86DD-D8573774FC76}"/>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7" name="Rounded Rectangle 146">
              <a:extLst>
                <a:ext uri="{FF2B5EF4-FFF2-40B4-BE49-F238E27FC236}">
                  <a16:creationId xmlns:a16="http://schemas.microsoft.com/office/drawing/2014/main" id="{B551C884-0D90-F941-AF6F-06DF5399CBEF}"/>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02FDD130-6C4C-694D-BE73-6370065D7337}"/>
              </a:ext>
            </a:extLst>
          </p:cNvPr>
          <p:cNvGrpSpPr/>
          <p:nvPr/>
        </p:nvGrpSpPr>
        <p:grpSpPr>
          <a:xfrm>
            <a:off x="4622800" y="5626100"/>
            <a:ext cx="711200" cy="1016000"/>
            <a:chOff x="1282700" y="2006600"/>
            <a:chExt cx="2603500" cy="3263900"/>
          </a:xfrm>
        </p:grpSpPr>
        <p:sp>
          <p:nvSpPr>
            <p:cNvPr id="5" name="Rounded Rectangle 4">
              <a:extLst>
                <a:ext uri="{FF2B5EF4-FFF2-40B4-BE49-F238E27FC236}">
                  <a16:creationId xmlns:a16="http://schemas.microsoft.com/office/drawing/2014/main" id="{7EB869C5-DCEC-4743-B371-441AE269CD39}"/>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Rounded Rectangle 134">
              <a:extLst>
                <a:ext uri="{FF2B5EF4-FFF2-40B4-BE49-F238E27FC236}">
                  <a16:creationId xmlns:a16="http://schemas.microsoft.com/office/drawing/2014/main" id="{78526DC0-9AD9-8E49-B598-BE6ECB1A3ADD}"/>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9" name="Rounded Rectangle 138">
              <a:extLst>
                <a:ext uri="{FF2B5EF4-FFF2-40B4-BE49-F238E27FC236}">
                  <a16:creationId xmlns:a16="http://schemas.microsoft.com/office/drawing/2014/main" id="{CC925A7C-C818-5C45-B6D1-0A032D437672}"/>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8" name="TextBox 7">
            <a:extLst>
              <a:ext uri="{FF2B5EF4-FFF2-40B4-BE49-F238E27FC236}">
                <a16:creationId xmlns:a16="http://schemas.microsoft.com/office/drawing/2014/main" id="{6B051B04-ACBF-DB44-80A7-0D40AAB4EC53}"/>
              </a:ext>
            </a:extLst>
          </p:cNvPr>
          <p:cNvSpPr txBox="1"/>
          <p:nvPr/>
        </p:nvSpPr>
        <p:spPr>
          <a:xfrm>
            <a:off x="360491" y="261258"/>
            <a:ext cx="8853001"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E01A0"/>
                </a:solidFill>
                <a:effectLst/>
                <a:uLnTx/>
                <a:uFillTx/>
                <a:latin typeface="Calibri" panose="020F0502020204030204"/>
                <a:ea typeface="+mn-ea"/>
                <a:cs typeface="+mn-cs"/>
              </a:rPr>
              <a:t>Cookies: </a:t>
            </a:r>
            <a:r>
              <a:rPr kumimoji="0" lang="en-US" sz="3600" b="0" i="0" u="none" strike="noStrike" kern="1200" cap="none" spc="0" normalizeH="0" baseline="0" noProof="0" dirty="0">
                <a:ln>
                  <a:noFill/>
                </a:ln>
                <a:solidFill>
                  <a:srgbClr val="0E01A0"/>
                </a:solidFill>
                <a:effectLst/>
                <a:uLnTx/>
                <a:uFillTx/>
                <a:latin typeface="Calibri" panose="020F0502020204030204"/>
                <a:ea typeface="+mn-ea"/>
                <a:cs typeface="+mn-cs"/>
              </a:rPr>
              <a:t>tracking a user’s browsing behavior</a:t>
            </a:r>
          </a:p>
        </p:txBody>
      </p:sp>
      <p:grpSp>
        <p:nvGrpSpPr>
          <p:cNvPr id="13" name="Group 57">
            <a:extLst>
              <a:ext uri="{FF2B5EF4-FFF2-40B4-BE49-F238E27FC236}">
                <a16:creationId xmlns:a16="http://schemas.microsoft.com/office/drawing/2014/main" id="{C28FCCAF-E5F2-4945-8BC3-5A0D78DCA4B7}"/>
              </a:ext>
            </a:extLst>
          </p:cNvPr>
          <p:cNvGrpSpPr>
            <a:grpSpLocks/>
          </p:cNvGrpSpPr>
          <p:nvPr/>
        </p:nvGrpSpPr>
        <p:grpSpPr bwMode="auto">
          <a:xfrm>
            <a:off x="4421414" y="1364343"/>
            <a:ext cx="519313" cy="1096646"/>
            <a:chOff x="4140" y="429"/>
            <a:chExt cx="1425" cy="2396"/>
          </a:xfrm>
        </p:grpSpPr>
        <p:sp>
          <p:nvSpPr>
            <p:cNvPr id="14" name="Freeform 58">
              <a:extLst>
                <a:ext uri="{FF2B5EF4-FFF2-40B4-BE49-F238E27FC236}">
                  <a16:creationId xmlns:a16="http://schemas.microsoft.com/office/drawing/2014/main" id="{3E0ABDD2-372E-3E4A-B89E-371FFA05F26D}"/>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5" name="Rectangle 59">
              <a:extLst>
                <a:ext uri="{FF2B5EF4-FFF2-40B4-BE49-F238E27FC236}">
                  <a16:creationId xmlns:a16="http://schemas.microsoft.com/office/drawing/2014/main" id="{E0E6AB63-2D8D-FD4A-8D08-0DCE29453826}"/>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 name="Freeform 60">
              <a:extLst>
                <a:ext uri="{FF2B5EF4-FFF2-40B4-BE49-F238E27FC236}">
                  <a16:creationId xmlns:a16="http://schemas.microsoft.com/office/drawing/2014/main" id="{F2DF5CCD-3A3D-8946-BB0F-B72F144D1304}"/>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7" name="Freeform 61">
              <a:extLst>
                <a:ext uri="{FF2B5EF4-FFF2-40B4-BE49-F238E27FC236}">
                  <a16:creationId xmlns:a16="http://schemas.microsoft.com/office/drawing/2014/main" id="{F4AF3F5F-1964-934E-A22C-CAAAC82B89FD}"/>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8" name="Rectangle 62">
              <a:extLst>
                <a:ext uri="{FF2B5EF4-FFF2-40B4-BE49-F238E27FC236}">
                  <a16:creationId xmlns:a16="http://schemas.microsoft.com/office/drawing/2014/main" id="{60DC56E6-B22B-2D4A-A532-797BE2BECEC2}"/>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9" name="Group 63">
              <a:extLst>
                <a:ext uri="{FF2B5EF4-FFF2-40B4-BE49-F238E27FC236}">
                  <a16:creationId xmlns:a16="http://schemas.microsoft.com/office/drawing/2014/main" id="{3F3ABA47-6EE0-1142-9310-EFA5245E70DB}"/>
                </a:ext>
              </a:extLst>
            </p:cNvPr>
            <p:cNvGrpSpPr>
              <a:grpSpLocks/>
            </p:cNvGrpSpPr>
            <p:nvPr/>
          </p:nvGrpSpPr>
          <p:grpSpPr bwMode="auto">
            <a:xfrm>
              <a:off x="4749" y="668"/>
              <a:ext cx="581" cy="145"/>
              <a:chOff x="614" y="2568"/>
              <a:chExt cx="725" cy="139"/>
            </a:xfrm>
          </p:grpSpPr>
          <p:sp>
            <p:nvSpPr>
              <p:cNvPr id="45" name="AutoShape 64">
                <a:extLst>
                  <a:ext uri="{FF2B5EF4-FFF2-40B4-BE49-F238E27FC236}">
                    <a16:creationId xmlns:a16="http://schemas.microsoft.com/office/drawing/2014/main" id="{3EFA4FBC-2313-4A44-9498-E5B0E1F1CB5C}"/>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6" name="AutoShape 65">
                <a:extLst>
                  <a:ext uri="{FF2B5EF4-FFF2-40B4-BE49-F238E27FC236}">
                    <a16:creationId xmlns:a16="http://schemas.microsoft.com/office/drawing/2014/main" id="{53A490A2-F773-064D-9E4E-79006A985BFD}"/>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1" name="Rectangle 66">
              <a:extLst>
                <a:ext uri="{FF2B5EF4-FFF2-40B4-BE49-F238E27FC236}">
                  <a16:creationId xmlns:a16="http://schemas.microsoft.com/office/drawing/2014/main" id="{9B1FF5E8-D30B-2443-8F1C-49E8171DBBA0}"/>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22" name="Group 67">
              <a:extLst>
                <a:ext uri="{FF2B5EF4-FFF2-40B4-BE49-F238E27FC236}">
                  <a16:creationId xmlns:a16="http://schemas.microsoft.com/office/drawing/2014/main" id="{647CD9E2-B875-D040-B501-259F20276FEE}"/>
                </a:ext>
              </a:extLst>
            </p:cNvPr>
            <p:cNvGrpSpPr>
              <a:grpSpLocks/>
            </p:cNvGrpSpPr>
            <p:nvPr/>
          </p:nvGrpSpPr>
          <p:grpSpPr bwMode="auto">
            <a:xfrm>
              <a:off x="4747" y="994"/>
              <a:ext cx="581" cy="134"/>
              <a:chOff x="614" y="2568"/>
              <a:chExt cx="725" cy="139"/>
            </a:xfrm>
          </p:grpSpPr>
          <p:sp>
            <p:nvSpPr>
              <p:cNvPr id="43" name="AutoShape 68">
                <a:extLst>
                  <a:ext uri="{FF2B5EF4-FFF2-40B4-BE49-F238E27FC236}">
                    <a16:creationId xmlns:a16="http://schemas.microsoft.com/office/drawing/2014/main" id="{8B40E7A0-7F87-CB42-91AF-8495B15D1FEF}"/>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4" name="AutoShape 69">
                <a:extLst>
                  <a:ext uri="{FF2B5EF4-FFF2-40B4-BE49-F238E27FC236}">
                    <a16:creationId xmlns:a16="http://schemas.microsoft.com/office/drawing/2014/main" id="{E1BA0D48-E378-0841-B21E-B216A3DEBC44}"/>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3" name="Rectangle 70">
              <a:extLst>
                <a:ext uri="{FF2B5EF4-FFF2-40B4-BE49-F238E27FC236}">
                  <a16:creationId xmlns:a16="http://schemas.microsoft.com/office/drawing/2014/main" id="{A8FEB5CD-1C02-994C-9CD3-7210669BAB9C}"/>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24" name="Rectangle 71">
              <a:extLst>
                <a:ext uri="{FF2B5EF4-FFF2-40B4-BE49-F238E27FC236}">
                  <a16:creationId xmlns:a16="http://schemas.microsoft.com/office/drawing/2014/main" id="{3F0453AB-5611-FD40-B862-F64CDAA10D8F}"/>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25" name="Group 72">
              <a:extLst>
                <a:ext uri="{FF2B5EF4-FFF2-40B4-BE49-F238E27FC236}">
                  <a16:creationId xmlns:a16="http://schemas.microsoft.com/office/drawing/2014/main" id="{4E495B47-7D7F-AE48-BF68-5F048DC528DC}"/>
                </a:ext>
              </a:extLst>
            </p:cNvPr>
            <p:cNvGrpSpPr>
              <a:grpSpLocks/>
            </p:cNvGrpSpPr>
            <p:nvPr/>
          </p:nvGrpSpPr>
          <p:grpSpPr bwMode="auto">
            <a:xfrm>
              <a:off x="4735" y="1627"/>
              <a:ext cx="582" cy="151"/>
              <a:chOff x="614" y="2568"/>
              <a:chExt cx="725" cy="139"/>
            </a:xfrm>
          </p:grpSpPr>
          <p:sp>
            <p:nvSpPr>
              <p:cNvPr id="41" name="AutoShape 73">
                <a:extLst>
                  <a:ext uri="{FF2B5EF4-FFF2-40B4-BE49-F238E27FC236}">
                    <a16:creationId xmlns:a16="http://schemas.microsoft.com/office/drawing/2014/main" id="{52081D9E-64FD-9241-9EEA-BFC2848F38A4}"/>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2" name="AutoShape 74">
                <a:extLst>
                  <a:ext uri="{FF2B5EF4-FFF2-40B4-BE49-F238E27FC236}">
                    <a16:creationId xmlns:a16="http://schemas.microsoft.com/office/drawing/2014/main" id="{89B07DC2-8E24-B048-B84D-C525C9AA2868}"/>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6" name="Freeform 75">
              <a:extLst>
                <a:ext uri="{FF2B5EF4-FFF2-40B4-BE49-F238E27FC236}">
                  <a16:creationId xmlns:a16="http://schemas.microsoft.com/office/drawing/2014/main" id="{00275AA5-20F4-4B40-8A7B-56C022B44C00}"/>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27" name="Group 76">
              <a:extLst>
                <a:ext uri="{FF2B5EF4-FFF2-40B4-BE49-F238E27FC236}">
                  <a16:creationId xmlns:a16="http://schemas.microsoft.com/office/drawing/2014/main" id="{E089CEBF-EE46-794F-82AC-9A6451034987}"/>
                </a:ext>
              </a:extLst>
            </p:cNvPr>
            <p:cNvGrpSpPr>
              <a:grpSpLocks/>
            </p:cNvGrpSpPr>
            <p:nvPr/>
          </p:nvGrpSpPr>
          <p:grpSpPr bwMode="auto">
            <a:xfrm>
              <a:off x="4739" y="1327"/>
              <a:ext cx="582" cy="139"/>
              <a:chOff x="614" y="2568"/>
              <a:chExt cx="725" cy="139"/>
            </a:xfrm>
          </p:grpSpPr>
          <p:sp>
            <p:nvSpPr>
              <p:cNvPr id="39" name="AutoShape 77">
                <a:extLst>
                  <a:ext uri="{FF2B5EF4-FFF2-40B4-BE49-F238E27FC236}">
                    <a16:creationId xmlns:a16="http://schemas.microsoft.com/office/drawing/2014/main" id="{4DB9DFE4-1869-F54F-9D86-B1C3308910DE}"/>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0" name="AutoShape 78">
                <a:extLst>
                  <a:ext uri="{FF2B5EF4-FFF2-40B4-BE49-F238E27FC236}">
                    <a16:creationId xmlns:a16="http://schemas.microsoft.com/office/drawing/2014/main" id="{1D4272DE-9783-504C-B24E-985066EBD4C9}"/>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8" name="Rectangle 79">
              <a:extLst>
                <a:ext uri="{FF2B5EF4-FFF2-40B4-BE49-F238E27FC236}">
                  <a16:creationId xmlns:a16="http://schemas.microsoft.com/office/drawing/2014/main" id="{5FE88211-5391-9B42-9155-73A19A273619}"/>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29" name="Freeform 80">
              <a:extLst>
                <a:ext uri="{FF2B5EF4-FFF2-40B4-BE49-F238E27FC236}">
                  <a16:creationId xmlns:a16="http://schemas.microsoft.com/office/drawing/2014/main" id="{05E256D3-88AF-EE40-9D8D-E6162627B75A}"/>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0" name="Freeform 81">
              <a:extLst>
                <a:ext uri="{FF2B5EF4-FFF2-40B4-BE49-F238E27FC236}">
                  <a16:creationId xmlns:a16="http://schemas.microsoft.com/office/drawing/2014/main" id="{2B1E13A7-1340-1449-8740-70AFA3DE6C85}"/>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1" name="Oval 82">
              <a:extLst>
                <a:ext uri="{FF2B5EF4-FFF2-40B4-BE49-F238E27FC236}">
                  <a16:creationId xmlns:a16="http://schemas.microsoft.com/office/drawing/2014/main" id="{DAC0CC86-045F-6F4E-9391-E07245D69893}"/>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2" name="Freeform 83">
              <a:extLst>
                <a:ext uri="{FF2B5EF4-FFF2-40B4-BE49-F238E27FC236}">
                  <a16:creationId xmlns:a16="http://schemas.microsoft.com/office/drawing/2014/main" id="{A27EE01C-A7F3-EB4C-B539-16929E3E83A2}"/>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3" name="AutoShape 84">
              <a:extLst>
                <a:ext uri="{FF2B5EF4-FFF2-40B4-BE49-F238E27FC236}">
                  <a16:creationId xmlns:a16="http://schemas.microsoft.com/office/drawing/2014/main" id="{881A1C8F-54F2-8948-B760-2762B01F479A}"/>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4" name="AutoShape 85">
              <a:extLst>
                <a:ext uri="{FF2B5EF4-FFF2-40B4-BE49-F238E27FC236}">
                  <a16:creationId xmlns:a16="http://schemas.microsoft.com/office/drawing/2014/main" id="{5AE8BE14-C3E6-D84F-A9AC-E4E0F707C933}"/>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5" name="Oval 86">
              <a:extLst>
                <a:ext uri="{FF2B5EF4-FFF2-40B4-BE49-F238E27FC236}">
                  <a16:creationId xmlns:a16="http://schemas.microsoft.com/office/drawing/2014/main" id="{FD11E9D2-4386-FF49-8E96-2E035F92F945}"/>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6" name="Oval 87">
              <a:extLst>
                <a:ext uri="{FF2B5EF4-FFF2-40B4-BE49-F238E27FC236}">
                  <a16:creationId xmlns:a16="http://schemas.microsoft.com/office/drawing/2014/main" id="{A698DF12-44DE-B34A-9F3A-FC02DEBBF9F1}"/>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7" name="Oval 88">
              <a:extLst>
                <a:ext uri="{FF2B5EF4-FFF2-40B4-BE49-F238E27FC236}">
                  <a16:creationId xmlns:a16="http://schemas.microsoft.com/office/drawing/2014/main" id="{C070DEEB-91AB-C142-9143-5974D8EB70A8}"/>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8" name="Rectangle 89">
              <a:extLst>
                <a:ext uri="{FF2B5EF4-FFF2-40B4-BE49-F238E27FC236}">
                  <a16:creationId xmlns:a16="http://schemas.microsoft.com/office/drawing/2014/main" id="{73990BF0-CEC8-384B-BF26-4A0885AAFAC7}"/>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pic>
        <p:nvPicPr>
          <p:cNvPr id="7" name="Picture 6">
            <a:extLst>
              <a:ext uri="{FF2B5EF4-FFF2-40B4-BE49-F238E27FC236}">
                <a16:creationId xmlns:a16="http://schemas.microsoft.com/office/drawing/2014/main" id="{AC613071-8BFC-5349-80C0-9020206375EE}"/>
              </a:ext>
            </a:extLst>
          </p:cNvPr>
          <p:cNvPicPr>
            <a:picLocks noChangeAspect="1"/>
          </p:cNvPicPr>
          <p:nvPr/>
        </p:nvPicPr>
        <p:blipFill>
          <a:blip r:embed="rId3"/>
          <a:stretch>
            <a:fillRect/>
          </a:stretch>
        </p:blipFill>
        <p:spPr>
          <a:xfrm>
            <a:off x="4987471" y="1230461"/>
            <a:ext cx="1797957" cy="1299560"/>
          </a:xfrm>
          <a:prstGeom prst="rect">
            <a:avLst/>
          </a:prstGeom>
        </p:spPr>
      </p:pic>
      <p:grpSp>
        <p:nvGrpSpPr>
          <p:cNvPr id="83" name="Group 57">
            <a:extLst>
              <a:ext uri="{FF2B5EF4-FFF2-40B4-BE49-F238E27FC236}">
                <a16:creationId xmlns:a16="http://schemas.microsoft.com/office/drawing/2014/main" id="{C5D7863B-AD69-FC47-BA2D-38FCE4992417}"/>
              </a:ext>
            </a:extLst>
          </p:cNvPr>
          <p:cNvGrpSpPr>
            <a:grpSpLocks/>
          </p:cNvGrpSpPr>
          <p:nvPr/>
        </p:nvGrpSpPr>
        <p:grpSpPr bwMode="auto">
          <a:xfrm>
            <a:off x="8178799" y="4820558"/>
            <a:ext cx="519313" cy="1096646"/>
            <a:chOff x="4140" y="429"/>
            <a:chExt cx="1425" cy="2396"/>
          </a:xfrm>
        </p:grpSpPr>
        <p:sp>
          <p:nvSpPr>
            <p:cNvPr id="84" name="Freeform 58">
              <a:extLst>
                <a:ext uri="{FF2B5EF4-FFF2-40B4-BE49-F238E27FC236}">
                  <a16:creationId xmlns:a16="http://schemas.microsoft.com/office/drawing/2014/main" id="{49D083FD-79A2-E74D-A776-974520EEA50C}"/>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5" name="Rectangle 59">
              <a:extLst>
                <a:ext uri="{FF2B5EF4-FFF2-40B4-BE49-F238E27FC236}">
                  <a16:creationId xmlns:a16="http://schemas.microsoft.com/office/drawing/2014/main" id="{C160A5F6-4243-0B4D-A694-687DE9C0BADD}"/>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86" name="Freeform 60">
              <a:extLst>
                <a:ext uri="{FF2B5EF4-FFF2-40B4-BE49-F238E27FC236}">
                  <a16:creationId xmlns:a16="http://schemas.microsoft.com/office/drawing/2014/main" id="{DCE1287F-730A-864C-AD9E-9FB460287141}"/>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7" name="Freeform 61">
              <a:extLst>
                <a:ext uri="{FF2B5EF4-FFF2-40B4-BE49-F238E27FC236}">
                  <a16:creationId xmlns:a16="http://schemas.microsoft.com/office/drawing/2014/main" id="{1A9CE9AE-3F0C-CB4A-AFB4-667C998F6D05}"/>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8" name="Rectangle 62">
              <a:extLst>
                <a:ext uri="{FF2B5EF4-FFF2-40B4-BE49-F238E27FC236}">
                  <a16:creationId xmlns:a16="http://schemas.microsoft.com/office/drawing/2014/main" id="{01EB0058-0984-934E-8EBD-78F44D93B785}"/>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89" name="Group 63">
              <a:extLst>
                <a:ext uri="{FF2B5EF4-FFF2-40B4-BE49-F238E27FC236}">
                  <a16:creationId xmlns:a16="http://schemas.microsoft.com/office/drawing/2014/main" id="{6DEFB971-8A0D-D54B-BB2F-A5A52EC70DDD}"/>
                </a:ext>
              </a:extLst>
            </p:cNvPr>
            <p:cNvGrpSpPr>
              <a:grpSpLocks/>
            </p:cNvGrpSpPr>
            <p:nvPr/>
          </p:nvGrpSpPr>
          <p:grpSpPr bwMode="auto">
            <a:xfrm>
              <a:off x="4749" y="668"/>
              <a:ext cx="581" cy="145"/>
              <a:chOff x="614" y="2568"/>
              <a:chExt cx="725" cy="139"/>
            </a:xfrm>
          </p:grpSpPr>
          <p:sp>
            <p:nvSpPr>
              <p:cNvPr id="114" name="AutoShape 64">
                <a:extLst>
                  <a:ext uri="{FF2B5EF4-FFF2-40B4-BE49-F238E27FC236}">
                    <a16:creationId xmlns:a16="http://schemas.microsoft.com/office/drawing/2014/main" id="{CB3AB1FF-68E6-B747-BBE7-AB752061332D}"/>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5" name="AutoShape 65">
                <a:extLst>
                  <a:ext uri="{FF2B5EF4-FFF2-40B4-BE49-F238E27FC236}">
                    <a16:creationId xmlns:a16="http://schemas.microsoft.com/office/drawing/2014/main" id="{E93F508C-CA28-204B-8B27-C54D968A705A}"/>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0" name="Rectangle 66">
              <a:extLst>
                <a:ext uri="{FF2B5EF4-FFF2-40B4-BE49-F238E27FC236}">
                  <a16:creationId xmlns:a16="http://schemas.microsoft.com/office/drawing/2014/main" id="{5B1AC563-B14E-A64A-B619-7D4BA2381730}"/>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91" name="Group 67">
              <a:extLst>
                <a:ext uri="{FF2B5EF4-FFF2-40B4-BE49-F238E27FC236}">
                  <a16:creationId xmlns:a16="http://schemas.microsoft.com/office/drawing/2014/main" id="{48FCBC14-90E7-EB46-8ABD-7C73B7251493}"/>
                </a:ext>
              </a:extLst>
            </p:cNvPr>
            <p:cNvGrpSpPr>
              <a:grpSpLocks/>
            </p:cNvGrpSpPr>
            <p:nvPr/>
          </p:nvGrpSpPr>
          <p:grpSpPr bwMode="auto">
            <a:xfrm>
              <a:off x="4747" y="994"/>
              <a:ext cx="581" cy="134"/>
              <a:chOff x="614" y="2568"/>
              <a:chExt cx="725" cy="139"/>
            </a:xfrm>
          </p:grpSpPr>
          <p:sp>
            <p:nvSpPr>
              <p:cNvPr id="112" name="AutoShape 68">
                <a:extLst>
                  <a:ext uri="{FF2B5EF4-FFF2-40B4-BE49-F238E27FC236}">
                    <a16:creationId xmlns:a16="http://schemas.microsoft.com/office/drawing/2014/main" id="{A898FDCB-872C-6440-BCF5-39CC5BB4E22F}"/>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3" name="AutoShape 69">
                <a:extLst>
                  <a:ext uri="{FF2B5EF4-FFF2-40B4-BE49-F238E27FC236}">
                    <a16:creationId xmlns:a16="http://schemas.microsoft.com/office/drawing/2014/main" id="{146DD0F8-ADA8-4F48-B1C0-6C48443ABC84}"/>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2" name="Rectangle 70">
              <a:extLst>
                <a:ext uri="{FF2B5EF4-FFF2-40B4-BE49-F238E27FC236}">
                  <a16:creationId xmlns:a16="http://schemas.microsoft.com/office/drawing/2014/main" id="{AECADF08-F932-F64F-83DE-4FB9C1254041}"/>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93" name="Rectangle 71">
              <a:extLst>
                <a:ext uri="{FF2B5EF4-FFF2-40B4-BE49-F238E27FC236}">
                  <a16:creationId xmlns:a16="http://schemas.microsoft.com/office/drawing/2014/main" id="{AAB7C3D1-8C2B-BE49-A8B9-C1F76FC88D66}"/>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94" name="Group 72">
              <a:extLst>
                <a:ext uri="{FF2B5EF4-FFF2-40B4-BE49-F238E27FC236}">
                  <a16:creationId xmlns:a16="http://schemas.microsoft.com/office/drawing/2014/main" id="{3DEC4CAB-1840-6D4B-83A5-245A38500CEA}"/>
                </a:ext>
              </a:extLst>
            </p:cNvPr>
            <p:cNvGrpSpPr>
              <a:grpSpLocks/>
            </p:cNvGrpSpPr>
            <p:nvPr/>
          </p:nvGrpSpPr>
          <p:grpSpPr bwMode="auto">
            <a:xfrm>
              <a:off x="4735" y="1627"/>
              <a:ext cx="582" cy="151"/>
              <a:chOff x="614" y="2568"/>
              <a:chExt cx="725" cy="139"/>
            </a:xfrm>
          </p:grpSpPr>
          <p:sp>
            <p:nvSpPr>
              <p:cNvPr id="110" name="AutoShape 73">
                <a:extLst>
                  <a:ext uri="{FF2B5EF4-FFF2-40B4-BE49-F238E27FC236}">
                    <a16:creationId xmlns:a16="http://schemas.microsoft.com/office/drawing/2014/main" id="{A0F018FE-D678-C348-92C8-C541D45EC142}"/>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1" name="AutoShape 74">
                <a:extLst>
                  <a:ext uri="{FF2B5EF4-FFF2-40B4-BE49-F238E27FC236}">
                    <a16:creationId xmlns:a16="http://schemas.microsoft.com/office/drawing/2014/main" id="{438A18AE-96B9-634D-B0C6-94D6136C1BF3}"/>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5" name="Freeform 75">
              <a:extLst>
                <a:ext uri="{FF2B5EF4-FFF2-40B4-BE49-F238E27FC236}">
                  <a16:creationId xmlns:a16="http://schemas.microsoft.com/office/drawing/2014/main" id="{D0CF0AA3-AC56-5B4A-AAB7-C4F4A10396F4}"/>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96" name="Group 76">
              <a:extLst>
                <a:ext uri="{FF2B5EF4-FFF2-40B4-BE49-F238E27FC236}">
                  <a16:creationId xmlns:a16="http://schemas.microsoft.com/office/drawing/2014/main" id="{2F69551B-EBA3-BF40-8C0D-28FC3540F9EA}"/>
                </a:ext>
              </a:extLst>
            </p:cNvPr>
            <p:cNvGrpSpPr>
              <a:grpSpLocks/>
            </p:cNvGrpSpPr>
            <p:nvPr/>
          </p:nvGrpSpPr>
          <p:grpSpPr bwMode="auto">
            <a:xfrm>
              <a:off x="4739" y="1327"/>
              <a:ext cx="582" cy="139"/>
              <a:chOff x="614" y="2568"/>
              <a:chExt cx="725" cy="139"/>
            </a:xfrm>
          </p:grpSpPr>
          <p:sp>
            <p:nvSpPr>
              <p:cNvPr id="108" name="AutoShape 77">
                <a:extLst>
                  <a:ext uri="{FF2B5EF4-FFF2-40B4-BE49-F238E27FC236}">
                    <a16:creationId xmlns:a16="http://schemas.microsoft.com/office/drawing/2014/main" id="{F24A03FE-CC74-2E4C-A1C8-914AEE73C263}"/>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9" name="AutoShape 78">
                <a:extLst>
                  <a:ext uri="{FF2B5EF4-FFF2-40B4-BE49-F238E27FC236}">
                    <a16:creationId xmlns:a16="http://schemas.microsoft.com/office/drawing/2014/main" id="{1A088830-47CE-554E-891D-383BDC7C106C}"/>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7" name="Rectangle 79">
              <a:extLst>
                <a:ext uri="{FF2B5EF4-FFF2-40B4-BE49-F238E27FC236}">
                  <a16:creationId xmlns:a16="http://schemas.microsoft.com/office/drawing/2014/main" id="{4B8B1DBC-053B-454B-AA6A-93DD7A17D908}"/>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98" name="Freeform 80">
              <a:extLst>
                <a:ext uri="{FF2B5EF4-FFF2-40B4-BE49-F238E27FC236}">
                  <a16:creationId xmlns:a16="http://schemas.microsoft.com/office/drawing/2014/main" id="{0C9C506E-2927-3944-A4CD-50E996AE2C65}"/>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99" name="Freeform 81">
              <a:extLst>
                <a:ext uri="{FF2B5EF4-FFF2-40B4-BE49-F238E27FC236}">
                  <a16:creationId xmlns:a16="http://schemas.microsoft.com/office/drawing/2014/main" id="{EB949747-1183-E946-A591-654096BEA6F8}"/>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0" name="Oval 82">
              <a:extLst>
                <a:ext uri="{FF2B5EF4-FFF2-40B4-BE49-F238E27FC236}">
                  <a16:creationId xmlns:a16="http://schemas.microsoft.com/office/drawing/2014/main" id="{568FECAB-8B6E-D148-BC17-44303ACE0E80}"/>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1" name="Freeform 83">
              <a:extLst>
                <a:ext uri="{FF2B5EF4-FFF2-40B4-BE49-F238E27FC236}">
                  <a16:creationId xmlns:a16="http://schemas.microsoft.com/office/drawing/2014/main" id="{638205AE-B922-264E-A776-6C571A51D027}"/>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2" name="AutoShape 84">
              <a:extLst>
                <a:ext uri="{FF2B5EF4-FFF2-40B4-BE49-F238E27FC236}">
                  <a16:creationId xmlns:a16="http://schemas.microsoft.com/office/drawing/2014/main" id="{68D17880-2BFD-AB45-8EE6-655F1EE28CEE}"/>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3" name="AutoShape 85">
              <a:extLst>
                <a:ext uri="{FF2B5EF4-FFF2-40B4-BE49-F238E27FC236}">
                  <a16:creationId xmlns:a16="http://schemas.microsoft.com/office/drawing/2014/main" id="{38FF6123-2AE5-0E4D-9C49-2AB92E459E5B}"/>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4" name="Oval 86">
              <a:extLst>
                <a:ext uri="{FF2B5EF4-FFF2-40B4-BE49-F238E27FC236}">
                  <a16:creationId xmlns:a16="http://schemas.microsoft.com/office/drawing/2014/main" id="{2620EC11-7D22-C94E-A6F0-0BB8CA9093E4}"/>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5" name="Oval 87">
              <a:extLst>
                <a:ext uri="{FF2B5EF4-FFF2-40B4-BE49-F238E27FC236}">
                  <a16:creationId xmlns:a16="http://schemas.microsoft.com/office/drawing/2014/main" id="{DB036E28-4F88-C54A-8239-CB50D9884904}"/>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6" name="Oval 88">
              <a:extLst>
                <a:ext uri="{FF2B5EF4-FFF2-40B4-BE49-F238E27FC236}">
                  <a16:creationId xmlns:a16="http://schemas.microsoft.com/office/drawing/2014/main" id="{B01647CB-6EC4-044F-915F-A65E26069E0E}"/>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7" name="Rectangle 89">
              <a:extLst>
                <a:ext uri="{FF2B5EF4-FFF2-40B4-BE49-F238E27FC236}">
                  <a16:creationId xmlns:a16="http://schemas.microsoft.com/office/drawing/2014/main" id="{45BA2A5E-EE30-C54D-8CAD-2B96D86B04A1}"/>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grpSp>
        <p:nvGrpSpPr>
          <p:cNvPr id="117" name="Group 116">
            <a:extLst>
              <a:ext uri="{FF2B5EF4-FFF2-40B4-BE49-F238E27FC236}">
                <a16:creationId xmlns:a16="http://schemas.microsoft.com/office/drawing/2014/main" id="{80AEB31E-EE76-584C-AA46-3C2461C3C346}"/>
              </a:ext>
            </a:extLst>
          </p:cNvPr>
          <p:cNvGrpSpPr/>
          <p:nvPr/>
        </p:nvGrpSpPr>
        <p:grpSpPr>
          <a:xfrm>
            <a:off x="3586046" y="4406221"/>
            <a:ext cx="1432267" cy="1301523"/>
            <a:chOff x="2718817" y="3255963"/>
            <a:chExt cx="1432267" cy="1301523"/>
          </a:xfrm>
        </p:grpSpPr>
        <p:grpSp>
          <p:nvGrpSpPr>
            <p:cNvPr id="47" name="Group 90">
              <a:extLst>
                <a:ext uri="{FF2B5EF4-FFF2-40B4-BE49-F238E27FC236}">
                  <a16:creationId xmlns:a16="http://schemas.microsoft.com/office/drawing/2014/main" id="{0E15E389-35EC-4248-8D1B-518B9EAA59B9}"/>
                </a:ext>
              </a:extLst>
            </p:cNvPr>
            <p:cNvGrpSpPr>
              <a:grpSpLocks/>
            </p:cNvGrpSpPr>
            <p:nvPr/>
          </p:nvGrpSpPr>
          <p:grpSpPr bwMode="auto">
            <a:xfrm>
              <a:off x="2718817" y="3255963"/>
              <a:ext cx="1432267" cy="1301523"/>
              <a:chOff x="-44" y="1473"/>
              <a:chExt cx="981" cy="1105"/>
            </a:xfrm>
          </p:grpSpPr>
          <p:pic>
            <p:nvPicPr>
              <p:cNvPr id="48" name="Picture 91" descr="desktop_computer_stylized_medium">
                <a:extLst>
                  <a:ext uri="{FF2B5EF4-FFF2-40B4-BE49-F238E27FC236}">
                    <a16:creationId xmlns:a16="http://schemas.microsoft.com/office/drawing/2014/main" id="{8461BC4D-1645-F749-AC4B-1926BA94D0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Freeform 92">
                <a:extLst>
                  <a:ext uri="{FF2B5EF4-FFF2-40B4-BE49-F238E27FC236}">
                    <a16:creationId xmlns:a16="http://schemas.microsoft.com/office/drawing/2014/main" id="{ECE33066-562B-D24D-90DD-9F2C4CD1BA2F}"/>
                  </a:ext>
                </a:extLst>
              </p:cNvPr>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116" name="Picture 115" descr="Icon&#10;&#10;Description automatically generated">
              <a:extLst>
                <a:ext uri="{FF2B5EF4-FFF2-40B4-BE49-F238E27FC236}">
                  <a16:creationId xmlns:a16="http://schemas.microsoft.com/office/drawing/2014/main" id="{34042089-BE33-B14C-9A59-7A6138E86181}"/>
                </a:ext>
              </a:extLst>
            </p:cNvPr>
            <p:cNvPicPr>
              <a:picLocks noChangeAspect="1"/>
            </p:cNvPicPr>
            <p:nvPr/>
          </p:nvPicPr>
          <p:blipFill>
            <a:blip r:embed="rId5"/>
            <a:stretch>
              <a:fillRect/>
            </a:stretch>
          </p:blipFill>
          <p:spPr>
            <a:xfrm>
              <a:off x="3251200" y="3436256"/>
              <a:ext cx="870857" cy="489857"/>
            </a:xfrm>
            <a:prstGeom prst="rect">
              <a:avLst/>
            </a:prstGeom>
          </p:spPr>
        </p:pic>
      </p:grpSp>
      <p:sp>
        <p:nvSpPr>
          <p:cNvPr id="118" name="TextBox 117">
            <a:extLst>
              <a:ext uri="{FF2B5EF4-FFF2-40B4-BE49-F238E27FC236}">
                <a16:creationId xmlns:a16="http://schemas.microsoft.com/office/drawing/2014/main" id="{9A847BB3-697B-8943-A0D3-E3C65DBA6F1C}"/>
              </a:ext>
            </a:extLst>
          </p:cNvPr>
          <p:cNvSpPr txBox="1"/>
          <p:nvPr/>
        </p:nvSpPr>
        <p:spPr>
          <a:xfrm>
            <a:off x="4352471" y="2398486"/>
            <a:ext cx="179844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nytimes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a:t>
            </a:r>
          </a:p>
        </p:txBody>
      </p:sp>
      <p:sp>
        <p:nvSpPr>
          <p:cNvPr id="119" name="TextBox 118">
            <a:extLst>
              <a:ext uri="{FF2B5EF4-FFF2-40B4-BE49-F238E27FC236}">
                <a16:creationId xmlns:a16="http://schemas.microsoft.com/office/drawing/2014/main" id="{58BE66CB-B4F9-CC49-A94F-C87C0E785DA3}"/>
              </a:ext>
            </a:extLst>
          </p:cNvPr>
          <p:cNvSpPr txBox="1"/>
          <p:nvPr/>
        </p:nvSpPr>
        <p:spPr>
          <a:xfrm>
            <a:off x="8095344" y="5878285"/>
            <a:ext cx="12279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AdX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a:t>
            </a:r>
          </a:p>
        </p:txBody>
      </p:sp>
      <p:sp>
        <p:nvSpPr>
          <p:cNvPr id="3" name="TextBox 2">
            <a:extLst>
              <a:ext uri="{FF2B5EF4-FFF2-40B4-BE49-F238E27FC236}">
                <a16:creationId xmlns:a16="http://schemas.microsoft.com/office/drawing/2014/main" id="{7420A0CD-DF92-1645-9CBB-C5971315F8AB}"/>
              </a:ext>
            </a:extLst>
          </p:cNvPr>
          <p:cNvSpPr txBox="1"/>
          <p:nvPr/>
        </p:nvSpPr>
        <p:spPr>
          <a:xfrm>
            <a:off x="6997700" y="1778000"/>
            <a:ext cx="20473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sports, 2/15/22</a:t>
            </a:r>
          </a:p>
        </p:txBody>
      </p:sp>
      <p:grpSp>
        <p:nvGrpSpPr>
          <p:cNvPr id="148" name="Group 147">
            <a:extLst>
              <a:ext uri="{FF2B5EF4-FFF2-40B4-BE49-F238E27FC236}">
                <a16:creationId xmlns:a16="http://schemas.microsoft.com/office/drawing/2014/main" id="{BEDD1666-0DF1-1644-8B3C-E55E2557B728}"/>
              </a:ext>
            </a:extLst>
          </p:cNvPr>
          <p:cNvGrpSpPr/>
          <p:nvPr/>
        </p:nvGrpSpPr>
        <p:grpSpPr>
          <a:xfrm>
            <a:off x="9182100" y="4902200"/>
            <a:ext cx="711200" cy="1016000"/>
            <a:chOff x="1282700" y="2006600"/>
            <a:chExt cx="2603500" cy="3263900"/>
          </a:xfrm>
        </p:grpSpPr>
        <p:sp>
          <p:nvSpPr>
            <p:cNvPr id="149" name="Rounded Rectangle 148">
              <a:extLst>
                <a:ext uri="{FF2B5EF4-FFF2-40B4-BE49-F238E27FC236}">
                  <a16:creationId xmlns:a16="http://schemas.microsoft.com/office/drawing/2014/main" id="{D02791EC-9307-2A4B-9CC8-D2CCC50BC3C0}"/>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Rounded Rectangle 149">
              <a:extLst>
                <a:ext uri="{FF2B5EF4-FFF2-40B4-BE49-F238E27FC236}">
                  <a16:creationId xmlns:a16="http://schemas.microsoft.com/office/drawing/2014/main" id="{1053ED46-9860-D146-B0AD-5B077993BB88}"/>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Rounded Rectangle 150">
              <a:extLst>
                <a:ext uri="{FF2B5EF4-FFF2-40B4-BE49-F238E27FC236}">
                  <a16:creationId xmlns:a16="http://schemas.microsoft.com/office/drawing/2014/main" id="{2D06E11F-99A7-5240-B75B-7DD5647AAD3D}"/>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34" name="TextBox 133">
            <a:extLst>
              <a:ext uri="{FF2B5EF4-FFF2-40B4-BE49-F238E27FC236}">
                <a16:creationId xmlns:a16="http://schemas.microsoft.com/office/drawing/2014/main" id="{9DD11912-9F0C-4A48-865D-02E84CA7BE56}"/>
              </a:ext>
            </a:extLst>
          </p:cNvPr>
          <p:cNvSpPr txBox="1"/>
          <p:nvPr/>
        </p:nvSpPr>
        <p:spPr>
          <a:xfrm>
            <a:off x="4229100" y="5867400"/>
            <a:ext cx="15247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NY Times: </a:t>
            </a: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endParaRPr kumimoji="0" lang="en-US" sz="16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22" name="TextBox 121">
            <a:extLst>
              <a:ext uri="{FF2B5EF4-FFF2-40B4-BE49-F238E27FC236}">
                <a16:creationId xmlns:a16="http://schemas.microsoft.com/office/drawing/2014/main" id="{3A0EC18F-F5A0-8D4C-B18A-FC1AADC91C63}"/>
              </a:ext>
            </a:extLst>
          </p:cNvPr>
          <p:cNvSpPr txBox="1"/>
          <p:nvPr/>
        </p:nvSpPr>
        <p:spPr>
          <a:xfrm>
            <a:off x="9226009" y="5181600"/>
            <a:ext cx="28648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NY Times sports, 2/15/22</a:t>
            </a:r>
          </a:p>
        </p:txBody>
      </p:sp>
      <p:sp>
        <p:nvSpPr>
          <p:cNvPr id="177" name="TextBox 176">
            <a:extLst>
              <a:ext uri="{FF2B5EF4-FFF2-40B4-BE49-F238E27FC236}">
                <a16:creationId xmlns:a16="http://schemas.microsoft.com/office/drawing/2014/main" id="{B147FEBB-BA88-3245-B4BC-E35B47ACD891}"/>
              </a:ext>
            </a:extLst>
          </p:cNvPr>
          <p:cNvSpPr txBox="1"/>
          <p:nvPr/>
        </p:nvSpPr>
        <p:spPr>
          <a:xfrm>
            <a:off x="4660900" y="6121400"/>
            <a:ext cx="10855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AdX: </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endParaRPr kumimoji="0" lang="en-US" sz="16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grpSp>
        <p:nvGrpSpPr>
          <p:cNvPr id="120" name="Group 57">
            <a:extLst>
              <a:ext uri="{FF2B5EF4-FFF2-40B4-BE49-F238E27FC236}">
                <a16:creationId xmlns:a16="http://schemas.microsoft.com/office/drawing/2014/main" id="{80B9D75A-D707-8E43-938E-72AADC7EE81A}"/>
              </a:ext>
            </a:extLst>
          </p:cNvPr>
          <p:cNvGrpSpPr>
            <a:grpSpLocks/>
          </p:cNvGrpSpPr>
          <p:nvPr/>
        </p:nvGrpSpPr>
        <p:grpSpPr bwMode="auto">
          <a:xfrm>
            <a:off x="2478314" y="1935843"/>
            <a:ext cx="519313" cy="1096646"/>
            <a:chOff x="4140" y="429"/>
            <a:chExt cx="1425" cy="2396"/>
          </a:xfrm>
        </p:grpSpPr>
        <p:sp>
          <p:nvSpPr>
            <p:cNvPr id="121" name="Freeform 58">
              <a:extLst>
                <a:ext uri="{FF2B5EF4-FFF2-40B4-BE49-F238E27FC236}">
                  <a16:creationId xmlns:a16="http://schemas.microsoft.com/office/drawing/2014/main" id="{7CF0D145-247E-524F-80BB-FAB3C9AA22EF}"/>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4" name="Rectangle 59">
              <a:extLst>
                <a:ext uri="{FF2B5EF4-FFF2-40B4-BE49-F238E27FC236}">
                  <a16:creationId xmlns:a16="http://schemas.microsoft.com/office/drawing/2014/main" id="{B069F6D1-4A45-3B45-83E0-57ADBD28A20D}"/>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25" name="Freeform 60">
              <a:extLst>
                <a:ext uri="{FF2B5EF4-FFF2-40B4-BE49-F238E27FC236}">
                  <a16:creationId xmlns:a16="http://schemas.microsoft.com/office/drawing/2014/main" id="{00EF2C13-EA34-614D-8589-6AD24A510BA7}"/>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6" name="Freeform 61">
              <a:extLst>
                <a:ext uri="{FF2B5EF4-FFF2-40B4-BE49-F238E27FC236}">
                  <a16:creationId xmlns:a16="http://schemas.microsoft.com/office/drawing/2014/main" id="{D8BEAA98-B184-5A41-899C-24A3499EF8EF}"/>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7" name="Rectangle 62">
              <a:extLst>
                <a:ext uri="{FF2B5EF4-FFF2-40B4-BE49-F238E27FC236}">
                  <a16:creationId xmlns:a16="http://schemas.microsoft.com/office/drawing/2014/main" id="{A5091CCD-EAEC-3F45-8E3A-3EE1D4BCCB0C}"/>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28" name="Group 63">
              <a:extLst>
                <a:ext uri="{FF2B5EF4-FFF2-40B4-BE49-F238E27FC236}">
                  <a16:creationId xmlns:a16="http://schemas.microsoft.com/office/drawing/2014/main" id="{5807BF3F-C3A0-2E46-9ACB-8160305A85A3}"/>
                </a:ext>
              </a:extLst>
            </p:cNvPr>
            <p:cNvGrpSpPr>
              <a:grpSpLocks/>
            </p:cNvGrpSpPr>
            <p:nvPr/>
          </p:nvGrpSpPr>
          <p:grpSpPr bwMode="auto">
            <a:xfrm>
              <a:off x="4749" y="668"/>
              <a:ext cx="581" cy="145"/>
              <a:chOff x="614" y="2568"/>
              <a:chExt cx="725" cy="139"/>
            </a:xfrm>
          </p:grpSpPr>
          <p:sp>
            <p:nvSpPr>
              <p:cNvPr id="183" name="AutoShape 64">
                <a:extLst>
                  <a:ext uri="{FF2B5EF4-FFF2-40B4-BE49-F238E27FC236}">
                    <a16:creationId xmlns:a16="http://schemas.microsoft.com/office/drawing/2014/main" id="{A7AECF6C-C86B-5C4F-A239-BF49C2E89028}"/>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84" name="AutoShape 65">
                <a:extLst>
                  <a:ext uri="{FF2B5EF4-FFF2-40B4-BE49-F238E27FC236}">
                    <a16:creationId xmlns:a16="http://schemas.microsoft.com/office/drawing/2014/main" id="{F16A2EA0-90C8-114E-8082-17259C9482B5}"/>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29" name="Rectangle 66">
              <a:extLst>
                <a:ext uri="{FF2B5EF4-FFF2-40B4-BE49-F238E27FC236}">
                  <a16:creationId xmlns:a16="http://schemas.microsoft.com/office/drawing/2014/main" id="{3A8375E6-EC37-1243-97FB-FE0AF3209023}"/>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31" name="Group 67">
              <a:extLst>
                <a:ext uri="{FF2B5EF4-FFF2-40B4-BE49-F238E27FC236}">
                  <a16:creationId xmlns:a16="http://schemas.microsoft.com/office/drawing/2014/main" id="{3ABEBD29-0886-204E-B875-6CE26C33D4C1}"/>
                </a:ext>
              </a:extLst>
            </p:cNvPr>
            <p:cNvGrpSpPr>
              <a:grpSpLocks/>
            </p:cNvGrpSpPr>
            <p:nvPr/>
          </p:nvGrpSpPr>
          <p:grpSpPr bwMode="auto">
            <a:xfrm>
              <a:off x="4747" y="994"/>
              <a:ext cx="581" cy="134"/>
              <a:chOff x="614" y="2568"/>
              <a:chExt cx="725" cy="139"/>
            </a:xfrm>
          </p:grpSpPr>
          <p:sp>
            <p:nvSpPr>
              <p:cNvPr id="181" name="AutoShape 68">
                <a:extLst>
                  <a:ext uri="{FF2B5EF4-FFF2-40B4-BE49-F238E27FC236}">
                    <a16:creationId xmlns:a16="http://schemas.microsoft.com/office/drawing/2014/main" id="{49E137F3-A6CC-AE40-9B90-B02C6316B300}"/>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82" name="AutoShape 69">
                <a:extLst>
                  <a:ext uri="{FF2B5EF4-FFF2-40B4-BE49-F238E27FC236}">
                    <a16:creationId xmlns:a16="http://schemas.microsoft.com/office/drawing/2014/main" id="{57B56BCC-B2FD-9048-9DD3-92A3AC501F9B}"/>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32" name="Rectangle 70">
              <a:extLst>
                <a:ext uri="{FF2B5EF4-FFF2-40B4-BE49-F238E27FC236}">
                  <a16:creationId xmlns:a16="http://schemas.microsoft.com/office/drawing/2014/main" id="{6B307B68-C234-DF47-81FF-A0D0C80F6421}"/>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33" name="Rectangle 71">
              <a:extLst>
                <a:ext uri="{FF2B5EF4-FFF2-40B4-BE49-F238E27FC236}">
                  <a16:creationId xmlns:a16="http://schemas.microsoft.com/office/drawing/2014/main" id="{995FC4AA-8787-974F-8D33-03E16EC5AEF7}"/>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37" name="Group 72">
              <a:extLst>
                <a:ext uri="{FF2B5EF4-FFF2-40B4-BE49-F238E27FC236}">
                  <a16:creationId xmlns:a16="http://schemas.microsoft.com/office/drawing/2014/main" id="{FA2AF6E2-6548-EF4F-B726-1227D161FD8D}"/>
                </a:ext>
              </a:extLst>
            </p:cNvPr>
            <p:cNvGrpSpPr>
              <a:grpSpLocks/>
            </p:cNvGrpSpPr>
            <p:nvPr/>
          </p:nvGrpSpPr>
          <p:grpSpPr bwMode="auto">
            <a:xfrm>
              <a:off x="4735" y="1627"/>
              <a:ext cx="582" cy="151"/>
              <a:chOff x="614" y="2568"/>
              <a:chExt cx="725" cy="139"/>
            </a:xfrm>
          </p:grpSpPr>
          <p:sp>
            <p:nvSpPr>
              <p:cNvPr id="179" name="AutoShape 73">
                <a:extLst>
                  <a:ext uri="{FF2B5EF4-FFF2-40B4-BE49-F238E27FC236}">
                    <a16:creationId xmlns:a16="http://schemas.microsoft.com/office/drawing/2014/main" id="{A85BFF85-1162-694B-985B-D53B39D5D5FF}"/>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80" name="AutoShape 74">
                <a:extLst>
                  <a:ext uri="{FF2B5EF4-FFF2-40B4-BE49-F238E27FC236}">
                    <a16:creationId xmlns:a16="http://schemas.microsoft.com/office/drawing/2014/main" id="{EFC82C29-79A9-B644-916D-7FC0EF5202BB}"/>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38" name="Freeform 75">
              <a:extLst>
                <a:ext uri="{FF2B5EF4-FFF2-40B4-BE49-F238E27FC236}">
                  <a16:creationId xmlns:a16="http://schemas.microsoft.com/office/drawing/2014/main" id="{7EC9C461-F150-1240-8D76-558B6B4F602C}"/>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155" name="Group 76">
              <a:extLst>
                <a:ext uri="{FF2B5EF4-FFF2-40B4-BE49-F238E27FC236}">
                  <a16:creationId xmlns:a16="http://schemas.microsoft.com/office/drawing/2014/main" id="{9299AE05-29C3-2844-B1C6-633C7CFFF172}"/>
                </a:ext>
              </a:extLst>
            </p:cNvPr>
            <p:cNvGrpSpPr>
              <a:grpSpLocks/>
            </p:cNvGrpSpPr>
            <p:nvPr/>
          </p:nvGrpSpPr>
          <p:grpSpPr bwMode="auto">
            <a:xfrm>
              <a:off x="4739" y="1327"/>
              <a:ext cx="582" cy="139"/>
              <a:chOff x="614" y="2568"/>
              <a:chExt cx="725" cy="139"/>
            </a:xfrm>
          </p:grpSpPr>
          <p:sp>
            <p:nvSpPr>
              <p:cNvPr id="176" name="AutoShape 77">
                <a:extLst>
                  <a:ext uri="{FF2B5EF4-FFF2-40B4-BE49-F238E27FC236}">
                    <a16:creationId xmlns:a16="http://schemas.microsoft.com/office/drawing/2014/main" id="{06802116-4260-EF43-8FD8-6944FEDDF83E}"/>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8" name="AutoShape 78">
                <a:extLst>
                  <a:ext uri="{FF2B5EF4-FFF2-40B4-BE49-F238E27FC236}">
                    <a16:creationId xmlns:a16="http://schemas.microsoft.com/office/drawing/2014/main" id="{FD196FB8-2008-F14B-94FF-2664A9A9D40C}"/>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56" name="Rectangle 79">
              <a:extLst>
                <a:ext uri="{FF2B5EF4-FFF2-40B4-BE49-F238E27FC236}">
                  <a16:creationId xmlns:a16="http://schemas.microsoft.com/office/drawing/2014/main" id="{8D1AEBDE-093D-AB41-9F4B-6395A4767AE2}"/>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57" name="Freeform 80">
              <a:extLst>
                <a:ext uri="{FF2B5EF4-FFF2-40B4-BE49-F238E27FC236}">
                  <a16:creationId xmlns:a16="http://schemas.microsoft.com/office/drawing/2014/main" id="{E3E9A300-9CB6-5642-9423-B3CE2A84C808}"/>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4" name="Freeform 81">
              <a:extLst>
                <a:ext uri="{FF2B5EF4-FFF2-40B4-BE49-F238E27FC236}">
                  <a16:creationId xmlns:a16="http://schemas.microsoft.com/office/drawing/2014/main" id="{61E95673-E276-B54E-8951-E28938049B47}"/>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5" name="Oval 82">
              <a:extLst>
                <a:ext uri="{FF2B5EF4-FFF2-40B4-BE49-F238E27FC236}">
                  <a16:creationId xmlns:a16="http://schemas.microsoft.com/office/drawing/2014/main" id="{9B9B3D7E-A0A9-8C43-A374-55DA4D19FB12}"/>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6" name="Freeform 83">
              <a:extLst>
                <a:ext uri="{FF2B5EF4-FFF2-40B4-BE49-F238E27FC236}">
                  <a16:creationId xmlns:a16="http://schemas.microsoft.com/office/drawing/2014/main" id="{E4ABD20F-89C5-8C46-BFE6-5CA778E27347}"/>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7" name="AutoShape 84">
              <a:extLst>
                <a:ext uri="{FF2B5EF4-FFF2-40B4-BE49-F238E27FC236}">
                  <a16:creationId xmlns:a16="http://schemas.microsoft.com/office/drawing/2014/main" id="{ADAAC857-3F17-1A4D-BBD3-254BC3957FE4}"/>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8" name="AutoShape 85">
              <a:extLst>
                <a:ext uri="{FF2B5EF4-FFF2-40B4-BE49-F238E27FC236}">
                  <a16:creationId xmlns:a16="http://schemas.microsoft.com/office/drawing/2014/main" id="{B0B35955-7679-1946-9BAF-3CF60ECC57E0}"/>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9" name="Oval 86">
              <a:extLst>
                <a:ext uri="{FF2B5EF4-FFF2-40B4-BE49-F238E27FC236}">
                  <a16:creationId xmlns:a16="http://schemas.microsoft.com/office/drawing/2014/main" id="{B0EDAF1F-8C77-A745-BA6A-8E3D60BB4526}"/>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0" name="Oval 87">
              <a:extLst>
                <a:ext uri="{FF2B5EF4-FFF2-40B4-BE49-F238E27FC236}">
                  <a16:creationId xmlns:a16="http://schemas.microsoft.com/office/drawing/2014/main" id="{6B44C974-5992-7741-85AD-5B948203A250}"/>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1" name="Oval 88">
              <a:extLst>
                <a:ext uri="{FF2B5EF4-FFF2-40B4-BE49-F238E27FC236}">
                  <a16:creationId xmlns:a16="http://schemas.microsoft.com/office/drawing/2014/main" id="{427659D8-BEE1-CA4D-A8D9-708F2BB9D763}"/>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4" name="Rectangle 89">
              <a:extLst>
                <a:ext uri="{FF2B5EF4-FFF2-40B4-BE49-F238E27FC236}">
                  <a16:creationId xmlns:a16="http://schemas.microsoft.com/office/drawing/2014/main" id="{BA908D21-224A-454D-AE40-AACCE66AFA11}"/>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85" name="TextBox 184">
            <a:extLst>
              <a:ext uri="{FF2B5EF4-FFF2-40B4-BE49-F238E27FC236}">
                <a16:creationId xmlns:a16="http://schemas.microsoft.com/office/drawing/2014/main" id="{E9C38943-9B5B-C74A-9AF5-967FC5643352}"/>
              </a:ext>
            </a:extLst>
          </p:cNvPr>
          <p:cNvSpPr txBox="1"/>
          <p:nvPr/>
        </p:nvSpPr>
        <p:spPr>
          <a:xfrm>
            <a:off x="1482271" y="2995386"/>
            <a:ext cx="142814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socks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a:t>
            </a:r>
          </a:p>
        </p:txBody>
      </p:sp>
      <p:pic>
        <p:nvPicPr>
          <p:cNvPr id="2" name="Picture 1">
            <a:extLst>
              <a:ext uri="{FF2B5EF4-FFF2-40B4-BE49-F238E27FC236}">
                <a16:creationId xmlns:a16="http://schemas.microsoft.com/office/drawing/2014/main" id="{3A3EDD2B-FC70-7C4A-89B5-9183AE973DC9}"/>
              </a:ext>
            </a:extLst>
          </p:cNvPr>
          <p:cNvPicPr>
            <a:picLocks noChangeAspect="1"/>
          </p:cNvPicPr>
          <p:nvPr/>
        </p:nvPicPr>
        <p:blipFill>
          <a:blip r:embed="rId6"/>
          <a:stretch>
            <a:fillRect/>
          </a:stretch>
        </p:blipFill>
        <p:spPr>
          <a:xfrm>
            <a:off x="241300" y="1492250"/>
            <a:ext cx="2197100" cy="1572924"/>
          </a:xfrm>
          <a:prstGeom prst="rect">
            <a:avLst/>
          </a:prstGeom>
        </p:spPr>
      </p:pic>
      <p:grpSp>
        <p:nvGrpSpPr>
          <p:cNvPr id="4" name="Group 3">
            <a:extLst>
              <a:ext uri="{FF2B5EF4-FFF2-40B4-BE49-F238E27FC236}">
                <a16:creationId xmlns:a16="http://schemas.microsoft.com/office/drawing/2014/main" id="{A79FB72C-0CE6-6F4A-8318-7BBCBAF80D45}"/>
              </a:ext>
            </a:extLst>
          </p:cNvPr>
          <p:cNvGrpSpPr/>
          <p:nvPr/>
        </p:nvGrpSpPr>
        <p:grpSpPr>
          <a:xfrm>
            <a:off x="2655782" y="3088525"/>
            <a:ext cx="1853925" cy="1453555"/>
            <a:chOff x="2655782" y="3088525"/>
            <a:chExt cx="1853925" cy="1453555"/>
          </a:xfrm>
        </p:grpSpPr>
        <p:grpSp>
          <p:nvGrpSpPr>
            <p:cNvPr id="193" name="Group 192">
              <a:extLst>
                <a:ext uri="{FF2B5EF4-FFF2-40B4-BE49-F238E27FC236}">
                  <a16:creationId xmlns:a16="http://schemas.microsoft.com/office/drawing/2014/main" id="{F0737EF3-88DE-B24C-8B06-2EC1A067E461}"/>
                </a:ext>
              </a:extLst>
            </p:cNvPr>
            <p:cNvGrpSpPr/>
            <p:nvPr/>
          </p:nvGrpSpPr>
          <p:grpSpPr>
            <a:xfrm rot="18353253">
              <a:off x="2896693" y="3474816"/>
              <a:ext cx="826353" cy="1308176"/>
              <a:chOff x="4220856" y="2946324"/>
              <a:chExt cx="826353" cy="1308176"/>
            </a:xfrm>
          </p:grpSpPr>
          <p:grpSp>
            <p:nvGrpSpPr>
              <p:cNvPr id="194" name="Group 193">
                <a:extLst>
                  <a:ext uri="{FF2B5EF4-FFF2-40B4-BE49-F238E27FC236}">
                    <a16:creationId xmlns:a16="http://schemas.microsoft.com/office/drawing/2014/main" id="{FA1C25C4-6393-2D45-A39C-53270B6CDDB6}"/>
                  </a:ext>
                </a:extLst>
              </p:cNvPr>
              <p:cNvGrpSpPr/>
              <p:nvPr/>
            </p:nvGrpSpPr>
            <p:grpSpPr>
              <a:xfrm>
                <a:off x="4673600" y="2946400"/>
                <a:ext cx="373609" cy="1308100"/>
                <a:chOff x="4673600" y="2946400"/>
                <a:chExt cx="373609" cy="1308100"/>
              </a:xfrm>
            </p:grpSpPr>
            <p:cxnSp>
              <p:nvCxnSpPr>
                <p:cNvPr id="196" name="Straight Arrow Connector 195">
                  <a:extLst>
                    <a:ext uri="{FF2B5EF4-FFF2-40B4-BE49-F238E27FC236}">
                      <a16:creationId xmlns:a16="http://schemas.microsoft.com/office/drawing/2014/main" id="{12DCD062-8181-A647-955D-683D45502F6E}"/>
                    </a:ext>
                  </a:extLst>
                </p:cNvPr>
                <p:cNvCxnSpPr>
                  <a:cxnSpLocks/>
                </p:cNvCxnSpPr>
                <p:nvPr/>
              </p:nvCxnSpPr>
              <p:spPr>
                <a:xfrm flipV="1">
                  <a:off x="4851400" y="2946400"/>
                  <a:ext cx="0" cy="1308100"/>
                </a:xfrm>
                <a:prstGeom prst="straightConnector1">
                  <a:avLst/>
                </a:prstGeom>
                <a:ln w="25400">
                  <a:solidFill>
                    <a:srgbClr val="0E01A0"/>
                  </a:solidFill>
                  <a:tailEnd type="triangle"/>
                </a:ln>
              </p:spPr>
              <p:style>
                <a:lnRef idx="1">
                  <a:schemeClr val="accent1"/>
                </a:lnRef>
                <a:fillRef idx="0">
                  <a:schemeClr val="accent1"/>
                </a:fillRef>
                <a:effectRef idx="0">
                  <a:schemeClr val="accent1"/>
                </a:effectRef>
                <a:fontRef idx="minor">
                  <a:schemeClr val="tx1"/>
                </a:fontRef>
              </p:style>
            </p:cxnSp>
            <p:sp>
              <p:nvSpPr>
                <p:cNvPr id="197" name="Oval 196">
                  <a:extLst>
                    <a:ext uri="{FF2B5EF4-FFF2-40B4-BE49-F238E27FC236}">
                      <a16:creationId xmlns:a16="http://schemas.microsoft.com/office/drawing/2014/main" id="{3E4A219F-A0E7-8645-8484-086EBA3A6E59}"/>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TextBox 197">
                  <a:extLst>
                    <a:ext uri="{FF2B5EF4-FFF2-40B4-BE49-F238E27FC236}">
                      <a16:creationId xmlns:a16="http://schemas.microsoft.com/office/drawing/2014/main" id="{8E738B55-E22B-3A43-A564-F6EA3FC17C98}"/>
                    </a:ext>
                  </a:extLst>
                </p:cNvPr>
                <p:cNvSpPr txBox="1"/>
                <p:nvPr/>
              </p:nvSpPr>
              <p:spPr>
                <a:xfrm rot="3246747">
                  <a:off x="47117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grpSp>
          <p:sp>
            <p:nvSpPr>
              <p:cNvPr id="195" name="TextBox 194">
                <a:extLst>
                  <a:ext uri="{FF2B5EF4-FFF2-40B4-BE49-F238E27FC236}">
                    <a16:creationId xmlns:a16="http://schemas.microsoft.com/office/drawing/2014/main" id="{1E9006DF-11BD-C547-A32C-1F00EC824547}"/>
                  </a:ext>
                </a:extLst>
              </p:cNvPr>
              <p:cNvSpPr txBox="1"/>
              <p:nvPr/>
            </p:nvSpPr>
            <p:spPr>
              <a:xfrm rot="3246747">
                <a:off x="4123079" y="3044101"/>
                <a:ext cx="736600"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GET</a:t>
                </a:r>
              </a:p>
            </p:txBody>
          </p:sp>
        </p:grpSp>
        <p:grpSp>
          <p:nvGrpSpPr>
            <p:cNvPr id="199" name="Group 198">
              <a:extLst>
                <a:ext uri="{FF2B5EF4-FFF2-40B4-BE49-F238E27FC236}">
                  <a16:creationId xmlns:a16="http://schemas.microsoft.com/office/drawing/2014/main" id="{407DB6C2-0CEA-3648-B1B6-77CE57048243}"/>
                </a:ext>
              </a:extLst>
            </p:cNvPr>
            <p:cNvGrpSpPr/>
            <p:nvPr/>
          </p:nvGrpSpPr>
          <p:grpSpPr>
            <a:xfrm rot="18353253">
              <a:off x="3477459" y="2812673"/>
              <a:ext cx="756395" cy="1308100"/>
              <a:chOff x="5143500" y="2959100"/>
              <a:chExt cx="756395" cy="1308100"/>
            </a:xfrm>
          </p:grpSpPr>
          <p:grpSp>
            <p:nvGrpSpPr>
              <p:cNvPr id="200" name="Group 199">
                <a:extLst>
                  <a:ext uri="{FF2B5EF4-FFF2-40B4-BE49-F238E27FC236}">
                    <a16:creationId xmlns:a16="http://schemas.microsoft.com/office/drawing/2014/main" id="{54115DA7-DE3B-4447-845E-235ACC3FAAAA}"/>
                  </a:ext>
                </a:extLst>
              </p:cNvPr>
              <p:cNvGrpSpPr/>
              <p:nvPr/>
            </p:nvGrpSpPr>
            <p:grpSpPr>
              <a:xfrm>
                <a:off x="5143500" y="2959100"/>
                <a:ext cx="373609" cy="1308100"/>
                <a:chOff x="4673600" y="2946400"/>
                <a:chExt cx="373609" cy="1308100"/>
              </a:xfrm>
            </p:grpSpPr>
            <p:cxnSp>
              <p:nvCxnSpPr>
                <p:cNvPr id="202" name="Straight Arrow Connector 201">
                  <a:extLst>
                    <a:ext uri="{FF2B5EF4-FFF2-40B4-BE49-F238E27FC236}">
                      <a16:creationId xmlns:a16="http://schemas.microsoft.com/office/drawing/2014/main" id="{F9E6592C-CDC7-B141-8823-F0A2C3118C37}"/>
                    </a:ext>
                  </a:extLst>
                </p:cNvPr>
                <p:cNvCxnSpPr>
                  <a:cxnSpLocks/>
                </p:cNvCxnSpPr>
                <p:nvPr/>
              </p:nvCxnSpPr>
              <p:spPr>
                <a:xfrm flipV="1">
                  <a:off x="4851400" y="2946400"/>
                  <a:ext cx="0" cy="1308100"/>
                </a:xfrm>
                <a:prstGeom prst="straightConnector1">
                  <a:avLst/>
                </a:prstGeom>
                <a:ln w="25400">
                  <a:solidFill>
                    <a:srgbClr val="0E01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03" name="Oval 202">
                  <a:extLst>
                    <a:ext uri="{FF2B5EF4-FFF2-40B4-BE49-F238E27FC236}">
                      <a16:creationId xmlns:a16="http://schemas.microsoft.com/office/drawing/2014/main" id="{0DE26BA7-BAE1-8A4D-B468-465A4FCB9C96}"/>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4" name="TextBox 203">
                  <a:extLst>
                    <a:ext uri="{FF2B5EF4-FFF2-40B4-BE49-F238E27FC236}">
                      <a16:creationId xmlns:a16="http://schemas.microsoft.com/office/drawing/2014/main" id="{D694AEC2-DCB9-F84B-AD91-BF0427B65907}"/>
                    </a:ext>
                  </a:extLst>
                </p:cNvPr>
                <p:cNvSpPr txBox="1"/>
                <p:nvPr/>
              </p:nvSpPr>
              <p:spPr>
                <a:xfrm rot="3246747">
                  <a:off x="47117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grpSp>
          <p:sp>
            <p:nvSpPr>
              <p:cNvPr id="201" name="TextBox 200">
                <a:extLst>
                  <a:ext uri="{FF2B5EF4-FFF2-40B4-BE49-F238E27FC236}">
                    <a16:creationId xmlns:a16="http://schemas.microsoft.com/office/drawing/2014/main" id="{0DED2786-F044-3447-B63A-D53A273462BC}"/>
                  </a:ext>
                </a:extLst>
              </p:cNvPr>
              <p:cNvSpPr txBox="1"/>
              <p:nvPr/>
            </p:nvSpPr>
            <p:spPr>
              <a:xfrm rot="3077103">
                <a:off x="5261072" y="3063392"/>
                <a:ext cx="736600"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reply</a:t>
                </a:r>
              </a:p>
            </p:txBody>
          </p:sp>
        </p:grpSp>
      </p:grpSp>
      <p:grpSp>
        <p:nvGrpSpPr>
          <p:cNvPr id="205" name="Group 204">
            <a:extLst>
              <a:ext uri="{FF2B5EF4-FFF2-40B4-BE49-F238E27FC236}">
                <a16:creationId xmlns:a16="http://schemas.microsoft.com/office/drawing/2014/main" id="{154A1081-6C53-E145-BDD1-3FA5A22FACF9}"/>
              </a:ext>
            </a:extLst>
          </p:cNvPr>
          <p:cNvGrpSpPr/>
          <p:nvPr/>
        </p:nvGrpSpPr>
        <p:grpSpPr>
          <a:xfrm>
            <a:off x="5130800" y="4368800"/>
            <a:ext cx="3136900" cy="890032"/>
            <a:chOff x="5461000" y="4394200"/>
            <a:chExt cx="3136900" cy="890032"/>
          </a:xfrm>
        </p:grpSpPr>
        <p:grpSp>
          <p:nvGrpSpPr>
            <p:cNvPr id="206" name="Group 205">
              <a:extLst>
                <a:ext uri="{FF2B5EF4-FFF2-40B4-BE49-F238E27FC236}">
                  <a16:creationId xmlns:a16="http://schemas.microsoft.com/office/drawing/2014/main" id="{6E0A9E9E-A06F-CB45-B0B3-17C467D78C53}"/>
                </a:ext>
              </a:extLst>
            </p:cNvPr>
            <p:cNvGrpSpPr/>
            <p:nvPr/>
          </p:nvGrpSpPr>
          <p:grpSpPr>
            <a:xfrm>
              <a:off x="6261100" y="4914900"/>
              <a:ext cx="1854200" cy="369332"/>
              <a:chOff x="3721100" y="3429000"/>
              <a:chExt cx="1854200" cy="369332"/>
            </a:xfrm>
          </p:grpSpPr>
          <p:cxnSp>
            <p:nvCxnSpPr>
              <p:cNvPr id="210" name="Straight Arrow Connector 209">
                <a:extLst>
                  <a:ext uri="{FF2B5EF4-FFF2-40B4-BE49-F238E27FC236}">
                    <a16:creationId xmlns:a16="http://schemas.microsoft.com/office/drawing/2014/main" id="{3F23167E-A119-EC4E-B146-6F516A8086E3}"/>
                  </a:ext>
                </a:extLst>
              </p:cNvPr>
              <p:cNvCxnSpPr>
                <a:cxnSpLocks/>
              </p:cNvCxnSpPr>
              <p:nvPr/>
            </p:nvCxnSpPr>
            <p:spPr>
              <a:xfrm>
                <a:off x="3721100" y="3594100"/>
                <a:ext cx="1854200" cy="0"/>
              </a:xfrm>
              <a:prstGeom prst="straightConnector1">
                <a:avLst/>
              </a:prstGeom>
              <a:ln w="25400">
                <a:solidFill>
                  <a:srgbClr val="0E01A0"/>
                </a:solidFill>
                <a:tailEnd type="triangle"/>
              </a:ln>
            </p:spPr>
            <p:style>
              <a:lnRef idx="1">
                <a:schemeClr val="accent1"/>
              </a:lnRef>
              <a:fillRef idx="0">
                <a:schemeClr val="accent1"/>
              </a:fillRef>
              <a:effectRef idx="0">
                <a:schemeClr val="accent1"/>
              </a:effectRef>
              <a:fontRef idx="minor">
                <a:schemeClr val="tx1"/>
              </a:fontRef>
            </p:style>
          </p:cxnSp>
          <p:sp>
            <p:nvSpPr>
              <p:cNvPr id="211" name="Oval 210">
                <a:extLst>
                  <a:ext uri="{FF2B5EF4-FFF2-40B4-BE49-F238E27FC236}">
                    <a16:creationId xmlns:a16="http://schemas.microsoft.com/office/drawing/2014/main" id="{C4353B75-74F1-0C48-B057-0887FAA78A74}"/>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2" name="TextBox 211">
                <a:extLst>
                  <a:ext uri="{FF2B5EF4-FFF2-40B4-BE49-F238E27FC236}">
                    <a16:creationId xmlns:a16="http://schemas.microsoft.com/office/drawing/2014/main" id="{7D88345D-2B6C-F447-AAFA-9A1065757E2F}"/>
                  </a:ext>
                </a:extLst>
              </p:cNvPr>
              <p:cNvSpPr txBox="1"/>
              <p:nvPr/>
            </p:nvSpPr>
            <p:spPr>
              <a:xfrm>
                <a:off x="46863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grpSp>
        <p:grpSp>
          <p:nvGrpSpPr>
            <p:cNvPr id="207" name="Group 206">
              <a:extLst>
                <a:ext uri="{FF2B5EF4-FFF2-40B4-BE49-F238E27FC236}">
                  <a16:creationId xmlns:a16="http://schemas.microsoft.com/office/drawing/2014/main" id="{FD4BFC66-485F-2147-A211-2CAC1D00C204}"/>
                </a:ext>
              </a:extLst>
            </p:cNvPr>
            <p:cNvGrpSpPr/>
            <p:nvPr/>
          </p:nvGrpSpPr>
          <p:grpSpPr>
            <a:xfrm>
              <a:off x="5461000" y="4394200"/>
              <a:ext cx="3136900" cy="535548"/>
              <a:chOff x="6299200" y="3035300"/>
              <a:chExt cx="3136900" cy="535548"/>
            </a:xfrm>
          </p:grpSpPr>
          <p:sp>
            <p:nvSpPr>
              <p:cNvPr id="208" name="TextBox 207">
                <a:extLst>
                  <a:ext uri="{FF2B5EF4-FFF2-40B4-BE49-F238E27FC236}">
                    <a16:creationId xmlns:a16="http://schemas.microsoft.com/office/drawing/2014/main" id="{6D133E31-40C7-874C-B037-5CF94EEA15C1}"/>
                  </a:ext>
                </a:extLst>
              </p:cNvPr>
              <p:cNvSpPr txBox="1"/>
              <p:nvPr/>
            </p:nvSpPr>
            <p:spPr>
              <a:xfrm>
                <a:off x="6299200" y="3035300"/>
                <a:ext cx="1473200" cy="3194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GET</a:t>
                </a:r>
              </a:p>
            </p:txBody>
          </p:sp>
          <p:sp>
            <p:nvSpPr>
              <p:cNvPr id="209" name="TextBox 208">
                <a:extLst>
                  <a:ext uri="{FF2B5EF4-FFF2-40B4-BE49-F238E27FC236}">
                    <a16:creationId xmlns:a16="http://schemas.microsoft.com/office/drawing/2014/main" id="{CCBB6DD5-8489-9846-AEE8-A4EFC46C4CF0}"/>
                  </a:ext>
                </a:extLst>
              </p:cNvPr>
              <p:cNvSpPr txBox="1"/>
              <p:nvPr/>
            </p:nvSpPr>
            <p:spPr>
              <a:xfrm>
                <a:off x="6413500" y="3276600"/>
                <a:ext cx="3022600" cy="294248"/>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Referrer: socks.com, cookie: 7493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13" name="Group 212">
            <a:extLst>
              <a:ext uri="{FF2B5EF4-FFF2-40B4-BE49-F238E27FC236}">
                <a16:creationId xmlns:a16="http://schemas.microsoft.com/office/drawing/2014/main" id="{52A26446-4AA7-B74D-AACE-7134BEC552EB}"/>
              </a:ext>
            </a:extLst>
          </p:cNvPr>
          <p:cNvGrpSpPr/>
          <p:nvPr/>
        </p:nvGrpSpPr>
        <p:grpSpPr>
          <a:xfrm>
            <a:off x="5651500" y="5346700"/>
            <a:ext cx="2641600" cy="840348"/>
            <a:chOff x="6032500" y="5308600"/>
            <a:chExt cx="2641600" cy="840348"/>
          </a:xfrm>
        </p:grpSpPr>
        <p:grpSp>
          <p:nvGrpSpPr>
            <p:cNvPr id="214" name="Group 213">
              <a:extLst>
                <a:ext uri="{FF2B5EF4-FFF2-40B4-BE49-F238E27FC236}">
                  <a16:creationId xmlns:a16="http://schemas.microsoft.com/office/drawing/2014/main" id="{29498B2A-276E-DC44-BBE4-90FD27C63891}"/>
                </a:ext>
              </a:extLst>
            </p:cNvPr>
            <p:cNvGrpSpPr/>
            <p:nvPr/>
          </p:nvGrpSpPr>
          <p:grpSpPr>
            <a:xfrm>
              <a:off x="6273800" y="5308600"/>
              <a:ext cx="1841500" cy="369332"/>
              <a:chOff x="3721100" y="3429000"/>
              <a:chExt cx="1841500" cy="369332"/>
            </a:xfrm>
          </p:grpSpPr>
          <p:cxnSp>
            <p:nvCxnSpPr>
              <p:cNvPr id="218" name="Straight Arrow Connector 217">
                <a:extLst>
                  <a:ext uri="{FF2B5EF4-FFF2-40B4-BE49-F238E27FC236}">
                    <a16:creationId xmlns:a16="http://schemas.microsoft.com/office/drawing/2014/main" id="{AEE3B8A3-63AD-A948-AAE1-A57FF9C587D6}"/>
                  </a:ext>
                </a:extLst>
              </p:cNvPr>
              <p:cNvCxnSpPr>
                <a:cxnSpLocks/>
              </p:cNvCxnSpPr>
              <p:nvPr/>
            </p:nvCxnSpPr>
            <p:spPr>
              <a:xfrm>
                <a:off x="3721100" y="3594100"/>
                <a:ext cx="1841500" cy="0"/>
              </a:xfrm>
              <a:prstGeom prst="straightConnector1">
                <a:avLst/>
              </a:prstGeom>
              <a:ln w="25400">
                <a:solidFill>
                  <a:srgbClr val="0E01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19" name="Oval 218">
                <a:extLst>
                  <a:ext uri="{FF2B5EF4-FFF2-40B4-BE49-F238E27FC236}">
                    <a16:creationId xmlns:a16="http://schemas.microsoft.com/office/drawing/2014/main" id="{4E74045F-FC9E-C748-9CF5-2D715A8ECF5F}"/>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DB50E822-27A5-7D49-BF52-0C0C70B85C66}"/>
                  </a:ext>
                </a:extLst>
              </p:cNvPr>
              <p:cNvSpPr txBox="1"/>
              <p:nvPr/>
            </p:nvSpPr>
            <p:spPr>
              <a:xfrm>
                <a:off x="46863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grpSp>
        <p:grpSp>
          <p:nvGrpSpPr>
            <p:cNvPr id="215" name="Group 214">
              <a:extLst>
                <a:ext uri="{FF2B5EF4-FFF2-40B4-BE49-F238E27FC236}">
                  <a16:creationId xmlns:a16="http://schemas.microsoft.com/office/drawing/2014/main" id="{004A4CDB-638B-244C-BB86-A5BEFC684334}"/>
                </a:ext>
              </a:extLst>
            </p:cNvPr>
            <p:cNvGrpSpPr/>
            <p:nvPr/>
          </p:nvGrpSpPr>
          <p:grpSpPr>
            <a:xfrm>
              <a:off x="6032500" y="5600700"/>
              <a:ext cx="2641600" cy="548248"/>
              <a:chOff x="6680200" y="3187700"/>
              <a:chExt cx="2641600" cy="548248"/>
            </a:xfrm>
          </p:grpSpPr>
          <p:sp>
            <p:nvSpPr>
              <p:cNvPr id="216" name="TextBox 215">
                <a:extLst>
                  <a:ext uri="{FF2B5EF4-FFF2-40B4-BE49-F238E27FC236}">
                    <a16:creationId xmlns:a16="http://schemas.microsoft.com/office/drawing/2014/main" id="{D4ADF513-A7C3-0143-9B0C-2D1C1BD238A3}"/>
                  </a:ext>
                </a:extLst>
              </p:cNvPr>
              <p:cNvSpPr txBox="1"/>
              <p:nvPr/>
            </p:nvSpPr>
            <p:spPr>
              <a:xfrm>
                <a:off x="6680200" y="3187700"/>
                <a:ext cx="1473200" cy="3194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reply</a:t>
                </a:r>
              </a:p>
            </p:txBody>
          </p:sp>
          <p:sp>
            <p:nvSpPr>
              <p:cNvPr id="217" name="TextBox 216">
                <a:extLst>
                  <a:ext uri="{FF2B5EF4-FFF2-40B4-BE49-F238E27FC236}">
                    <a16:creationId xmlns:a16="http://schemas.microsoft.com/office/drawing/2014/main" id="{4A2FC18F-0291-6D46-A3C7-EB72BDA4044F}"/>
                  </a:ext>
                </a:extLst>
              </p:cNvPr>
              <p:cNvSpPr txBox="1"/>
              <p:nvPr/>
            </p:nvSpPr>
            <p:spPr>
              <a:xfrm>
                <a:off x="6807200" y="3441700"/>
                <a:ext cx="2514600" cy="294248"/>
              </a:xfrm>
              <a:prstGeom prst="rect">
                <a:avLst/>
              </a:prstGeom>
              <a:noFill/>
            </p:spPr>
            <p:txBody>
              <a:bodyPr wrap="squar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Set cookie: </a:t>
                </a:r>
                <a:r>
                  <a:rPr kumimoji="0" lang="en-US" sz="1600" b="0" i="0" u="none" strike="noStrike" kern="1200" cap="none" spc="0" normalizeH="0" baseline="0" noProof="0" dirty="0">
                    <a:ln>
                      <a:noFill/>
                    </a:ln>
                    <a:solidFill>
                      <a:srgbClr val="7030A0"/>
                    </a:solidFill>
                    <a:effectLst/>
                    <a:uLnTx/>
                    <a:uFillTx/>
                    <a:latin typeface="Calibri" panose="020F0502020204030204"/>
                    <a:ea typeface="+mn-ea"/>
                    <a:cs typeface="+mn-cs"/>
                  </a:rPr>
                  <a:t>7493</a:t>
                </a:r>
                <a:endPar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grpSp>
      </p:grpSp>
      <p:sp>
        <p:nvSpPr>
          <p:cNvPr id="221" name="TextBox 220">
            <a:extLst>
              <a:ext uri="{FF2B5EF4-FFF2-40B4-BE49-F238E27FC236}">
                <a16:creationId xmlns:a16="http://schemas.microsoft.com/office/drawing/2014/main" id="{DE7219FE-2D26-9D42-AE4E-0D7F7B3AF5E9}"/>
              </a:ext>
            </a:extLst>
          </p:cNvPr>
          <p:cNvSpPr txBox="1"/>
          <p:nvPr/>
        </p:nvSpPr>
        <p:spPr>
          <a:xfrm>
            <a:off x="9238709" y="5397500"/>
            <a:ext cx="23851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socks.com, 2/16/22</a:t>
            </a:r>
          </a:p>
        </p:txBody>
      </p:sp>
      <p:sp>
        <p:nvSpPr>
          <p:cNvPr id="52" name="Rectangle 51">
            <a:extLst>
              <a:ext uri="{FF2B5EF4-FFF2-40B4-BE49-F238E27FC236}">
                <a16:creationId xmlns:a16="http://schemas.microsoft.com/office/drawing/2014/main" id="{87817062-774D-454B-8E37-CAF7A9BA9A3F}"/>
              </a:ext>
            </a:extLst>
          </p:cNvPr>
          <p:cNvSpPr/>
          <p:nvPr/>
        </p:nvSpPr>
        <p:spPr>
          <a:xfrm>
            <a:off x="4216838" y="1104901"/>
            <a:ext cx="4737100" cy="1828800"/>
          </a:xfrm>
          <a:prstGeom prst="rect">
            <a:avLst/>
          </a:prstGeom>
          <a:solidFill>
            <a:schemeClr val="bg1">
              <a:alpha val="6708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D406CAEE-15FB-EE40-8BF7-814EA1DACBFC}"/>
              </a:ext>
            </a:extLst>
          </p:cNvPr>
          <p:cNvSpPr txBox="1"/>
          <p:nvPr/>
        </p:nvSpPr>
        <p:spPr>
          <a:xfrm>
            <a:off x="7973060" y="2425700"/>
            <a:ext cx="3886201" cy="200054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AdX:</a:t>
            </a:r>
          </a:p>
          <a:p>
            <a:pPr marL="285750" marR="0" lvl="0" indent="-234950" algn="l" defTabSz="914400" rtl="0" eaLnBrk="1" fontAlgn="auto" latinLnBrk="0" hangingPunct="1">
              <a:lnSpc>
                <a:spcPct val="100000"/>
              </a:lnSpc>
              <a:spcBef>
                <a:spcPts val="0"/>
              </a:spcBef>
              <a:spcAft>
                <a:spcPts val="0"/>
              </a:spcAft>
              <a:buClr>
                <a:srgbClr val="0E01A0"/>
              </a:buClr>
              <a:buSzTx/>
              <a:buFont typeface="Wingdings" pitchFamily="2" charset="2"/>
              <a:buChar char="§"/>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tracks my web browsing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over sites with AdX ads</a:t>
            </a:r>
          </a:p>
          <a:p>
            <a:pPr marL="285750" marR="0" lvl="0" indent="-234950" algn="l" defTabSz="914400" rtl="0" eaLnBrk="1" fontAlgn="auto" latinLnBrk="0" hangingPunct="1">
              <a:lnSpc>
                <a:spcPct val="100000"/>
              </a:lnSpc>
              <a:spcBef>
                <a:spcPts val="0"/>
              </a:spcBef>
              <a:spcAft>
                <a:spcPts val="0"/>
              </a:spcAft>
              <a:buClr>
                <a:srgbClr val="0E01A0"/>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can return targeted ads based on browsing history</a:t>
            </a:r>
          </a:p>
        </p:txBody>
      </p:sp>
    </p:spTree>
    <p:extLst>
      <p:ext uri="{BB962C8B-B14F-4D97-AF65-F5344CB8AC3E}">
        <p14:creationId xmlns:p14="http://schemas.microsoft.com/office/powerpoint/2010/main" val="43884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wipe(left)">
                                      <p:cBhvr>
                                        <p:cTn id="12" dur="500"/>
                                        <p:tgtEl>
                                          <p:spTgt spid="205"/>
                                        </p:tgtEl>
                                      </p:cBhvr>
                                    </p:animEffect>
                                  </p:childTnLst>
                                </p:cTn>
                              </p:par>
                              <p:par>
                                <p:cTn id="13" presetID="9" presetClass="exit" presetSubtype="0" fill="hold" nodeType="withEffect">
                                  <p:stCondLst>
                                    <p:cond delay="0"/>
                                  </p:stCondLst>
                                  <p:childTnLst>
                                    <p:animEffect transition="out" filter="dissolv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221"/>
                                        </p:tgtEl>
                                        <p:attrNameLst>
                                          <p:attrName>style.visibility</p:attrName>
                                        </p:attrNameLst>
                                      </p:cBhvr>
                                      <p:to>
                                        <p:strVal val="visible"/>
                                      </p:to>
                                    </p:set>
                                    <p:animEffect transition="in" filter="dissolve">
                                      <p:cBhvr>
                                        <p:cTn id="19" dur="500"/>
                                        <p:tgtEl>
                                          <p:spTgt spid="22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13"/>
                                        </p:tgtEl>
                                        <p:attrNameLst>
                                          <p:attrName>style.visibility</p:attrName>
                                        </p:attrNameLst>
                                      </p:cBhvr>
                                      <p:to>
                                        <p:strVal val="visible"/>
                                      </p:to>
                                    </p:set>
                                    <p:animEffect transition="in" filter="wipe(right)">
                                      <p:cBhvr>
                                        <p:cTn id="24" dur="500"/>
                                        <p:tgtEl>
                                          <p:spTgt spid="213"/>
                                        </p:tgtEl>
                                      </p:cBhvr>
                                    </p:animEffect>
                                  </p:childTnLst>
                                </p:cTn>
                              </p:par>
                              <p:par>
                                <p:cTn id="25" presetID="9" presetClass="exit" presetSubtype="0" fill="hold" nodeType="withEffect">
                                  <p:stCondLst>
                                    <p:cond delay="0"/>
                                  </p:stCondLst>
                                  <p:childTnLst>
                                    <p:animEffect transition="out" filter="dissolve">
                                      <p:cBhvr>
                                        <p:cTn id="26" dur="500"/>
                                        <p:tgtEl>
                                          <p:spTgt spid="205"/>
                                        </p:tgtEl>
                                      </p:cBhvr>
                                    </p:animEffect>
                                    <p:set>
                                      <p:cBhvr>
                                        <p:cTn id="27" dur="1" fill="hold">
                                          <p:stCondLst>
                                            <p:cond delay="499"/>
                                          </p:stCondLst>
                                        </p:cTn>
                                        <p:tgtEl>
                                          <p:spTgt spid="20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nodeType="clickEffect">
                                  <p:stCondLst>
                                    <p:cond delay="0"/>
                                  </p:stCondLst>
                                  <p:childTnLst>
                                    <p:animEffect transition="out" filter="dissolve">
                                      <p:cBhvr>
                                        <p:cTn id="36" dur="500"/>
                                        <p:tgtEl>
                                          <p:spTgt spid="213"/>
                                        </p:tgtEl>
                                      </p:cBhvr>
                                    </p:animEffect>
                                    <p:set>
                                      <p:cBhvr>
                                        <p:cTn id="37" dur="1" fill="hold">
                                          <p:stCondLst>
                                            <p:cond delay="499"/>
                                          </p:stCondLst>
                                        </p:cTn>
                                        <p:tgtEl>
                                          <p:spTgt spid="2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 name="Group 140">
            <a:extLst>
              <a:ext uri="{FF2B5EF4-FFF2-40B4-BE49-F238E27FC236}">
                <a16:creationId xmlns:a16="http://schemas.microsoft.com/office/drawing/2014/main" id="{D712CB78-C706-8D45-92DD-C33079FB1C49}"/>
              </a:ext>
            </a:extLst>
          </p:cNvPr>
          <p:cNvGrpSpPr/>
          <p:nvPr/>
        </p:nvGrpSpPr>
        <p:grpSpPr>
          <a:xfrm>
            <a:off x="6946900" y="1524000"/>
            <a:ext cx="711200" cy="1016000"/>
            <a:chOff x="1282700" y="2006600"/>
            <a:chExt cx="2603500" cy="3263900"/>
          </a:xfrm>
        </p:grpSpPr>
        <p:sp>
          <p:nvSpPr>
            <p:cNvPr id="145" name="Rounded Rectangle 144">
              <a:extLst>
                <a:ext uri="{FF2B5EF4-FFF2-40B4-BE49-F238E27FC236}">
                  <a16:creationId xmlns:a16="http://schemas.microsoft.com/office/drawing/2014/main" id="{540E5D60-2630-5C4F-93AA-181EF66F4A05}"/>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6" name="Rounded Rectangle 145">
              <a:extLst>
                <a:ext uri="{FF2B5EF4-FFF2-40B4-BE49-F238E27FC236}">
                  <a16:creationId xmlns:a16="http://schemas.microsoft.com/office/drawing/2014/main" id="{1B6C9F51-012D-6C41-86DD-D8573774FC76}"/>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7" name="Rounded Rectangle 146">
              <a:extLst>
                <a:ext uri="{FF2B5EF4-FFF2-40B4-BE49-F238E27FC236}">
                  <a16:creationId xmlns:a16="http://schemas.microsoft.com/office/drawing/2014/main" id="{B551C884-0D90-F941-AF6F-06DF5399CBEF}"/>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02FDD130-6C4C-694D-BE73-6370065D7337}"/>
              </a:ext>
            </a:extLst>
          </p:cNvPr>
          <p:cNvGrpSpPr/>
          <p:nvPr/>
        </p:nvGrpSpPr>
        <p:grpSpPr>
          <a:xfrm>
            <a:off x="4622800" y="5626100"/>
            <a:ext cx="711200" cy="1016000"/>
            <a:chOff x="1282700" y="2006600"/>
            <a:chExt cx="2603500" cy="3263900"/>
          </a:xfrm>
        </p:grpSpPr>
        <p:sp>
          <p:nvSpPr>
            <p:cNvPr id="5" name="Rounded Rectangle 4">
              <a:extLst>
                <a:ext uri="{FF2B5EF4-FFF2-40B4-BE49-F238E27FC236}">
                  <a16:creationId xmlns:a16="http://schemas.microsoft.com/office/drawing/2014/main" id="{7EB869C5-DCEC-4743-B371-441AE269CD39}"/>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Rounded Rectangle 134">
              <a:extLst>
                <a:ext uri="{FF2B5EF4-FFF2-40B4-BE49-F238E27FC236}">
                  <a16:creationId xmlns:a16="http://schemas.microsoft.com/office/drawing/2014/main" id="{78526DC0-9AD9-8E49-B598-BE6ECB1A3ADD}"/>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9" name="Rounded Rectangle 138">
              <a:extLst>
                <a:ext uri="{FF2B5EF4-FFF2-40B4-BE49-F238E27FC236}">
                  <a16:creationId xmlns:a16="http://schemas.microsoft.com/office/drawing/2014/main" id="{CC925A7C-C818-5C45-B6D1-0A032D437672}"/>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8" name="TextBox 7">
            <a:extLst>
              <a:ext uri="{FF2B5EF4-FFF2-40B4-BE49-F238E27FC236}">
                <a16:creationId xmlns:a16="http://schemas.microsoft.com/office/drawing/2014/main" id="{6B051B04-ACBF-DB44-80A7-0D40AAB4EC53}"/>
              </a:ext>
            </a:extLst>
          </p:cNvPr>
          <p:cNvSpPr txBox="1"/>
          <p:nvPr/>
        </p:nvSpPr>
        <p:spPr>
          <a:xfrm>
            <a:off x="360491" y="261258"/>
            <a:ext cx="1106841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E01A0"/>
                </a:solidFill>
                <a:effectLst/>
                <a:uLnTx/>
                <a:uFillTx/>
                <a:latin typeface="Calibri" panose="020F0502020204030204"/>
                <a:ea typeface="+mn-ea"/>
                <a:cs typeface="+mn-cs"/>
              </a:rPr>
              <a:t>Cookies: </a:t>
            </a:r>
            <a:r>
              <a:rPr kumimoji="0" lang="en-US" sz="3600" b="0" i="0" u="none" strike="noStrike" kern="1200" cap="none" spc="0" normalizeH="0" baseline="0" noProof="0" dirty="0">
                <a:ln>
                  <a:noFill/>
                </a:ln>
                <a:solidFill>
                  <a:srgbClr val="0E01A0"/>
                </a:solidFill>
                <a:effectLst/>
                <a:uLnTx/>
                <a:uFillTx/>
                <a:latin typeface="Calibri" panose="020F0502020204030204"/>
                <a:ea typeface="+mn-ea"/>
                <a:cs typeface="+mn-cs"/>
              </a:rPr>
              <a:t>tracking a user’s browsing behavior </a:t>
            </a:r>
            <a:r>
              <a:rPr kumimoji="0" lang="en-US" sz="2400" b="0" i="0" u="none" strike="noStrike" kern="1200" cap="none" spc="0" normalizeH="0" baseline="0" noProof="0" dirty="0">
                <a:ln>
                  <a:noFill/>
                </a:ln>
                <a:solidFill>
                  <a:srgbClr val="0E01A0"/>
                </a:solidFill>
                <a:effectLst/>
                <a:uLnTx/>
                <a:uFillTx/>
                <a:latin typeface="Calibri" panose="020F0502020204030204"/>
                <a:ea typeface="+mn-ea"/>
                <a:cs typeface="+mn-cs"/>
              </a:rPr>
              <a:t>(one day later)</a:t>
            </a:r>
            <a:endParaRPr kumimoji="0" lang="en-US" sz="3600" b="0" i="0" u="none" strike="noStrike" kern="1200" cap="none" spc="0" normalizeH="0" baseline="0" noProof="0" dirty="0">
              <a:ln>
                <a:noFill/>
              </a:ln>
              <a:solidFill>
                <a:srgbClr val="0E01A0"/>
              </a:solidFill>
              <a:effectLst/>
              <a:uLnTx/>
              <a:uFillTx/>
              <a:latin typeface="Calibri" panose="020F0502020204030204"/>
              <a:ea typeface="+mn-ea"/>
              <a:cs typeface="+mn-cs"/>
            </a:endParaRPr>
          </a:p>
        </p:txBody>
      </p:sp>
      <p:grpSp>
        <p:nvGrpSpPr>
          <p:cNvPr id="13" name="Group 57">
            <a:extLst>
              <a:ext uri="{FF2B5EF4-FFF2-40B4-BE49-F238E27FC236}">
                <a16:creationId xmlns:a16="http://schemas.microsoft.com/office/drawing/2014/main" id="{C28FCCAF-E5F2-4945-8BC3-5A0D78DCA4B7}"/>
              </a:ext>
            </a:extLst>
          </p:cNvPr>
          <p:cNvGrpSpPr>
            <a:grpSpLocks/>
          </p:cNvGrpSpPr>
          <p:nvPr/>
        </p:nvGrpSpPr>
        <p:grpSpPr bwMode="auto">
          <a:xfrm>
            <a:off x="4421414" y="1364343"/>
            <a:ext cx="519313" cy="1096646"/>
            <a:chOff x="4140" y="429"/>
            <a:chExt cx="1425" cy="2396"/>
          </a:xfrm>
        </p:grpSpPr>
        <p:sp>
          <p:nvSpPr>
            <p:cNvPr id="14" name="Freeform 58">
              <a:extLst>
                <a:ext uri="{FF2B5EF4-FFF2-40B4-BE49-F238E27FC236}">
                  <a16:creationId xmlns:a16="http://schemas.microsoft.com/office/drawing/2014/main" id="{3E0ABDD2-372E-3E4A-B89E-371FFA05F26D}"/>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5" name="Rectangle 59">
              <a:extLst>
                <a:ext uri="{FF2B5EF4-FFF2-40B4-BE49-F238E27FC236}">
                  <a16:creationId xmlns:a16="http://schemas.microsoft.com/office/drawing/2014/main" id="{E0E6AB63-2D8D-FD4A-8D08-0DCE29453826}"/>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 name="Freeform 60">
              <a:extLst>
                <a:ext uri="{FF2B5EF4-FFF2-40B4-BE49-F238E27FC236}">
                  <a16:creationId xmlns:a16="http://schemas.microsoft.com/office/drawing/2014/main" id="{F2DF5CCD-3A3D-8946-BB0F-B72F144D1304}"/>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7" name="Freeform 61">
              <a:extLst>
                <a:ext uri="{FF2B5EF4-FFF2-40B4-BE49-F238E27FC236}">
                  <a16:creationId xmlns:a16="http://schemas.microsoft.com/office/drawing/2014/main" id="{F4AF3F5F-1964-934E-A22C-CAAAC82B89FD}"/>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8" name="Rectangle 62">
              <a:extLst>
                <a:ext uri="{FF2B5EF4-FFF2-40B4-BE49-F238E27FC236}">
                  <a16:creationId xmlns:a16="http://schemas.microsoft.com/office/drawing/2014/main" id="{60DC56E6-B22B-2D4A-A532-797BE2BECEC2}"/>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9" name="Group 63">
              <a:extLst>
                <a:ext uri="{FF2B5EF4-FFF2-40B4-BE49-F238E27FC236}">
                  <a16:creationId xmlns:a16="http://schemas.microsoft.com/office/drawing/2014/main" id="{3F3ABA47-6EE0-1142-9310-EFA5245E70DB}"/>
                </a:ext>
              </a:extLst>
            </p:cNvPr>
            <p:cNvGrpSpPr>
              <a:grpSpLocks/>
            </p:cNvGrpSpPr>
            <p:nvPr/>
          </p:nvGrpSpPr>
          <p:grpSpPr bwMode="auto">
            <a:xfrm>
              <a:off x="4749" y="668"/>
              <a:ext cx="581" cy="145"/>
              <a:chOff x="614" y="2568"/>
              <a:chExt cx="725" cy="139"/>
            </a:xfrm>
          </p:grpSpPr>
          <p:sp>
            <p:nvSpPr>
              <p:cNvPr id="45" name="AutoShape 64">
                <a:extLst>
                  <a:ext uri="{FF2B5EF4-FFF2-40B4-BE49-F238E27FC236}">
                    <a16:creationId xmlns:a16="http://schemas.microsoft.com/office/drawing/2014/main" id="{3EFA4FBC-2313-4A44-9498-E5B0E1F1CB5C}"/>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6" name="AutoShape 65">
                <a:extLst>
                  <a:ext uri="{FF2B5EF4-FFF2-40B4-BE49-F238E27FC236}">
                    <a16:creationId xmlns:a16="http://schemas.microsoft.com/office/drawing/2014/main" id="{53A490A2-F773-064D-9E4E-79006A985BFD}"/>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1" name="Rectangle 66">
              <a:extLst>
                <a:ext uri="{FF2B5EF4-FFF2-40B4-BE49-F238E27FC236}">
                  <a16:creationId xmlns:a16="http://schemas.microsoft.com/office/drawing/2014/main" id="{9B1FF5E8-D30B-2443-8F1C-49E8171DBBA0}"/>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22" name="Group 67">
              <a:extLst>
                <a:ext uri="{FF2B5EF4-FFF2-40B4-BE49-F238E27FC236}">
                  <a16:creationId xmlns:a16="http://schemas.microsoft.com/office/drawing/2014/main" id="{647CD9E2-B875-D040-B501-259F20276FEE}"/>
                </a:ext>
              </a:extLst>
            </p:cNvPr>
            <p:cNvGrpSpPr>
              <a:grpSpLocks/>
            </p:cNvGrpSpPr>
            <p:nvPr/>
          </p:nvGrpSpPr>
          <p:grpSpPr bwMode="auto">
            <a:xfrm>
              <a:off x="4747" y="994"/>
              <a:ext cx="581" cy="134"/>
              <a:chOff x="614" y="2568"/>
              <a:chExt cx="725" cy="139"/>
            </a:xfrm>
          </p:grpSpPr>
          <p:sp>
            <p:nvSpPr>
              <p:cNvPr id="43" name="AutoShape 68">
                <a:extLst>
                  <a:ext uri="{FF2B5EF4-FFF2-40B4-BE49-F238E27FC236}">
                    <a16:creationId xmlns:a16="http://schemas.microsoft.com/office/drawing/2014/main" id="{8B40E7A0-7F87-CB42-91AF-8495B15D1FEF}"/>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4" name="AutoShape 69">
                <a:extLst>
                  <a:ext uri="{FF2B5EF4-FFF2-40B4-BE49-F238E27FC236}">
                    <a16:creationId xmlns:a16="http://schemas.microsoft.com/office/drawing/2014/main" id="{E1BA0D48-E378-0841-B21E-B216A3DEBC44}"/>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3" name="Rectangle 70">
              <a:extLst>
                <a:ext uri="{FF2B5EF4-FFF2-40B4-BE49-F238E27FC236}">
                  <a16:creationId xmlns:a16="http://schemas.microsoft.com/office/drawing/2014/main" id="{A8FEB5CD-1C02-994C-9CD3-7210669BAB9C}"/>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24" name="Rectangle 71">
              <a:extLst>
                <a:ext uri="{FF2B5EF4-FFF2-40B4-BE49-F238E27FC236}">
                  <a16:creationId xmlns:a16="http://schemas.microsoft.com/office/drawing/2014/main" id="{3F0453AB-5611-FD40-B862-F64CDAA10D8F}"/>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25" name="Group 72">
              <a:extLst>
                <a:ext uri="{FF2B5EF4-FFF2-40B4-BE49-F238E27FC236}">
                  <a16:creationId xmlns:a16="http://schemas.microsoft.com/office/drawing/2014/main" id="{4E495B47-7D7F-AE48-BF68-5F048DC528DC}"/>
                </a:ext>
              </a:extLst>
            </p:cNvPr>
            <p:cNvGrpSpPr>
              <a:grpSpLocks/>
            </p:cNvGrpSpPr>
            <p:nvPr/>
          </p:nvGrpSpPr>
          <p:grpSpPr bwMode="auto">
            <a:xfrm>
              <a:off x="4735" y="1627"/>
              <a:ext cx="582" cy="151"/>
              <a:chOff x="614" y="2568"/>
              <a:chExt cx="725" cy="139"/>
            </a:xfrm>
          </p:grpSpPr>
          <p:sp>
            <p:nvSpPr>
              <p:cNvPr id="41" name="AutoShape 73">
                <a:extLst>
                  <a:ext uri="{FF2B5EF4-FFF2-40B4-BE49-F238E27FC236}">
                    <a16:creationId xmlns:a16="http://schemas.microsoft.com/office/drawing/2014/main" id="{52081D9E-64FD-9241-9EEA-BFC2848F38A4}"/>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2" name="AutoShape 74">
                <a:extLst>
                  <a:ext uri="{FF2B5EF4-FFF2-40B4-BE49-F238E27FC236}">
                    <a16:creationId xmlns:a16="http://schemas.microsoft.com/office/drawing/2014/main" id="{89B07DC2-8E24-B048-B84D-C525C9AA2868}"/>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6" name="Freeform 75">
              <a:extLst>
                <a:ext uri="{FF2B5EF4-FFF2-40B4-BE49-F238E27FC236}">
                  <a16:creationId xmlns:a16="http://schemas.microsoft.com/office/drawing/2014/main" id="{00275AA5-20F4-4B40-8A7B-56C022B44C00}"/>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27" name="Group 76">
              <a:extLst>
                <a:ext uri="{FF2B5EF4-FFF2-40B4-BE49-F238E27FC236}">
                  <a16:creationId xmlns:a16="http://schemas.microsoft.com/office/drawing/2014/main" id="{E089CEBF-EE46-794F-82AC-9A6451034987}"/>
                </a:ext>
              </a:extLst>
            </p:cNvPr>
            <p:cNvGrpSpPr>
              <a:grpSpLocks/>
            </p:cNvGrpSpPr>
            <p:nvPr/>
          </p:nvGrpSpPr>
          <p:grpSpPr bwMode="auto">
            <a:xfrm>
              <a:off x="4739" y="1327"/>
              <a:ext cx="582" cy="139"/>
              <a:chOff x="614" y="2568"/>
              <a:chExt cx="725" cy="139"/>
            </a:xfrm>
          </p:grpSpPr>
          <p:sp>
            <p:nvSpPr>
              <p:cNvPr id="39" name="AutoShape 77">
                <a:extLst>
                  <a:ext uri="{FF2B5EF4-FFF2-40B4-BE49-F238E27FC236}">
                    <a16:creationId xmlns:a16="http://schemas.microsoft.com/office/drawing/2014/main" id="{4DB9DFE4-1869-F54F-9D86-B1C3308910DE}"/>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0" name="AutoShape 78">
                <a:extLst>
                  <a:ext uri="{FF2B5EF4-FFF2-40B4-BE49-F238E27FC236}">
                    <a16:creationId xmlns:a16="http://schemas.microsoft.com/office/drawing/2014/main" id="{1D4272DE-9783-504C-B24E-985066EBD4C9}"/>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28" name="Rectangle 79">
              <a:extLst>
                <a:ext uri="{FF2B5EF4-FFF2-40B4-BE49-F238E27FC236}">
                  <a16:creationId xmlns:a16="http://schemas.microsoft.com/office/drawing/2014/main" id="{5FE88211-5391-9B42-9155-73A19A273619}"/>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29" name="Freeform 80">
              <a:extLst>
                <a:ext uri="{FF2B5EF4-FFF2-40B4-BE49-F238E27FC236}">
                  <a16:creationId xmlns:a16="http://schemas.microsoft.com/office/drawing/2014/main" id="{05E256D3-88AF-EE40-9D8D-E6162627B75A}"/>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0" name="Freeform 81">
              <a:extLst>
                <a:ext uri="{FF2B5EF4-FFF2-40B4-BE49-F238E27FC236}">
                  <a16:creationId xmlns:a16="http://schemas.microsoft.com/office/drawing/2014/main" id="{2B1E13A7-1340-1449-8740-70AFA3DE6C85}"/>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1" name="Oval 82">
              <a:extLst>
                <a:ext uri="{FF2B5EF4-FFF2-40B4-BE49-F238E27FC236}">
                  <a16:creationId xmlns:a16="http://schemas.microsoft.com/office/drawing/2014/main" id="{DAC0CC86-045F-6F4E-9391-E07245D69893}"/>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2" name="Freeform 83">
              <a:extLst>
                <a:ext uri="{FF2B5EF4-FFF2-40B4-BE49-F238E27FC236}">
                  <a16:creationId xmlns:a16="http://schemas.microsoft.com/office/drawing/2014/main" id="{A27EE01C-A7F3-EB4C-B539-16929E3E83A2}"/>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3" name="AutoShape 84">
              <a:extLst>
                <a:ext uri="{FF2B5EF4-FFF2-40B4-BE49-F238E27FC236}">
                  <a16:creationId xmlns:a16="http://schemas.microsoft.com/office/drawing/2014/main" id="{881A1C8F-54F2-8948-B760-2762B01F479A}"/>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4" name="AutoShape 85">
              <a:extLst>
                <a:ext uri="{FF2B5EF4-FFF2-40B4-BE49-F238E27FC236}">
                  <a16:creationId xmlns:a16="http://schemas.microsoft.com/office/drawing/2014/main" id="{5AE8BE14-C3E6-D84F-A9AC-E4E0F707C933}"/>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5" name="Oval 86">
              <a:extLst>
                <a:ext uri="{FF2B5EF4-FFF2-40B4-BE49-F238E27FC236}">
                  <a16:creationId xmlns:a16="http://schemas.microsoft.com/office/drawing/2014/main" id="{FD11E9D2-4386-FF49-8E96-2E035F92F945}"/>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6" name="Oval 87">
              <a:extLst>
                <a:ext uri="{FF2B5EF4-FFF2-40B4-BE49-F238E27FC236}">
                  <a16:creationId xmlns:a16="http://schemas.microsoft.com/office/drawing/2014/main" id="{A698DF12-44DE-B34A-9F3A-FC02DEBBF9F1}"/>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7" name="Oval 88">
              <a:extLst>
                <a:ext uri="{FF2B5EF4-FFF2-40B4-BE49-F238E27FC236}">
                  <a16:creationId xmlns:a16="http://schemas.microsoft.com/office/drawing/2014/main" id="{C070DEEB-91AB-C142-9143-5974D8EB70A8}"/>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8" name="Rectangle 89">
              <a:extLst>
                <a:ext uri="{FF2B5EF4-FFF2-40B4-BE49-F238E27FC236}">
                  <a16:creationId xmlns:a16="http://schemas.microsoft.com/office/drawing/2014/main" id="{73990BF0-CEC8-384B-BF26-4A0885AAFAC7}"/>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pic>
        <p:nvPicPr>
          <p:cNvPr id="7" name="Picture 6">
            <a:extLst>
              <a:ext uri="{FF2B5EF4-FFF2-40B4-BE49-F238E27FC236}">
                <a16:creationId xmlns:a16="http://schemas.microsoft.com/office/drawing/2014/main" id="{AC613071-8BFC-5349-80C0-9020206375EE}"/>
              </a:ext>
            </a:extLst>
          </p:cNvPr>
          <p:cNvPicPr>
            <a:picLocks noChangeAspect="1"/>
          </p:cNvPicPr>
          <p:nvPr/>
        </p:nvPicPr>
        <p:blipFill>
          <a:blip r:embed="rId3"/>
          <a:stretch>
            <a:fillRect/>
          </a:stretch>
        </p:blipFill>
        <p:spPr>
          <a:xfrm>
            <a:off x="4987471" y="1230461"/>
            <a:ext cx="1797957" cy="1299560"/>
          </a:xfrm>
          <a:prstGeom prst="rect">
            <a:avLst/>
          </a:prstGeom>
        </p:spPr>
      </p:pic>
      <p:grpSp>
        <p:nvGrpSpPr>
          <p:cNvPr id="83" name="Group 57">
            <a:extLst>
              <a:ext uri="{FF2B5EF4-FFF2-40B4-BE49-F238E27FC236}">
                <a16:creationId xmlns:a16="http://schemas.microsoft.com/office/drawing/2014/main" id="{C5D7863B-AD69-FC47-BA2D-38FCE4992417}"/>
              </a:ext>
            </a:extLst>
          </p:cNvPr>
          <p:cNvGrpSpPr>
            <a:grpSpLocks/>
          </p:cNvGrpSpPr>
          <p:nvPr/>
        </p:nvGrpSpPr>
        <p:grpSpPr bwMode="auto">
          <a:xfrm>
            <a:off x="8178799" y="4820558"/>
            <a:ext cx="519313" cy="1096646"/>
            <a:chOff x="4140" y="429"/>
            <a:chExt cx="1425" cy="2396"/>
          </a:xfrm>
        </p:grpSpPr>
        <p:sp>
          <p:nvSpPr>
            <p:cNvPr id="84" name="Freeform 58">
              <a:extLst>
                <a:ext uri="{FF2B5EF4-FFF2-40B4-BE49-F238E27FC236}">
                  <a16:creationId xmlns:a16="http://schemas.microsoft.com/office/drawing/2014/main" id="{49D083FD-79A2-E74D-A776-974520EEA50C}"/>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5" name="Rectangle 59">
              <a:extLst>
                <a:ext uri="{FF2B5EF4-FFF2-40B4-BE49-F238E27FC236}">
                  <a16:creationId xmlns:a16="http://schemas.microsoft.com/office/drawing/2014/main" id="{C160A5F6-4243-0B4D-A694-687DE9C0BADD}"/>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86" name="Freeform 60">
              <a:extLst>
                <a:ext uri="{FF2B5EF4-FFF2-40B4-BE49-F238E27FC236}">
                  <a16:creationId xmlns:a16="http://schemas.microsoft.com/office/drawing/2014/main" id="{DCE1287F-730A-864C-AD9E-9FB460287141}"/>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7" name="Freeform 61">
              <a:extLst>
                <a:ext uri="{FF2B5EF4-FFF2-40B4-BE49-F238E27FC236}">
                  <a16:creationId xmlns:a16="http://schemas.microsoft.com/office/drawing/2014/main" id="{1A9CE9AE-3F0C-CB4A-AFB4-667C998F6D05}"/>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8" name="Rectangle 62">
              <a:extLst>
                <a:ext uri="{FF2B5EF4-FFF2-40B4-BE49-F238E27FC236}">
                  <a16:creationId xmlns:a16="http://schemas.microsoft.com/office/drawing/2014/main" id="{01EB0058-0984-934E-8EBD-78F44D93B785}"/>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89" name="Group 63">
              <a:extLst>
                <a:ext uri="{FF2B5EF4-FFF2-40B4-BE49-F238E27FC236}">
                  <a16:creationId xmlns:a16="http://schemas.microsoft.com/office/drawing/2014/main" id="{6DEFB971-8A0D-D54B-BB2F-A5A52EC70DDD}"/>
                </a:ext>
              </a:extLst>
            </p:cNvPr>
            <p:cNvGrpSpPr>
              <a:grpSpLocks/>
            </p:cNvGrpSpPr>
            <p:nvPr/>
          </p:nvGrpSpPr>
          <p:grpSpPr bwMode="auto">
            <a:xfrm>
              <a:off x="4749" y="668"/>
              <a:ext cx="581" cy="145"/>
              <a:chOff x="614" y="2568"/>
              <a:chExt cx="725" cy="139"/>
            </a:xfrm>
          </p:grpSpPr>
          <p:sp>
            <p:nvSpPr>
              <p:cNvPr id="114" name="AutoShape 64">
                <a:extLst>
                  <a:ext uri="{FF2B5EF4-FFF2-40B4-BE49-F238E27FC236}">
                    <a16:creationId xmlns:a16="http://schemas.microsoft.com/office/drawing/2014/main" id="{CB3AB1FF-68E6-B747-BBE7-AB752061332D}"/>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5" name="AutoShape 65">
                <a:extLst>
                  <a:ext uri="{FF2B5EF4-FFF2-40B4-BE49-F238E27FC236}">
                    <a16:creationId xmlns:a16="http://schemas.microsoft.com/office/drawing/2014/main" id="{E93F508C-CA28-204B-8B27-C54D968A705A}"/>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0" name="Rectangle 66">
              <a:extLst>
                <a:ext uri="{FF2B5EF4-FFF2-40B4-BE49-F238E27FC236}">
                  <a16:creationId xmlns:a16="http://schemas.microsoft.com/office/drawing/2014/main" id="{5B1AC563-B14E-A64A-B619-7D4BA2381730}"/>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91" name="Group 67">
              <a:extLst>
                <a:ext uri="{FF2B5EF4-FFF2-40B4-BE49-F238E27FC236}">
                  <a16:creationId xmlns:a16="http://schemas.microsoft.com/office/drawing/2014/main" id="{48FCBC14-90E7-EB46-8ABD-7C73B7251493}"/>
                </a:ext>
              </a:extLst>
            </p:cNvPr>
            <p:cNvGrpSpPr>
              <a:grpSpLocks/>
            </p:cNvGrpSpPr>
            <p:nvPr/>
          </p:nvGrpSpPr>
          <p:grpSpPr bwMode="auto">
            <a:xfrm>
              <a:off x="4747" y="994"/>
              <a:ext cx="581" cy="134"/>
              <a:chOff x="614" y="2568"/>
              <a:chExt cx="725" cy="139"/>
            </a:xfrm>
          </p:grpSpPr>
          <p:sp>
            <p:nvSpPr>
              <p:cNvPr id="112" name="AutoShape 68">
                <a:extLst>
                  <a:ext uri="{FF2B5EF4-FFF2-40B4-BE49-F238E27FC236}">
                    <a16:creationId xmlns:a16="http://schemas.microsoft.com/office/drawing/2014/main" id="{A898FDCB-872C-6440-BCF5-39CC5BB4E22F}"/>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3" name="AutoShape 69">
                <a:extLst>
                  <a:ext uri="{FF2B5EF4-FFF2-40B4-BE49-F238E27FC236}">
                    <a16:creationId xmlns:a16="http://schemas.microsoft.com/office/drawing/2014/main" id="{146DD0F8-ADA8-4F48-B1C0-6C48443ABC84}"/>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2" name="Rectangle 70">
              <a:extLst>
                <a:ext uri="{FF2B5EF4-FFF2-40B4-BE49-F238E27FC236}">
                  <a16:creationId xmlns:a16="http://schemas.microsoft.com/office/drawing/2014/main" id="{AECADF08-F932-F64F-83DE-4FB9C1254041}"/>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93" name="Rectangle 71">
              <a:extLst>
                <a:ext uri="{FF2B5EF4-FFF2-40B4-BE49-F238E27FC236}">
                  <a16:creationId xmlns:a16="http://schemas.microsoft.com/office/drawing/2014/main" id="{AAB7C3D1-8C2B-BE49-A8B9-C1F76FC88D66}"/>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94" name="Group 72">
              <a:extLst>
                <a:ext uri="{FF2B5EF4-FFF2-40B4-BE49-F238E27FC236}">
                  <a16:creationId xmlns:a16="http://schemas.microsoft.com/office/drawing/2014/main" id="{3DEC4CAB-1840-6D4B-83A5-245A38500CEA}"/>
                </a:ext>
              </a:extLst>
            </p:cNvPr>
            <p:cNvGrpSpPr>
              <a:grpSpLocks/>
            </p:cNvGrpSpPr>
            <p:nvPr/>
          </p:nvGrpSpPr>
          <p:grpSpPr bwMode="auto">
            <a:xfrm>
              <a:off x="4735" y="1627"/>
              <a:ext cx="582" cy="151"/>
              <a:chOff x="614" y="2568"/>
              <a:chExt cx="725" cy="139"/>
            </a:xfrm>
          </p:grpSpPr>
          <p:sp>
            <p:nvSpPr>
              <p:cNvPr id="110" name="AutoShape 73">
                <a:extLst>
                  <a:ext uri="{FF2B5EF4-FFF2-40B4-BE49-F238E27FC236}">
                    <a16:creationId xmlns:a16="http://schemas.microsoft.com/office/drawing/2014/main" id="{A0F018FE-D678-C348-92C8-C541D45EC142}"/>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11" name="AutoShape 74">
                <a:extLst>
                  <a:ext uri="{FF2B5EF4-FFF2-40B4-BE49-F238E27FC236}">
                    <a16:creationId xmlns:a16="http://schemas.microsoft.com/office/drawing/2014/main" id="{438A18AE-96B9-634D-B0C6-94D6136C1BF3}"/>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5" name="Freeform 75">
              <a:extLst>
                <a:ext uri="{FF2B5EF4-FFF2-40B4-BE49-F238E27FC236}">
                  <a16:creationId xmlns:a16="http://schemas.microsoft.com/office/drawing/2014/main" id="{D0CF0AA3-AC56-5B4A-AAB7-C4F4A10396F4}"/>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96" name="Group 76">
              <a:extLst>
                <a:ext uri="{FF2B5EF4-FFF2-40B4-BE49-F238E27FC236}">
                  <a16:creationId xmlns:a16="http://schemas.microsoft.com/office/drawing/2014/main" id="{2F69551B-EBA3-BF40-8C0D-28FC3540F9EA}"/>
                </a:ext>
              </a:extLst>
            </p:cNvPr>
            <p:cNvGrpSpPr>
              <a:grpSpLocks/>
            </p:cNvGrpSpPr>
            <p:nvPr/>
          </p:nvGrpSpPr>
          <p:grpSpPr bwMode="auto">
            <a:xfrm>
              <a:off x="4739" y="1327"/>
              <a:ext cx="582" cy="139"/>
              <a:chOff x="614" y="2568"/>
              <a:chExt cx="725" cy="139"/>
            </a:xfrm>
          </p:grpSpPr>
          <p:sp>
            <p:nvSpPr>
              <p:cNvPr id="108" name="AutoShape 77">
                <a:extLst>
                  <a:ext uri="{FF2B5EF4-FFF2-40B4-BE49-F238E27FC236}">
                    <a16:creationId xmlns:a16="http://schemas.microsoft.com/office/drawing/2014/main" id="{F24A03FE-CC74-2E4C-A1C8-914AEE73C263}"/>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9" name="AutoShape 78">
                <a:extLst>
                  <a:ext uri="{FF2B5EF4-FFF2-40B4-BE49-F238E27FC236}">
                    <a16:creationId xmlns:a16="http://schemas.microsoft.com/office/drawing/2014/main" id="{1A088830-47CE-554E-891D-383BDC7C106C}"/>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97" name="Rectangle 79">
              <a:extLst>
                <a:ext uri="{FF2B5EF4-FFF2-40B4-BE49-F238E27FC236}">
                  <a16:creationId xmlns:a16="http://schemas.microsoft.com/office/drawing/2014/main" id="{4B8B1DBC-053B-454B-AA6A-93DD7A17D908}"/>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98" name="Freeform 80">
              <a:extLst>
                <a:ext uri="{FF2B5EF4-FFF2-40B4-BE49-F238E27FC236}">
                  <a16:creationId xmlns:a16="http://schemas.microsoft.com/office/drawing/2014/main" id="{0C9C506E-2927-3944-A4CD-50E996AE2C65}"/>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99" name="Freeform 81">
              <a:extLst>
                <a:ext uri="{FF2B5EF4-FFF2-40B4-BE49-F238E27FC236}">
                  <a16:creationId xmlns:a16="http://schemas.microsoft.com/office/drawing/2014/main" id="{EB949747-1183-E946-A591-654096BEA6F8}"/>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0" name="Oval 82">
              <a:extLst>
                <a:ext uri="{FF2B5EF4-FFF2-40B4-BE49-F238E27FC236}">
                  <a16:creationId xmlns:a16="http://schemas.microsoft.com/office/drawing/2014/main" id="{568FECAB-8B6E-D148-BC17-44303ACE0E80}"/>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1" name="Freeform 83">
              <a:extLst>
                <a:ext uri="{FF2B5EF4-FFF2-40B4-BE49-F238E27FC236}">
                  <a16:creationId xmlns:a16="http://schemas.microsoft.com/office/drawing/2014/main" id="{638205AE-B922-264E-A776-6C571A51D027}"/>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2" name="AutoShape 84">
              <a:extLst>
                <a:ext uri="{FF2B5EF4-FFF2-40B4-BE49-F238E27FC236}">
                  <a16:creationId xmlns:a16="http://schemas.microsoft.com/office/drawing/2014/main" id="{68D17880-2BFD-AB45-8EE6-655F1EE28CEE}"/>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3" name="AutoShape 85">
              <a:extLst>
                <a:ext uri="{FF2B5EF4-FFF2-40B4-BE49-F238E27FC236}">
                  <a16:creationId xmlns:a16="http://schemas.microsoft.com/office/drawing/2014/main" id="{38FF6123-2AE5-0E4D-9C49-2AB92E459E5B}"/>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4" name="Oval 86">
              <a:extLst>
                <a:ext uri="{FF2B5EF4-FFF2-40B4-BE49-F238E27FC236}">
                  <a16:creationId xmlns:a16="http://schemas.microsoft.com/office/drawing/2014/main" id="{2620EC11-7D22-C94E-A6F0-0BB8CA9093E4}"/>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5" name="Oval 87">
              <a:extLst>
                <a:ext uri="{FF2B5EF4-FFF2-40B4-BE49-F238E27FC236}">
                  <a16:creationId xmlns:a16="http://schemas.microsoft.com/office/drawing/2014/main" id="{DB036E28-4F88-C54A-8239-CB50D9884904}"/>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6" name="Oval 88">
              <a:extLst>
                <a:ext uri="{FF2B5EF4-FFF2-40B4-BE49-F238E27FC236}">
                  <a16:creationId xmlns:a16="http://schemas.microsoft.com/office/drawing/2014/main" id="{B01647CB-6EC4-044F-915F-A65E26069E0E}"/>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07" name="Rectangle 89">
              <a:extLst>
                <a:ext uri="{FF2B5EF4-FFF2-40B4-BE49-F238E27FC236}">
                  <a16:creationId xmlns:a16="http://schemas.microsoft.com/office/drawing/2014/main" id="{45BA2A5E-EE30-C54D-8CAD-2B96D86B04A1}"/>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grpSp>
        <p:nvGrpSpPr>
          <p:cNvPr id="117" name="Group 116">
            <a:extLst>
              <a:ext uri="{FF2B5EF4-FFF2-40B4-BE49-F238E27FC236}">
                <a16:creationId xmlns:a16="http://schemas.microsoft.com/office/drawing/2014/main" id="{80AEB31E-EE76-584C-AA46-3C2461C3C346}"/>
              </a:ext>
            </a:extLst>
          </p:cNvPr>
          <p:cNvGrpSpPr/>
          <p:nvPr/>
        </p:nvGrpSpPr>
        <p:grpSpPr>
          <a:xfrm>
            <a:off x="3586046" y="4406221"/>
            <a:ext cx="1432267" cy="1301523"/>
            <a:chOff x="2718817" y="3255963"/>
            <a:chExt cx="1432267" cy="1301523"/>
          </a:xfrm>
        </p:grpSpPr>
        <p:grpSp>
          <p:nvGrpSpPr>
            <p:cNvPr id="47" name="Group 90">
              <a:extLst>
                <a:ext uri="{FF2B5EF4-FFF2-40B4-BE49-F238E27FC236}">
                  <a16:creationId xmlns:a16="http://schemas.microsoft.com/office/drawing/2014/main" id="{0E15E389-35EC-4248-8D1B-518B9EAA59B9}"/>
                </a:ext>
              </a:extLst>
            </p:cNvPr>
            <p:cNvGrpSpPr>
              <a:grpSpLocks/>
            </p:cNvGrpSpPr>
            <p:nvPr/>
          </p:nvGrpSpPr>
          <p:grpSpPr bwMode="auto">
            <a:xfrm>
              <a:off x="2718817" y="3255963"/>
              <a:ext cx="1432267" cy="1301523"/>
              <a:chOff x="-44" y="1473"/>
              <a:chExt cx="981" cy="1105"/>
            </a:xfrm>
          </p:grpSpPr>
          <p:pic>
            <p:nvPicPr>
              <p:cNvPr id="48" name="Picture 91" descr="desktop_computer_stylized_medium">
                <a:extLst>
                  <a:ext uri="{FF2B5EF4-FFF2-40B4-BE49-F238E27FC236}">
                    <a16:creationId xmlns:a16="http://schemas.microsoft.com/office/drawing/2014/main" id="{8461BC4D-1645-F749-AC4B-1926BA94D0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Freeform 92">
                <a:extLst>
                  <a:ext uri="{FF2B5EF4-FFF2-40B4-BE49-F238E27FC236}">
                    <a16:creationId xmlns:a16="http://schemas.microsoft.com/office/drawing/2014/main" id="{ECE33066-562B-D24D-90DD-9F2C4CD1BA2F}"/>
                  </a:ext>
                </a:extLst>
              </p:cNvPr>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116" name="Picture 115" descr="Icon&#10;&#10;Description automatically generated">
              <a:extLst>
                <a:ext uri="{FF2B5EF4-FFF2-40B4-BE49-F238E27FC236}">
                  <a16:creationId xmlns:a16="http://schemas.microsoft.com/office/drawing/2014/main" id="{34042089-BE33-B14C-9A59-7A6138E86181}"/>
                </a:ext>
              </a:extLst>
            </p:cNvPr>
            <p:cNvPicPr>
              <a:picLocks noChangeAspect="1"/>
            </p:cNvPicPr>
            <p:nvPr/>
          </p:nvPicPr>
          <p:blipFill>
            <a:blip r:embed="rId5"/>
            <a:stretch>
              <a:fillRect/>
            </a:stretch>
          </p:blipFill>
          <p:spPr>
            <a:xfrm>
              <a:off x="3251200" y="3436256"/>
              <a:ext cx="870857" cy="489857"/>
            </a:xfrm>
            <a:prstGeom prst="rect">
              <a:avLst/>
            </a:prstGeom>
          </p:spPr>
        </p:pic>
      </p:grpSp>
      <p:sp>
        <p:nvSpPr>
          <p:cNvPr id="118" name="TextBox 117">
            <a:extLst>
              <a:ext uri="{FF2B5EF4-FFF2-40B4-BE49-F238E27FC236}">
                <a16:creationId xmlns:a16="http://schemas.microsoft.com/office/drawing/2014/main" id="{9A847BB3-697B-8943-A0D3-E3C65DBA6F1C}"/>
              </a:ext>
            </a:extLst>
          </p:cNvPr>
          <p:cNvSpPr txBox="1"/>
          <p:nvPr/>
        </p:nvSpPr>
        <p:spPr>
          <a:xfrm>
            <a:off x="4352471" y="2398486"/>
            <a:ext cx="234987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nytimes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 (arts)</a:t>
            </a:r>
          </a:p>
        </p:txBody>
      </p:sp>
      <p:sp>
        <p:nvSpPr>
          <p:cNvPr id="119" name="TextBox 118">
            <a:extLst>
              <a:ext uri="{FF2B5EF4-FFF2-40B4-BE49-F238E27FC236}">
                <a16:creationId xmlns:a16="http://schemas.microsoft.com/office/drawing/2014/main" id="{58BE66CB-B4F9-CC49-A94F-C87C0E785DA3}"/>
              </a:ext>
            </a:extLst>
          </p:cNvPr>
          <p:cNvSpPr txBox="1"/>
          <p:nvPr/>
        </p:nvSpPr>
        <p:spPr>
          <a:xfrm>
            <a:off x="8095344" y="5878285"/>
            <a:ext cx="12279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AdX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a:t>
            </a:r>
          </a:p>
        </p:txBody>
      </p:sp>
      <p:sp>
        <p:nvSpPr>
          <p:cNvPr id="3" name="TextBox 2">
            <a:extLst>
              <a:ext uri="{FF2B5EF4-FFF2-40B4-BE49-F238E27FC236}">
                <a16:creationId xmlns:a16="http://schemas.microsoft.com/office/drawing/2014/main" id="{7420A0CD-DF92-1645-9CBB-C5971315F8AB}"/>
              </a:ext>
            </a:extLst>
          </p:cNvPr>
          <p:cNvSpPr txBox="1"/>
          <p:nvPr/>
        </p:nvSpPr>
        <p:spPr>
          <a:xfrm>
            <a:off x="6997700" y="1778000"/>
            <a:ext cx="20473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sports, 2/15/22</a:t>
            </a:r>
          </a:p>
        </p:txBody>
      </p:sp>
      <p:grpSp>
        <p:nvGrpSpPr>
          <p:cNvPr id="148" name="Group 147">
            <a:extLst>
              <a:ext uri="{FF2B5EF4-FFF2-40B4-BE49-F238E27FC236}">
                <a16:creationId xmlns:a16="http://schemas.microsoft.com/office/drawing/2014/main" id="{BEDD1666-0DF1-1644-8B3C-E55E2557B728}"/>
              </a:ext>
            </a:extLst>
          </p:cNvPr>
          <p:cNvGrpSpPr/>
          <p:nvPr/>
        </p:nvGrpSpPr>
        <p:grpSpPr>
          <a:xfrm>
            <a:off x="9182100" y="4902200"/>
            <a:ext cx="711200" cy="1016000"/>
            <a:chOff x="1282700" y="2006600"/>
            <a:chExt cx="2603500" cy="3263900"/>
          </a:xfrm>
        </p:grpSpPr>
        <p:sp>
          <p:nvSpPr>
            <p:cNvPr id="149" name="Rounded Rectangle 148">
              <a:extLst>
                <a:ext uri="{FF2B5EF4-FFF2-40B4-BE49-F238E27FC236}">
                  <a16:creationId xmlns:a16="http://schemas.microsoft.com/office/drawing/2014/main" id="{D02791EC-9307-2A4B-9CC8-D2CCC50BC3C0}"/>
                </a:ext>
              </a:extLst>
            </p:cNvPr>
            <p:cNvSpPr/>
            <p:nvPr/>
          </p:nvSpPr>
          <p:spPr>
            <a:xfrm>
              <a:off x="1282700" y="2755900"/>
              <a:ext cx="2603500" cy="2514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Rounded Rectangle 149">
              <a:extLst>
                <a:ext uri="{FF2B5EF4-FFF2-40B4-BE49-F238E27FC236}">
                  <a16:creationId xmlns:a16="http://schemas.microsoft.com/office/drawing/2014/main" id="{1053ED46-9860-D146-B0AD-5B077993BB88}"/>
                </a:ext>
              </a:extLst>
            </p:cNvPr>
            <p:cNvSpPr/>
            <p:nvPr/>
          </p:nvSpPr>
          <p:spPr>
            <a:xfrm>
              <a:off x="1727200" y="2552700"/>
              <a:ext cx="1765300" cy="17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Rounded Rectangle 150">
              <a:extLst>
                <a:ext uri="{FF2B5EF4-FFF2-40B4-BE49-F238E27FC236}">
                  <a16:creationId xmlns:a16="http://schemas.microsoft.com/office/drawing/2014/main" id="{2D06E11F-99A7-5240-B75B-7DD5647AAD3D}"/>
                </a:ext>
              </a:extLst>
            </p:cNvPr>
            <p:cNvSpPr/>
            <p:nvPr/>
          </p:nvSpPr>
          <p:spPr>
            <a:xfrm>
              <a:off x="1524000" y="2006600"/>
              <a:ext cx="2209800" cy="52070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34" name="TextBox 133">
            <a:extLst>
              <a:ext uri="{FF2B5EF4-FFF2-40B4-BE49-F238E27FC236}">
                <a16:creationId xmlns:a16="http://schemas.microsoft.com/office/drawing/2014/main" id="{9DD11912-9F0C-4A48-865D-02E84CA7BE56}"/>
              </a:ext>
            </a:extLst>
          </p:cNvPr>
          <p:cNvSpPr txBox="1"/>
          <p:nvPr/>
        </p:nvSpPr>
        <p:spPr>
          <a:xfrm>
            <a:off x="4229100" y="5867400"/>
            <a:ext cx="1636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NY Times: </a:t>
            </a: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p>
        </p:txBody>
      </p:sp>
      <p:sp>
        <p:nvSpPr>
          <p:cNvPr id="122" name="TextBox 121">
            <a:extLst>
              <a:ext uri="{FF2B5EF4-FFF2-40B4-BE49-F238E27FC236}">
                <a16:creationId xmlns:a16="http://schemas.microsoft.com/office/drawing/2014/main" id="{3A0EC18F-F5A0-8D4C-B18A-FC1AADC91C63}"/>
              </a:ext>
            </a:extLst>
          </p:cNvPr>
          <p:cNvSpPr txBox="1"/>
          <p:nvPr/>
        </p:nvSpPr>
        <p:spPr>
          <a:xfrm>
            <a:off x="9226009" y="5181600"/>
            <a:ext cx="28648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NY Times sports, 2/15/22</a:t>
            </a:r>
          </a:p>
        </p:txBody>
      </p:sp>
      <p:sp>
        <p:nvSpPr>
          <p:cNvPr id="177" name="TextBox 176">
            <a:extLst>
              <a:ext uri="{FF2B5EF4-FFF2-40B4-BE49-F238E27FC236}">
                <a16:creationId xmlns:a16="http://schemas.microsoft.com/office/drawing/2014/main" id="{B147FEBB-BA88-3245-B4BC-E35B47ACD891}"/>
              </a:ext>
            </a:extLst>
          </p:cNvPr>
          <p:cNvSpPr txBox="1"/>
          <p:nvPr/>
        </p:nvSpPr>
        <p:spPr>
          <a:xfrm>
            <a:off x="4660900" y="6121400"/>
            <a:ext cx="10855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AdX: </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endParaRPr kumimoji="0" lang="en-US" sz="16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grpSp>
        <p:nvGrpSpPr>
          <p:cNvPr id="120" name="Group 57">
            <a:extLst>
              <a:ext uri="{FF2B5EF4-FFF2-40B4-BE49-F238E27FC236}">
                <a16:creationId xmlns:a16="http://schemas.microsoft.com/office/drawing/2014/main" id="{80B9D75A-D707-8E43-938E-72AADC7EE81A}"/>
              </a:ext>
            </a:extLst>
          </p:cNvPr>
          <p:cNvGrpSpPr>
            <a:grpSpLocks/>
          </p:cNvGrpSpPr>
          <p:nvPr/>
        </p:nvGrpSpPr>
        <p:grpSpPr bwMode="auto">
          <a:xfrm>
            <a:off x="2478314" y="1935843"/>
            <a:ext cx="519313" cy="1096646"/>
            <a:chOff x="4140" y="429"/>
            <a:chExt cx="1425" cy="2396"/>
          </a:xfrm>
        </p:grpSpPr>
        <p:sp>
          <p:nvSpPr>
            <p:cNvPr id="121" name="Freeform 58">
              <a:extLst>
                <a:ext uri="{FF2B5EF4-FFF2-40B4-BE49-F238E27FC236}">
                  <a16:creationId xmlns:a16="http://schemas.microsoft.com/office/drawing/2014/main" id="{7CF0D145-247E-524F-80BB-FAB3C9AA22EF}"/>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4" name="Rectangle 59">
              <a:extLst>
                <a:ext uri="{FF2B5EF4-FFF2-40B4-BE49-F238E27FC236}">
                  <a16:creationId xmlns:a16="http://schemas.microsoft.com/office/drawing/2014/main" id="{B069F6D1-4A45-3B45-83E0-57ADBD28A20D}"/>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25" name="Freeform 60">
              <a:extLst>
                <a:ext uri="{FF2B5EF4-FFF2-40B4-BE49-F238E27FC236}">
                  <a16:creationId xmlns:a16="http://schemas.microsoft.com/office/drawing/2014/main" id="{00EF2C13-EA34-614D-8589-6AD24A510BA7}"/>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6" name="Freeform 61">
              <a:extLst>
                <a:ext uri="{FF2B5EF4-FFF2-40B4-BE49-F238E27FC236}">
                  <a16:creationId xmlns:a16="http://schemas.microsoft.com/office/drawing/2014/main" id="{D8BEAA98-B184-5A41-899C-24A3499EF8EF}"/>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7" name="Rectangle 62">
              <a:extLst>
                <a:ext uri="{FF2B5EF4-FFF2-40B4-BE49-F238E27FC236}">
                  <a16:creationId xmlns:a16="http://schemas.microsoft.com/office/drawing/2014/main" id="{A5091CCD-EAEC-3F45-8E3A-3EE1D4BCCB0C}"/>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28" name="Group 63">
              <a:extLst>
                <a:ext uri="{FF2B5EF4-FFF2-40B4-BE49-F238E27FC236}">
                  <a16:creationId xmlns:a16="http://schemas.microsoft.com/office/drawing/2014/main" id="{5807BF3F-C3A0-2E46-9ACB-8160305A85A3}"/>
                </a:ext>
              </a:extLst>
            </p:cNvPr>
            <p:cNvGrpSpPr>
              <a:grpSpLocks/>
            </p:cNvGrpSpPr>
            <p:nvPr/>
          </p:nvGrpSpPr>
          <p:grpSpPr bwMode="auto">
            <a:xfrm>
              <a:off x="4749" y="668"/>
              <a:ext cx="581" cy="145"/>
              <a:chOff x="614" y="2568"/>
              <a:chExt cx="725" cy="139"/>
            </a:xfrm>
          </p:grpSpPr>
          <p:sp>
            <p:nvSpPr>
              <p:cNvPr id="183" name="AutoShape 64">
                <a:extLst>
                  <a:ext uri="{FF2B5EF4-FFF2-40B4-BE49-F238E27FC236}">
                    <a16:creationId xmlns:a16="http://schemas.microsoft.com/office/drawing/2014/main" id="{A7AECF6C-C86B-5C4F-A239-BF49C2E89028}"/>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84" name="AutoShape 65">
                <a:extLst>
                  <a:ext uri="{FF2B5EF4-FFF2-40B4-BE49-F238E27FC236}">
                    <a16:creationId xmlns:a16="http://schemas.microsoft.com/office/drawing/2014/main" id="{F16A2EA0-90C8-114E-8082-17259C9482B5}"/>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29" name="Rectangle 66">
              <a:extLst>
                <a:ext uri="{FF2B5EF4-FFF2-40B4-BE49-F238E27FC236}">
                  <a16:creationId xmlns:a16="http://schemas.microsoft.com/office/drawing/2014/main" id="{3A8375E6-EC37-1243-97FB-FE0AF3209023}"/>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31" name="Group 67">
              <a:extLst>
                <a:ext uri="{FF2B5EF4-FFF2-40B4-BE49-F238E27FC236}">
                  <a16:creationId xmlns:a16="http://schemas.microsoft.com/office/drawing/2014/main" id="{3ABEBD29-0886-204E-B875-6CE26C33D4C1}"/>
                </a:ext>
              </a:extLst>
            </p:cNvPr>
            <p:cNvGrpSpPr>
              <a:grpSpLocks/>
            </p:cNvGrpSpPr>
            <p:nvPr/>
          </p:nvGrpSpPr>
          <p:grpSpPr bwMode="auto">
            <a:xfrm>
              <a:off x="4747" y="994"/>
              <a:ext cx="581" cy="134"/>
              <a:chOff x="614" y="2568"/>
              <a:chExt cx="725" cy="139"/>
            </a:xfrm>
          </p:grpSpPr>
          <p:sp>
            <p:nvSpPr>
              <p:cNvPr id="181" name="AutoShape 68">
                <a:extLst>
                  <a:ext uri="{FF2B5EF4-FFF2-40B4-BE49-F238E27FC236}">
                    <a16:creationId xmlns:a16="http://schemas.microsoft.com/office/drawing/2014/main" id="{49E137F3-A6CC-AE40-9B90-B02C6316B300}"/>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82" name="AutoShape 69">
                <a:extLst>
                  <a:ext uri="{FF2B5EF4-FFF2-40B4-BE49-F238E27FC236}">
                    <a16:creationId xmlns:a16="http://schemas.microsoft.com/office/drawing/2014/main" id="{57B56BCC-B2FD-9048-9DD3-92A3AC501F9B}"/>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32" name="Rectangle 70">
              <a:extLst>
                <a:ext uri="{FF2B5EF4-FFF2-40B4-BE49-F238E27FC236}">
                  <a16:creationId xmlns:a16="http://schemas.microsoft.com/office/drawing/2014/main" id="{6B307B68-C234-DF47-81FF-A0D0C80F6421}"/>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33" name="Rectangle 71">
              <a:extLst>
                <a:ext uri="{FF2B5EF4-FFF2-40B4-BE49-F238E27FC236}">
                  <a16:creationId xmlns:a16="http://schemas.microsoft.com/office/drawing/2014/main" id="{995FC4AA-8787-974F-8D33-03E16EC5AEF7}"/>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137" name="Group 72">
              <a:extLst>
                <a:ext uri="{FF2B5EF4-FFF2-40B4-BE49-F238E27FC236}">
                  <a16:creationId xmlns:a16="http://schemas.microsoft.com/office/drawing/2014/main" id="{FA2AF6E2-6548-EF4F-B726-1227D161FD8D}"/>
                </a:ext>
              </a:extLst>
            </p:cNvPr>
            <p:cNvGrpSpPr>
              <a:grpSpLocks/>
            </p:cNvGrpSpPr>
            <p:nvPr/>
          </p:nvGrpSpPr>
          <p:grpSpPr bwMode="auto">
            <a:xfrm>
              <a:off x="4735" y="1627"/>
              <a:ext cx="582" cy="151"/>
              <a:chOff x="614" y="2568"/>
              <a:chExt cx="725" cy="139"/>
            </a:xfrm>
          </p:grpSpPr>
          <p:sp>
            <p:nvSpPr>
              <p:cNvPr id="179" name="AutoShape 73">
                <a:extLst>
                  <a:ext uri="{FF2B5EF4-FFF2-40B4-BE49-F238E27FC236}">
                    <a16:creationId xmlns:a16="http://schemas.microsoft.com/office/drawing/2014/main" id="{A85BFF85-1162-694B-985B-D53B39D5D5FF}"/>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80" name="AutoShape 74">
                <a:extLst>
                  <a:ext uri="{FF2B5EF4-FFF2-40B4-BE49-F238E27FC236}">
                    <a16:creationId xmlns:a16="http://schemas.microsoft.com/office/drawing/2014/main" id="{EFC82C29-79A9-B644-916D-7FC0EF5202BB}"/>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38" name="Freeform 75">
              <a:extLst>
                <a:ext uri="{FF2B5EF4-FFF2-40B4-BE49-F238E27FC236}">
                  <a16:creationId xmlns:a16="http://schemas.microsoft.com/office/drawing/2014/main" id="{7EC9C461-F150-1240-8D76-558B6B4F602C}"/>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155" name="Group 76">
              <a:extLst>
                <a:ext uri="{FF2B5EF4-FFF2-40B4-BE49-F238E27FC236}">
                  <a16:creationId xmlns:a16="http://schemas.microsoft.com/office/drawing/2014/main" id="{9299AE05-29C3-2844-B1C6-633C7CFFF172}"/>
                </a:ext>
              </a:extLst>
            </p:cNvPr>
            <p:cNvGrpSpPr>
              <a:grpSpLocks/>
            </p:cNvGrpSpPr>
            <p:nvPr/>
          </p:nvGrpSpPr>
          <p:grpSpPr bwMode="auto">
            <a:xfrm>
              <a:off x="4739" y="1327"/>
              <a:ext cx="582" cy="139"/>
              <a:chOff x="614" y="2568"/>
              <a:chExt cx="725" cy="139"/>
            </a:xfrm>
          </p:grpSpPr>
          <p:sp>
            <p:nvSpPr>
              <p:cNvPr id="176" name="AutoShape 77">
                <a:extLst>
                  <a:ext uri="{FF2B5EF4-FFF2-40B4-BE49-F238E27FC236}">
                    <a16:creationId xmlns:a16="http://schemas.microsoft.com/office/drawing/2014/main" id="{06802116-4260-EF43-8FD8-6944FEDDF83E}"/>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8" name="AutoShape 78">
                <a:extLst>
                  <a:ext uri="{FF2B5EF4-FFF2-40B4-BE49-F238E27FC236}">
                    <a16:creationId xmlns:a16="http://schemas.microsoft.com/office/drawing/2014/main" id="{FD196FB8-2008-F14B-94FF-2664A9A9D40C}"/>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56" name="Rectangle 79">
              <a:extLst>
                <a:ext uri="{FF2B5EF4-FFF2-40B4-BE49-F238E27FC236}">
                  <a16:creationId xmlns:a16="http://schemas.microsoft.com/office/drawing/2014/main" id="{8D1AEBDE-093D-AB41-9F4B-6395A4767AE2}"/>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57" name="Freeform 80">
              <a:extLst>
                <a:ext uri="{FF2B5EF4-FFF2-40B4-BE49-F238E27FC236}">
                  <a16:creationId xmlns:a16="http://schemas.microsoft.com/office/drawing/2014/main" id="{E3E9A300-9CB6-5642-9423-B3CE2A84C808}"/>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4" name="Freeform 81">
              <a:extLst>
                <a:ext uri="{FF2B5EF4-FFF2-40B4-BE49-F238E27FC236}">
                  <a16:creationId xmlns:a16="http://schemas.microsoft.com/office/drawing/2014/main" id="{61E95673-E276-B54E-8951-E28938049B47}"/>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5" name="Oval 82">
              <a:extLst>
                <a:ext uri="{FF2B5EF4-FFF2-40B4-BE49-F238E27FC236}">
                  <a16:creationId xmlns:a16="http://schemas.microsoft.com/office/drawing/2014/main" id="{9B9B3D7E-A0A9-8C43-A374-55DA4D19FB12}"/>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6" name="Freeform 83">
              <a:extLst>
                <a:ext uri="{FF2B5EF4-FFF2-40B4-BE49-F238E27FC236}">
                  <a16:creationId xmlns:a16="http://schemas.microsoft.com/office/drawing/2014/main" id="{E4ABD20F-89C5-8C46-BFE6-5CA778E27347}"/>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7" name="AutoShape 84">
              <a:extLst>
                <a:ext uri="{FF2B5EF4-FFF2-40B4-BE49-F238E27FC236}">
                  <a16:creationId xmlns:a16="http://schemas.microsoft.com/office/drawing/2014/main" id="{ADAAC857-3F17-1A4D-BBD3-254BC3957FE4}"/>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8" name="AutoShape 85">
              <a:extLst>
                <a:ext uri="{FF2B5EF4-FFF2-40B4-BE49-F238E27FC236}">
                  <a16:creationId xmlns:a16="http://schemas.microsoft.com/office/drawing/2014/main" id="{B0B35955-7679-1946-9BAF-3CF60ECC57E0}"/>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69" name="Oval 86">
              <a:extLst>
                <a:ext uri="{FF2B5EF4-FFF2-40B4-BE49-F238E27FC236}">
                  <a16:creationId xmlns:a16="http://schemas.microsoft.com/office/drawing/2014/main" id="{B0EDAF1F-8C77-A745-BA6A-8E3D60BB4526}"/>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0" name="Oval 87">
              <a:extLst>
                <a:ext uri="{FF2B5EF4-FFF2-40B4-BE49-F238E27FC236}">
                  <a16:creationId xmlns:a16="http://schemas.microsoft.com/office/drawing/2014/main" id="{6B44C974-5992-7741-85AD-5B948203A250}"/>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1" name="Oval 88">
              <a:extLst>
                <a:ext uri="{FF2B5EF4-FFF2-40B4-BE49-F238E27FC236}">
                  <a16:creationId xmlns:a16="http://schemas.microsoft.com/office/drawing/2014/main" id="{427659D8-BEE1-CA4D-A8D9-708F2BB9D763}"/>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4" name="Rectangle 89">
              <a:extLst>
                <a:ext uri="{FF2B5EF4-FFF2-40B4-BE49-F238E27FC236}">
                  <a16:creationId xmlns:a16="http://schemas.microsoft.com/office/drawing/2014/main" id="{BA908D21-224A-454D-AE40-AACCE66AFA11}"/>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grpSp>
      <p:sp>
        <p:nvSpPr>
          <p:cNvPr id="185" name="TextBox 184">
            <a:extLst>
              <a:ext uri="{FF2B5EF4-FFF2-40B4-BE49-F238E27FC236}">
                <a16:creationId xmlns:a16="http://schemas.microsoft.com/office/drawing/2014/main" id="{E9C38943-9B5B-C74A-9AF5-967FC5643352}"/>
              </a:ext>
            </a:extLst>
          </p:cNvPr>
          <p:cNvSpPr txBox="1"/>
          <p:nvPr/>
        </p:nvSpPr>
        <p:spPr>
          <a:xfrm>
            <a:off x="1482271" y="2995386"/>
            <a:ext cx="142814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socks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a:t>
            </a:r>
          </a:p>
        </p:txBody>
      </p:sp>
      <p:pic>
        <p:nvPicPr>
          <p:cNvPr id="2" name="Picture 1">
            <a:extLst>
              <a:ext uri="{FF2B5EF4-FFF2-40B4-BE49-F238E27FC236}">
                <a16:creationId xmlns:a16="http://schemas.microsoft.com/office/drawing/2014/main" id="{3A3EDD2B-FC70-7C4A-89B5-9183AE973DC9}"/>
              </a:ext>
            </a:extLst>
          </p:cNvPr>
          <p:cNvPicPr>
            <a:picLocks noChangeAspect="1"/>
          </p:cNvPicPr>
          <p:nvPr/>
        </p:nvPicPr>
        <p:blipFill>
          <a:blip r:embed="rId6"/>
          <a:stretch>
            <a:fillRect/>
          </a:stretch>
        </p:blipFill>
        <p:spPr>
          <a:xfrm>
            <a:off x="241300" y="1492250"/>
            <a:ext cx="2197100" cy="1572924"/>
          </a:xfrm>
          <a:prstGeom prst="rect">
            <a:avLst/>
          </a:prstGeom>
        </p:spPr>
      </p:pic>
      <p:grpSp>
        <p:nvGrpSpPr>
          <p:cNvPr id="205" name="Group 204">
            <a:extLst>
              <a:ext uri="{FF2B5EF4-FFF2-40B4-BE49-F238E27FC236}">
                <a16:creationId xmlns:a16="http://schemas.microsoft.com/office/drawing/2014/main" id="{154A1081-6C53-E145-BDD1-3FA5A22FACF9}"/>
              </a:ext>
            </a:extLst>
          </p:cNvPr>
          <p:cNvGrpSpPr/>
          <p:nvPr/>
        </p:nvGrpSpPr>
        <p:grpSpPr>
          <a:xfrm>
            <a:off x="4978400" y="4381500"/>
            <a:ext cx="3536404" cy="877332"/>
            <a:chOff x="5308600" y="4406900"/>
            <a:chExt cx="3536404" cy="877332"/>
          </a:xfrm>
        </p:grpSpPr>
        <p:grpSp>
          <p:nvGrpSpPr>
            <p:cNvPr id="206" name="Group 205">
              <a:extLst>
                <a:ext uri="{FF2B5EF4-FFF2-40B4-BE49-F238E27FC236}">
                  <a16:creationId xmlns:a16="http://schemas.microsoft.com/office/drawing/2014/main" id="{6E0A9E9E-A06F-CB45-B0B3-17C467D78C53}"/>
                </a:ext>
              </a:extLst>
            </p:cNvPr>
            <p:cNvGrpSpPr/>
            <p:nvPr/>
          </p:nvGrpSpPr>
          <p:grpSpPr>
            <a:xfrm>
              <a:off x="6261100" y="4914900"/>
              <a:ext cx="1854200" cy="369332"/>
              <a:chOff x="3721100" y="3429000"/>
              <a:chExt cx="1854200" cy="369332"/>
            </a:xfrm>
          </p:grpSpPr>
          <p:cxnSp>
            <p:nvCxnSpPr>
              <p:cNvPr id="210" name="Straight Arrow Connector 209">
                <a:extLst>
                  <a:ext uri="{FF2B5EF4-FFF2-40B4-BE49-F238E27FC236}">
                    <a16:creationId xmlns:a16="http://schemas.microsoft.com/office/drawing/2014/main" id="{3F23167E-A119-EC4E-B146-6F516A8086E3}"/>
                  </a:ext>
                </a:extLst>
              </p:cNvPr>
              <p:cNvCxnSpPr>
                <a:cxnSpLocks/>
              </p:cNvCxnSpPr>
              <p:nvPr/>
            </p:nvCxnSpPr>
            <p:spPr>
              <a:xfrm>
                <a:off x="3721100" y="3594100"/>
                <a:ext cx="1854200" cy="0"/>
              </a:xfrm>
              <a:prstGeom prst="straightConnector1">
                <a:avLst/>
              </a:prstGeom>
              <a:ln w="25400">
                <a:solidFill>
                  <a:srgbClr val="0E01A0"/>
                </a:solidFill>
                <a:tailEnd type="triangle"/>
              </a:ln>
            </p:spPr>
            <p:style>
              <a:lnRef idx="1">
                <a:schemeClr val="accent1"/>
              </a:lnRef>
              <a:fillRef idx="0">
                <a:schemeClr val="accent1"/>
              </a:fillRef>
              <a:effectRef idx="0">
                <a:schemeClr val="accent1"/>
              </a:effectRef>
              <a:fontRef idx="minor">
                <a:schemeClr val="tx1"/>
              </a:fontRef>
            </p:style>
          </p:cxnSp>
          <p:sp>
            <p:nvSpPr>
              <p:cNvPr id="211" name="Oval 210">
                <a:extLst>
                  <a:ext uri="{FF2B5EF4-FFF2-40B4-BE49-F238E27FC236}">
                    <a16:creationId xmlns:a16="http://schemas.microsoft.com/office/drawing/2014/main" id="{C4353B75-74F1-0C48-B057-0887FAA78A74}"/>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2" name="TextBox 211">
                <a:extLst>
                  <a:ext uri="{FF2B5EF4-FFF2-40B4-BE49-F238E27FC236}">
                    <a16:creationId xmlns:a16="http://schemas.microsoft.com/office/drawing/2014/main" id="{7D88345D-2B6C-F447-AAFA-9A1065757E2F}"/>
                  </a:ext>
                </a:extLst>
              </p:cNvPr>
              <p:cNvSpPr txBox="1"/>
              <p:nvPr/>
            </p:nvSpPr>
            <p:spPr>
              <a:xfrm>
                <a:off x="46863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grpSp>
        <p:grpSp>
          <p:nvGrpSpPr>
            <p:cNvPr id="207" name="Group 206">
              <a:extLst>
                <a:ext uri="{FF2B5EF4-FFF2-40B4-BE49-F238E27FC236}">
                  <a16:creationId xmlns:a16="http://schemas.microsoft.com/office/drawing/2014/main" id="{FD4BFC66-485F-2147-A211-2CAC1D00C204}"/>
                </a:ext>
              </a:extLst>
            </p:cNvPr>
            <p:cNvGrpSpPr/>
            <p:nvPr/>
          </p:nvGrpSpPr>
          <p:grpSpPr>
            <a:xfrm>
              <a:off x="5308600" y="4406900"/>
              <a:ext cx="3536404" cy="548045"/>
              <a:chOff x="6146800" y="3048000"/>
              <a:chExt cx="3536404" cy="548045"/>
            </a:xfrm>
          </p:grpSpPr>
          <p:sp>
            <p:nvSpPr>
              <p:cNvPr id="208" name="TextBox 207">
                <a:extLst>
                  <a:ext uri="{FF2B5EF4-FFF2-40B4-BE49-F238E27FC236}">
                    <a16:creationId xmlns:a16="http://schemas.microsoft.com/office/drawing/2014/main" id="{6D133E31-40C7-874C-B037-5CF94EEA15C1}"/>
                  </a:ext>
                </a:extLst>
              </p:cNvPr>
              <p:cNvSpPr txBox="1"/>
              <p:nvPr/>
            </p:nvSpPr>
            <p:spPr>
              <a:xfrm>
                <a:off x="6146800" y="3048000"/>
                <a:ext cx="1473200" cy="3194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GET</a:t>
                </a:r>
              </a:p>
            </p:txBody>
          </p:sp>
          <p:sp>
            <p:nvSpPr>
              <p:cNvPr id="209" name="TextBox 208">
                <a:extLst>
                  <a:ext uri="{FF2B5EF4-FFF2-40B4-BE49-F238E27FC236}">
                    <a16:creationId xmlns:a16="http://schemas.microsoft.com/office/drawing/2014/main" id="{CCBB6DD5-8489-9846-AEE8-A4EFC46C4CF0}"/>
                  </a:ext>
                </a:extLst>
              </p:cNvPr>
              <p:cNvSpPr txBox="1"/>
              <p:nvPr/>
            </p:nvSpPr>
            <p:spPr>
              <a:xfrm>
                <a:off x="6273800" y="3276599"/>
                <a:ext cx="3409404" cy="3194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Referrer: nytimes.com, cookie: </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p>
            </p:txBody>
          </p:sp>
        </p:grpSp>
      </p:grpSp>
      <p:grpSp>
        <p:nvGrpSpPr>
          <p:cNvPr id="213" name="Group 212">
            <a:extLst>
              <a:ext uri="{FF2B5EF4-FFF2-40B4-BE49-F238E27FC236}">
                <a16:creationId xmlns:a16="http://schemas.microsoft.com/office/drawing/2014/main" id="{52A26446-4AA7-B74D-AACE-7134BEC552EB}"/>
              </a:ext>
            </a:extLst>
          </p:cNvPr>
          <p:cNvGrpSpPr/>
          <p:nvPr/>
        </p:nvGrpSpPr>
        <p:grpSpPr>
          <a:xfrm>
            <a:off x="5626100" y="5346700"/>
            <a:ext cx="2641600" cy="865546"/>
            <a:chOff x="6007100" y="5308600"/>
            <a:chExt cx="2641600" cy="865546"/>
          </a:xfrm>
        </p:grpSpPr>
        <p:grpSp>
          <p:nvGrpSpPr>
            <p:cNvPr id="214" name="Group 213">
              <a:extLst>
                <a:ext uri="{FF2B5EF4-FFF2-40B4-BE49-F238E27FC236}">
                  <a16:creationId xmlns:a16="http://schemas.microsoft.com/office/drawing/2014/main" id="{29498B2A-276E-DC44-BBE4-90FD27C63891}"/>
                </a:ext>
              </a:extLst>
            </p:cNvPr>
            <p:cNvGrpSpPr/>
            <p:nvPr/>
          </p:nvGrpSpPr>
          <p:grpSpPr>
            <a:xfrm>
              <a:off x="6273800" y="5308600"/>
              <a:ext cx="1841500" cy="369332"/>
              <a:chOff x="3721100" y="3429000"/>
              <a:chExt cx="1841500" cy="369332"/>
            </a:xfrm>
          </p:grpSpPr>
          <p:cxnSp>
            <p:nvCxnSpPr>
              <p:cNvPr id="218" name="Straight Arrow Connector 217">
                <a:extLst>
                  <a:ext uri="{FF2B5EF4-FFF2-40B4-BE49-F238E27FC236}">
                    <a16:creationId xmlns:a16="http://schemas.microsoft.com/office/drawing/2014/main" id="{AEE3B8A3-63AD-A948-AAE1-A57FF9C587D6}"/>
                  </a:ext>
                </a:extLst>
              </p:cNvPr>
              <p:cNvCxnSpPr>
                <a:cxnSpLocks/>
              </p:cNvCxnSpPr>
              <p:nvPr/>
            </p:nvCxnSpPr>
            <p:spPr>
              <a:xfrm>
                <a:off x="3721100" y="3594100"/>
                <a:ext cx="1841500" cy="0"/>
              </a:xfrm>
              <a:prstGeom prst="straightConnector1">
                <a:avLst/>
              </a:prstGeom>
              <a:ln w="25400">
                <a:solidFill>
                  <a:srgbClr val="0E01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19" name="Oval 218">
                <a:extLst>
                  <a:ext uri="{FF2B5EF4-FFF2-40B4-BE49-F238E27FC236}">
                    <a16:creationId xmlns:a16="http://schemas.microsoft.com/office/drawing/2014/main" id="{4E74045F-FC9E-C748-9CF5-2D715A8ECF5F}"/>
                  </a:ext>
                </a:extLst>
              </p:cNvPr>
              <p:cNvSpPr/>
              <p:nvPr/>
            </p:nvSpPr>
            <p:spPr>
              <a:xfrm>
                <a:off x="4673600" y="3441700"/>
                <a:ext cx="342900" cy="342900"/>
              </a:xfrm>
              <a:prstGeom prst="ellipse">
                <a:avLst/>
              </a:prstGeom>
              <a:solidFill>
                <a:schemeClr val="bg1"/>
              </a:solidFill>
              <a:ln w="19050">
                <a:solidFill>
                  <a:srgbClr val="0E01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DB50E822-27A5-7D49-BF52-0C0C70B85C66}"/>
                  </a:ext>
                </a:extLst>
              </p:cNvPr>
              <p:cNvSpPr txBox="1"/>
              <p:nvPr/>
            </p:nvSpPr>
            <p:spPr>
              <a:xfrm>
                <a:off x="4686300" y="3429000"/>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grpSp>
        <p:grpSp>
          <p:nvGrpSpPr>
            <p:cNvPr id="215" name="Group 214">
              <a:extLst>
                <a:ext uri="{FF2B5EF4-FFF2-40B4-BE49-F238E27FC236}">
                  <a16:creationId xmlns:a16="http://schemas.microsoft.com/office/drawing/2014/main" id="{004A4CDB-638B-244C-BB86-A5BEFC684334}"/>
                </a:ext>
              </a:extLst>
            </p:cNvPr>
            <p:cNvGrpSpPr/>
            <p:nvPr/>
          </p:nvGrpSpPr>
          <p:grpSpPr>
            <a:xfrm>
              <a:off x="6007100" y="5600700"/>
              <a:ext cx="2641600" cy="573446"/>
              <a:chOff x="6654800" y="3187700"/>
              <a:chExt cx="2641600" cy="573446"/>
            </a:xfrm>
          </p:grpSpPr>
          <p:sp>
            <p:nvSpPr>
              <p:cNvPr id="216" name="TextBox 215">
                <a:extLst>
                  <a:ext uri="{FF2B5EF4-FFF2-40B4-BE49-F238E27FC236}">
                    <a16:creationId xmlns:a16="http://schemas.microsoft.com/office/drawing/2014/main" id="{D4ADF513-A7C3-0143-9B0C-2D1C1BD238A3}"/>
                  </a:ext>
                </a:extLst>
              </p:cNvPr>
              <p:cNvSpPr txBox="1"/>
              <p:nvPr/>
            </p:nvSpPr>
            <p:spPr>
              <a:xfrm>
                <a:off x="6654800" y="3187700"/>
                <a:ext cx="1473200" cy="3194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reply</a:t>
                </a:r>
              </a:p>
            </p:txBody>
          </p:sp>
          <p:sp>
            <p:nvSpPr>
              <p:cNvPr id="217" name="TextBox 216">
                <a:extLst>
                  <a:ext uri="{FF2B5EF4-FFF2-40B4-BE49-F238E27FC236}">
                    <a16:creationId xmlns:a16="http://schemas.microsoft.com/office/drawing/2014/main" id="{4A2FC18F-0291-6D46-A3C7-EB72BDA4044F}"/>
                  </a:ext>
                </a:extLst>
              </p:cNvPr>
              <p:cNvSpPr txBox="1"/>
              <p:nvPr/>
            </p:nvSpPr>
            <p:spPr>
              <a:xfrm>
                <a:off x="6781800" y="3441700"/>
                <a:ext cx="2514600" cy="319446"/>
              </a:xfrm>
              <a:prstGeom prst="rect">
                <a:avLst/>
              </a:prstGeom>
              <a:noFill/>
            </p:spPr>
            <p:txBody>
              <a:bodyPr wrap="squar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Set cookie: </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p>
            </p:txBody>
          </p:sp>
        </p:grpSp>
      </p:grpSp>
      <p:sp>
        <p:nvSpPr>
          <p:cNvPr id="221" name="TextBox 220">
            <a:extLst>
              <a:ext uri="{FF2B5EF4-FFF2-40B4-BE49-F238E27FC236}">
                <a16:creationId xmlns:a16="http://schemas.microsoft.com/office/drawing/2014/main" id="{DE7219FE-2D26-9D42-AE4E-0D7F7B3AF5E9}"/>
              </a:ext>
            </a:extLst>
          </p:cNvPr>
          <p:cNvSpPr txBox="1"/>
          <p:nvPr/>
        </p:nvSpPr>
        <p:spPr>
          <a:xfrm>
            <a:off x="9238709" y="5397500"/>
            <a:ext cx="23851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socks.com, 2/16/22</a:t>
            </a:r>
          </a:p>
        </p:txBody>
      </p:sp>
      <p:sp>
        <p:nvSpPr>
          <p:cNvPr id="52" name="Rectangle 51">
            <a:extLst>
              <a:ext uri="{FF2B5EF4-FFF2-40B4-BE49-F238E27FC236}">
                <a16:creationId xmlns:a16="http://schemas.microsoft.com/office/drawing/2014/main" id="{87817062-774D-454B-8E37-CAF7A9BA9A3F}"/>
              </a:ext>
            </a:extLst>
          </p:cNvPr>
          <p:cNvSpPr/>
          <p:nvPr/>
        </p:nvSpPr>
        <p:spPr>
          <a:xfrm>
            <a:off x="152400" y="1257300"/>
            <a:ext cx="3035300" cy="2273300"/>
          </a:xfrm>
          <a:prstGeom prst="rect">
            <a:avLst/>
          </a:prstGeom>
          <a:solidFill>
            <a:schemeClr val="bg1">
              <a:alpha val="6708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2273E8AE-1256-8543-903F-14016A3284D0}"/>
              </a:ext>
            </a:extLst>
          </p:cNvPr>
          <p:cNvSpPr/>
          <p:nvPr/>
        </p:nvSpPr>
        <p:spPr>
          <a:xfrm>
            <a:off x="5041900" y="1663700"/>
            <a:ext cx="1676400" cy="825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CCC1C141-45F3-B748-A65C-DC6615D1E4E2}"/>
              </a:ext>
            </a:extLst>
          </p:cNvPr>
          <p:cNvPicPr>
            <a:picLocks noChangeAspect="1"/>
          </p:cNvPicPr>
          <p:nvPr/>
        </p:nvPicPr>
        <p:blipFill>
          <a:blip r:embed="rId7"/>
          <a:stretch>
            <a:fillRect/>
          </a:stretch>
        </p:blipFill>
        <p:spPr>
          <a:xfrm>
            <a:off x="5168900" y="1705046"/>
            <a:ext cx="1447800" cy="777076"/>
          </a:xfrm>
          <a:prstGeom prst="rect">
            <a:avLst/>
          </a:prstGeom>
        </p:spPr>
      </p:pic>
      <p:grpSp>
        <p:nvGrpSpPr>
          <p:cNvPr id="50" name="Group 49">
            <a:extLst>
              <a:ext uri="{FF2B5EF4-FFF2-40B4-BE49-F238E27FC236}">
                <a16:creationId xmlns:a16="http://schemas.microsoft.com/office/drawing/2014/main" id="{4EFDBB5A-1D49-7740-BFA3-76D3B419C8FA}"/>
              </a:ext>
            </a:extLst>
          </p:cNvPr>
          <p:cNvGrpSpPr/>
          <p:nvPr/>
        </p:nvGrpSpPr>
        <p:grpSpPr>
          <a:xfrm>
            <a:off x="2946400" y="2946400"/>
            <a:ext cx="3797300" cy="1333500"/>
            <a:chOff x="2946400" y="2946400"/>
            <a:chExt cx="3797300" cy="1333500"/>
          </a:xfrm>
        </p:grpSpPr>
        <p:sp>
          <p:nvSpPr>
            <p:cNvPr id="186" name="TextBox 185">
              <a:extLst>
                <a:ext uri="{FF2B5EF4-FFF2-40B4-BE49-F238E27FC236}">
                  <a16:creationId xmlns:a16="http://schemas.microsoft.com/office/drawing/2014/main" id="{EA8EEB57-D796-A44F-AABC-98D2692E45FA}"/>
                </a:ext>
              </a:extLst>
            </p:cNvPr>
            <p:cNvSpPr txBox="1"/>
            <p:nvPr/>
          </p:nvSpPr>
          <p:spPr>
            <a:xfrm>
              <a:off x="2946400" y="3733800"/>
              <a:ext cx="1866900" cy="319446"/>
            </a:xfrm>
            <a:prstGeom prst="rect">
              <a:avLst/>
            </a:prstGeom>
            <a:noFill/>
          </p:spPr>
          <p:txBody>
            <a:bodyPr wrap="squar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cookie: </a:t>
              </a: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p>
          </p:txBody>
        </p:sp>
        <p:grpSp>
          <p:nvGrpSpPr>
            <p:cNvPr id="12" name="Group 11">
              <a:extLst>
                <a:ext uri="{FF2B5EF4-FFF2-40B4-BE49-F238E27FC236}">
                  <a16:creationId xmlns:a16="http://schemas.microsoft.com/office/drawing/2014/main" id="{67F4D187-FD30-4243-9DC3-FEED945AA79A}"/>
                </a:ext>
              </a:extLst>
            </p:cNvPr>
            <p:cNvGrpSpPr/>
            <p:nvPr/>
          </p:nvGrpSpPr>
          <p:grpSpPr>
            <a:xfrm>
              <a:off x="3771900" y="2946400"/>
              <a:ext cx="2971800" cy="1333500"/>
              <a:chOff x="3771900" y="2946400"/>
              <a:chExt cx="2971800" cy="1333500"/>
            </a:xfrm>
          </p:grpSpPr>
          <p:cxnSp>
            <p:nvCxnSpPr>
              <p:cNvPr id="172" name="Straight Arrow Connector 171">
                <a:extLst>
                  <a:ext uri="{FF2B5EF4-FFF2-40B4-BE49-F238E27FC236}">
                    <a16:creationId xmlns:a16="http://schemas.microsoft.com/office/drawing/2014/main" id="{B1744345-32CD-D945-8799-A1B7A26C0FC5}"/>
                  </a:ext>
                </a:extLst>
              </p:cNvPr>
              <p:cNvCxnSpPr>
                <a:cxnSpLocks/>
              </p:cNvCxnSpPr>
              <p:nvPr/>
            </p:nvCxnSpPr>
            <p:spPr>
              <a:xfrm flipV="1">
                <a:off x="5118100" y="2971800"/>
                <a:ext cx="0" cy="1308100"/>
              </a:xfrm>
              <a:prstGeom prst="straightConnector1">
                <a:avLst/>
              </a:prstGeom>
              <a:ln w="25400">
                <a:solidFill>
                  <a:srgbClr val="0E01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5" name="TextBox 174">
                <a:extLst>
                  <a:ext uri="{FF2B5EF4-FFF2-40B4-BE49-F238E27FC236}">
                    <a16:creationId xmlns:a16="http://schemas.microsoft.com/office/drawing/2014/main" id="{555889BE-7365-4243-803E-53D3F804C2DC}"/>
                  </a:ext>
                </a:extLst>
              </p:cNvPr>
              <p:cNvSpPr txBox="1"/>
              <p:nvPr/>
            </p:nvSpPr>
            <p:spPr>
              <a:xfrm>
                <a:off x="5105400" y="3302000"/>
                <a:ext cx="736600"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reply</a:t>
                </a:r>
              </a:p>
            </p:txBody>
          </p:sp>
          <p:grpSp>
            <p:nvGrpSpPr>
              <p:cNvPr id="187" name="Group 186">
                <a:extLst>
                  <a:ext uri="{FF2B5EF4-FFF2-40B4-BE49-F238E27FC236}">
                    <a16:creationId xmlns:a16="http://schemas.microsoft.com/office/drawing/2014/main" id="{CEF64886-9C2F-0540-8430-13E580BAFE5B}"/>
                  </a:ext>
                </a:extLst>
              </p:cNvPr>
              <p:cNvGrpSpPr/>
              <p:nvPr/>
            </p:nvGrpSpPr>
            <p:grpSpPr>
              <a:xfrm>
                <a:off x="3771900" y="2946400"/>
                <a:ext cx="1473200" cy="1308100"/>
                <a:chOff x="3771900" y="2946400"/>
                <a:chExt cx="1473200" cy="1308100"/>
              </a:xfrm>
            </p:grpSpPr>
            <p:cxnSp>
              <p:nvCxnSpPr>
                <p:cNvPr id="188" name="Straight Arrow Connector 187">
                  <a:extLst>
                    <a:ext uri="{FF2B5EF4-FFF2-40B4-BE49-F238E27FC236}">
                      <a16:creationId xmlns:a16="http://schemas.microsoft.com/office/drawing/2014/main" id="{1584FBF9-445E-9940-944C-DEF9B15F5A92}"/>
                    </a:ext>
                  </a:extLst>
                </p:cNvPr>
                <p:cNvCxnSpPr>
                  <a:cxnSpLocks/>
                </p:cNvCxnSpPr>
                <p:nvPr/>
              </p:nvCxnSpPr>
              <p:spPr>
                <a:xfrm flipV="1">
                  <a:off x="4851400" y="2946400"/>
                  <a:ext cx="0" cy="1308100"/>
                </a:xfrm>
                <a:prstGeom prst="straightConnector1">
                  <a:avLst/>
                </a:prstGeom>
                <a:ln w="25400">
                  <a:solidFill>
                    <a:srgbClr val="0E01A0"/>
                  </a:solidFill>
                  <a:tailEnd type="triangle"/>
                </a:ln>
              </p:spPr>
              <p:style>
                <a:lnRef idx="1">
                  <a:schemeClr val="accent1"/>
                </a:lnRef>
                <a:fillRef idx="0">
                  <a:schemeClr val="accent1"/>
                </a:fillRef>
                <a:effectRef idx="0">
                  <a:schemeClr val="accent1"/>
                </a:effectRef>
                <a:fontRef idx="minor">
                  <a:schemeClr val="tx1"/>
                </a:fontRef>
              </p:style>
            </p:cxnSp>
            <p:sp>
              <p:nvSpPr>
                <p:cNvPr id="189" name="TextBox 188">
                  <a:extLst>
                    <a:ext uri="{FF2B5EF4-FFF2-40B4-BE49-F238E27FC236}">
                      <a16:creationId xmlns:a16="http://schemas.microsoft.com/office/drawing/2014/main" id="{A200226F-2290-A54B-916F-CB43D1EF79D6}"/>
                    </a:ext>
                  </a:extLst>
                </p:cNvPr>
                <p:cNvSpPr txBox="1"/>
                <p:nvPr/>
              </p:nvSpPr>
              <p:spPr>
                <a:xfrm>
                  <a:off x="3771900" y="3276600"/>
                  <a:ext cx="1473200"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GET</a:t>
                  </a:r>
                </a:p>
              </p:txBody>
            </p:sp>
          </p:grpSp>
          <p:sp>
            <p:nvSpPr>
              <p:cNvPr id="190" name="TextBox 189">
                <a:extLst>
                  <a:ext uri="{FF2B5EF4-FFF2-40B4-BE49-F238E27FC236}">
                    <a16:creationId xmlns:a16="http://schemas.microsoft.com/office/drawing/2014/main" id="{953EEF58-8AF1-E74B-834B-1AE029DD3520}"/>
                  </a:ext>
                </a:extLst>
              </p:cNvPr>
              <p:cNvSpPr txBox="1"/>
              <p:nvPr/>
            </p:nvSpPr>
            <p:spPr>
              <a:xfrm>
                <a:off x="4876800" y="3746500"/>
                <a:ext cx="1866900" cy="319446"/>
              </a:xfrm>
              <a:prstGeom prst="rect">
                <a:avLst/>
              </a:prstGeom>
              <a:noFill/>
            </p:spPr>
            <p:txBody>
              <a:bodyPr wrap="squar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Set cookie: </a:t>
                </a: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p>
            </p:txBody>
          </p:sp>
        </p:grpSp>
      </p:grpSp>
      <p:sp>
        <p:nvSpPr>
          <p:cNvPr id="191" name="TextBox 190">
            <a:extLst>
              <a:ext uri="{FF2B5EF4-FFF2-40B4-BE49-F238E27FC236}">
                <a16:creationId xmlns:a16="http://schemas.microsoft.com/office/drawing/2014/main" id="{2DA4981F-F39B-3A49-A46E-25D2EC80F748}"/>
              </a:ext>
            </a:extLst>
          </p:cNvPr>
          <p:cNvSpPr txBox="1"/>
          <p:nvPr/>
        </p:nvSpPr>
        <p:spPr>
          <a:xfrm>
            <a:off x="7010400" y="2019300"/>
            <a:ext cx="18485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1634</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arts, 2/17/22</a:t>
            </a:r>
          </a:p>
        </p:txBody>
      </p:sp>
      <p:sp>
        <p:nvSpPr>
          <p:cNvPr id="222" name="TextBox 221">
            <a:extLst>
              <a:ext uri="{FF2B5EF4-FFF2-40B4-BE49-F238E27FC236}">
                <a16:creationId xmlns:a16="http://schemas.microsoft.com/office/drawing/2014/main" id="{3E2282F4-4356-234C-94F2-286B1CE1E2A1}"/>
              </a:ext>
            </a:extLst>
          </p:cNvPr>
          <p:cNvSpPr txBox="1"/>
          <p:nvPr/>
        </p:nvSpPr>
        <p:spPr>
          <a:xfrm>
            <a:off x="9251409" y="5626100"/>
            <a:ext cx="26661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7493</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NY Times arts, 2/15/22</a:t>
            </a:r>
          </a:p>
        </p:txBody>
      </p:sp>
      <p:sp>
        <p:nvSpPr>
          <p:cNvPr id="20" name="TextBox 19">
            <a:extLst>
              <a:ext uri="{FF2B5EF4-FFF2-40B4-BE49-F238E27FC236}">
                <a16:creationId xmlns:a16="http://schemas.microsoft.com/office/drawing/2014/main" id="{13AC850B-40A2-CC4E-92FB-CE11DA696EF3}"/>
              </a:ext>
            </a:extLst>
          </p:cNvPr>
          <p:cNvSpPr txBox="1"/>
          <p:nvPr/>
        </p:nvSpPr>
        <p:spPr>
          <a:xfrm>
            <a:off x="5753100" y="6108700"/>
            <a:ext cx="22695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panose="020F0502020204030204"/>
                <a:ea typeface="+mn-ea"/>
                <a:cs typeface="+mn-cs"/>
              </a:rPr>
              <a:t>Returned ad for socks!</a:t>
            </a:r>
          </a:p>
        </p:txBody>
      </p:sp>
    </p:spTree>
    <p:extLst>
      <p:ext uri="{BB962C8B-B14F-4D97-AF65-F5344CB8AC3E}">
        <p14:creationId xmlns:p14="http://schemas.microsoft.com/office/powerpoint/2010/main" val="3951012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91"/>
                                        </p:tgtEl>
                                        <p:attrNameLst>
                                          <p:attrName>style.visibility</p:attrName>
                                        </p:attrNameLst>
                                      </p:cBhvr>
                                      <p:to>
                                        <p:strVal val="visible"/>
                                      </p:to>
                                    </p:set>
                                    <p:animEffect transition="in" filter="dissolve">
                                      <p:cBhvr>
                                        <p:cTn id="11" dur="500"/>
                                        <p:tgtEl>
                                          <p:spTgt spid="19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05"/>
                                        </p:tgtEl>
                                        <p:attrNameLst>
                                          <p:attrName>style.visibility</p:attrName>
                                        </p:attrNameLst>
                                      </p:cBhvr>
                                      <p:to>
                                        <p:strVal val="visible"/>
                                      </p:to>
                                    </p:set>
                                    <p:animEffect transition="in" filter="wipe(left)">
                                      <p:cBhvr>
                                        <p:cTn id="16" dur="500"/>
                                        <p:tgtEl>
                                          <p:spTgt spid="205"/>
                                        </p:tgtEl>
                                      </p:cBhvr>
                                    </p:animEffect>
                                  </p:childTnLst>
                                </p:cTn>
                              </p:par>
                              <p:par>
                                <p:cTn id="17" presetID="9" presetClass="exit" presetSubtype="0" fill="hold" nodeType="withEffect">
                                  <p:stCondLst>
                                    <p:cond delay="0"/>
                                  </p:stCondLst>
                                  <p:childTnLst>
                                    <p:animEffect transition="out" filter="dissolve">
                                      <p:cBhvr>
                                        <p:cTn id="18" dur="500"/>
                                        <p:tgtEl>
                                          <p:spTgt spid="50"/>
                                        </p:tgtEl>
                                      </p:cBhvr>
                                    </p:animEffect>
                                    <p:set>
                                      <p:cBhvr>
                                        <p:cTn id="19" dur="1" fill="hold">
                                          <p:stCondLst>
                                            <p:cond delay="499"/>
                                          </p:stCondLst>
                                        </p:cTn>
                                        <p:tgtEl>
                                          <p:spTgt spid="50"/>
                                        </p:tgtEl>
                                        <p:attrNameLst>
                                          <p:attrName>style.visibility</p:attrName>
                                        </p:attrNameLst>
                                      </p:cBhvr>
                                      <p:to>
                                        <p:strVal val="hidden"/>
                                      </p:to>
                                    </p:set>
                                  </p:childTnLst>
                                </p:cTn>
                              </p:par>
                            </p:childTnLst>
                          </p:cTn>
                        </p:par>
                        <p:par>
                          <p:cTn id="20" fill="hold">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222"/>
                                        </p:tgtEl>
                                        <p:attrNameLst>
                                          <p:attrName>style.visibility</p:attrName>
                                        </p:attrNameLst>
                                      </p:cBhvr>
                                      <p:to>
                                        <p:strVal val="visible"/>
                                      </p:to>
                                    </p:set>
                                    <p:animEffect transition="in" filter="dissolve">
                                      <p:cBhvr>
                                        <p:cTn id="23" dur="500"/>
                                        <p:tgtEl>
                                          <p:spTgt spid="22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213"/>
                                        </p:tgtEl>
                                        <p:attrNameLst>
                                          <p:attrName>style.visibility</p:attrName>
                                        </p:attrNameLst>
                                      </p:cBhvr>
                                      <p:to>
                                        <p:strVal val="visible"/>
                                      </p:to>
                                    </p:set>
                                    <p:animEffect transition="in" filter="wipe(right)">
                                      <p:cBhvr>
                                        <p:cTn id="28" dur="500"/>
                                        <p:tgtEl>
                                          <p:spTgt spid="213"/>
                                        </p:tgtEl>
                                      </p:cBhvr>
                                    </p:animEffect>
                                  </p:childTnLst>
                                </p:cTn>
                              </p:par>
                              <p:par>
                                <p:cTn id="29" presetID="9" presetClass="exit" presetSubtype="0" fill="hold" nodeType="withEffect">
                                  <p:stCondLst>
                                    <p:cond delay="0"/>
                                  </p:stCondLst>
                                  <p:childTnLst>
                                    <p:animEffect transition="out" filter="dissolve">
                                      <p:cBhvr>
                                        <p:cTn id="30" dur="500"/>
                                        <p:tgtEl>
                                          <p:spTgt spid="205"/>
                                        </p:tgtEl>
                                      </p:cBhvr>
                                    </p:animEffect>
                                    <p:set>
                                      <p:cBhvr>
                                        <p:cTn id="31" dur="1" fill="hold">
                                          <p:stCondLst>
                                            <p:cond delay="499"/>
                                          </p:stCondLst>
                                        </p:cTn>
                                        <p:tgtEl>
                                          <p:spTgt spid="205"/>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dissolve">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p:bldP spid="222" grpId="0"/>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B051B04-ACBF-DB44-80A7-0D40AAB4EC53}"/>
              </a:ext>
            </a:extLst>
          </p:cNvPr>
          <p:cNvSpPr txBox="1"/>
          <p:nvPr/>
        </p:nvSpPr>
        <p:spPr>
          <a:xfrm>
            <a:off x="360491" y="261258"/>
            <a:ext cx="10790133"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0E01A0"/>
                </a:solidFill>
                <a:effectLst/>
                <a:uLnTx/>
                <a:uFillTx/>
                <a:latin typeface="Calibri" panose="020F0502020204030204"/>
                <a:ea typeface="+mn-ea"/>
                <a:cs typeface="+mn-cs"/>
              </a:rPr>
              <a:t>Cookies: </a:t>
            </a:r>
            <a:r>
              <a:rPr kumimoji="0" lang="en-US" sz="4400" b="0" i="0" u="none" strike="noStrike" kern="1200" cap="none" spc="0" normalizeH="0" baseline="0" noProof="0" dirty="0">
                <a:ln>
                  <a:noFill/>
                </a:ln>
                <a:solidFill>
                  <a:srgbClr val="0E01A0"/>
                </a:solidFill>
                <a:effectLst/>
                <a:uLnTx/>
                <a:uFillTx/>
                <a:latin typeface="Calibri" panose="020F0502020204030204"/>
                <a:ea typeface="+mn-ea"/>
                <a:cs typeface="+mn-cs"/>
              </a:rPr>
              <a:t>tracking a user’s browsing behavior</a:t>
            </a:r>
          </a:p>
        </p:txBody>
      </p:sp>
      <p:sp>
        <p:nvSpPr>
          <p:cNvPr id="11" name="Content Placeholder 10">
            <a:extLst>
              <a:ext uri="{FF2B5EF4-FFF2-40B4-BE49-F238E27FC236}">
                <a16:creationId xmlns:a16="http://schemas.microsoft.com/office/drawing/2014/main" id="{B44877E6-0E15-2840-BF4C-1558F629F02F}"/>
              </a:ext>
            </a:extLst>
          </p:cNvPr>
          <p:cNvSpPr>
            <a:spLocks noGrp="1"/>
          </p:cNvSpPr>
          <p:nvPr>
            <p:ph idx="1"/>
          </p:nvPr>
        </p:nvSpPr>
        <p:spPr>
          <a:xfrm>
            <a:off x="613541" y="1386556"/>
            <a:ext cx="10515600" cy="5071394"/>
          </a:xfrm>
        </p:spPr>
        <p:txBody>
          <a:bodyPr>
            <a:normAutofit lnSpcReduction="10000"/>
          </a:bodyPr>
          <a:lstStyle/>
          <a:p>
            <a:pPr marL="0" indent="0">
              <a:buNone/>
            </a:pPr>
            <a:r>
              <a:rPr lang="en-US" sz="3200" dirty="0"/>
              <a:t>Cookies can be used to: </a:t>
            </a:r>
          </a:p>
          <a:p>
            <a:pPr marL="463550" indent="-227013">
              <a:buClr>
                <a:srgbClr val="0A14A3"/>
              </a:buClr>
              <a:buFont typeface="Wingdings" pitchFamily="2" charset="2"/>
              <a:buChar char="§"/>
            </a:pPr>
            <a:r>
              <a:rPr lang="en-US" dirty="0"/>
              <a:t>track user behavior on a given website (</a:t>
            </a:r>
            <a:r>
              <a:rPr lang="en-US" dirty="0">
                <a:solidFill>
                  <a:srgbClr val="C00000"/>
                </a:solidFill>
              </a:rPr>
              <a:t>first party cookies</a:t>
            </a:r>
            <a:r>
              <a:rPr lang="en-US" dirty="0"/>
              <a:t>)</a:t>
            </a:r>
          </a:p>
          <a:p>
            <a:pPr marL="463550" indent="-227013">
              <a:buClr>
                <a:srgbClr val="0A14A3"/>
              </a:buClr>
              <a:buFont typeface="Wingdings" pitchFamily="2" charset="2"/>
              <a:buChar char="§"/>
            </a:pPr>
            <a:r>
              <a:rPr lang="en-US" dirty="0"/>
              <a:t>track user behavior across multiple websites (</a:t>
            </a:r>
            <a:r>
              <a:rPr lang="en-US" dirty="0">
                <a:solidFill>
                  <a:srgbClr val="C00000"/>
                </a:solidFill>
              </a:rPr>
              <a:t>third party cookies</a:t>
            </a:r>
            <a:r>
              <a:rPr lang="en-US" dirty="0"/>
              <a:t>) without user ever choosing to visit tracker site (!)</a:t>
            </a:r>
          </a:p>
          <a:p>
            <a:pPr marL="463550" indent="-227013">
              <a:buClr>
                <a:srgbClr val="0A14A3"/>
              </a:buClr>
              <a:buFont typeface="Wingdings" pitchFamily="2" charset="2"/>
              <a:buChar char="§"/>
            </a:pPr>
            <a:r>
              <a:rPr lang="en-US" dirty="0"/>
              <a:t>tracking may be </a:t>
            </a:r>
            <a:r>
              <a:rPr lang="en-US" i="1" dirty="0"/>
              <a:t>invisible</a:t>
            </a:r>
            <a:r>
              <a:rPr lang="en-US" dirty="0"/>
              <a:t> to user:</a:t>
            </a:r>
          </a:p>
          <a:p>
            <a:pPr marL="860425" lvl="1" indent="-168275">
              <a:buClr>
                <a:srgbClr val="0A14A3"/>
              </a:buClr>
            </a:pPr>
            <a:r>
              <a:rPr lang="en-US" dirty="0"/>
              <a:t>rather than displayed ad triggering HTTP GET to tracker, could be an invisible link</a:t>
            </a:r>
          </a:p>
          <a:p>
            <a:pPr marL="920750" lvl="1" indent="-227013">
              <a:buClr>
                <a:srgbClr val="0A14A3"/>
              </a:buClr>
              <a:buFont typeface="Wingdings" pitchFamily="2" charset="2"/>
              <a:buChar char="§"/>
            </a:pPr>
            <a:endParaRPr lang="en-US" dirty="0"/>
          </a:p>
          <a:p>
            <a:pPr marL="236537" indent="0">
              <a:buClr>
                <a:srgbClr val="0A14A3"/>
              </a:buClr>
              <a:buNone/>
            </a:pPr>
            <a:r>
              <a:rPr lang="en-US" dirty="0"/>
              <a:t>third party tracking via cookies:</a:t>
            </a:r>
          </a:p>
          <a:p>
            <a:pPr marL="692150" indent="-341313">
              <a:buClr>
                <a:srgbClr val="0A14A3"/>
              </a:buClr>
              <a:buFont typeface="Wingdings" pitchFamily="2" charset="2"/>
              <a:buChar char="§"/>
            </a:pPr>
            <a:r>
              <a:rPr lang="en-US" dirty="0"/>
              <a:t>disabled by default in Firefox, Safari browsers</a:t>
            </a:r>
          </a:p>
          <a:p>
            <a:pPr marL="692150" indent="-341313">
              <a:buClr>
                <a:srgbClr val="0A14A3"/>
              </a:buClr>
              <a:buFont typeface="Wingdings" pitchFamily="2" charset="2"/>
              <a:buChar char="§"/>
            </a:pPr>
            <a:r>
              <a:rPr lang="en-US" dirty="0"/>
              <a:t>to be disabled in Chrome browser in 2023</a:t>
            </a:r>
          </a:p>
        </p:txBody>
      </p:sp>
    </p:spTree>
    <p:extLst>
      <p:ext uri="{BB962C8B-B14F-4D97-AF65-F5344CB8AC3E}">
        <p14:creationId xmlns:p14="http://schemas.microsoft.com/office/powerpoint/2010/main" val="4115819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6" end="6"/>
                                            </p:txEl>
                                          </p:spTgt>
                                        </p:tgtEl>
                                        <p:attrNameLst>
                                          <p:attrName>style.visibility</p:attrName>
                                        </p:attrNameLst>
                                      </p:cBhvr>
                                      <p:to>
                                        <p:strVal val="visible"/>
                                      </p:to>
                                    </p:set>
                                    <p:animEffect transition="in" filter="dissolve">
                                      <p:cBhvr>
                                        <p:cTn id="7" dur="500"/>
                                        <p:tgtEl>
                                          <p:spTgt spid="11">
                                            <p:txEl>
                                              <p:pRg st="6" end="6"/>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
                                            <p:txEl>
                                              <p:pRg st="7" end="7"/>
                                            </p:txEl>
                                          </p:spTgt>
                                        </p:tgtEl>
                                        <p:attrNameLst>
                                          <p:attrName>style.visibility</p:attrName>
                                        </p:attrNameLst>
                                      </p:cBhvr>
                                      <p:to>
                                        <p:strVal val="visible"/>
                                      </p:to>
                                    </p:set>
                                    <p:animEffect transition="in" filter="dissolve">
                                      <p:cBhvr>
                                        <p:cTn id="10" dur="500"/>
                                        <p:tgtEl>
                                          <p:spTgt spid="11">
                                            <p:txEl>
                                              <p:pRg st="7" end="7"/>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1">
                                            <p:txEl>
                                              <p:pRg st="8" end="8"/>
                                            </p:txEl>
                                          </p:spTgt>
                                        </p:tgtEl>
                                        <p:attrNameLst>
                                          <p:attrName>style.visibility</p:attrName>
                                        </p:attrNameLst>
                                      </p:cBhvr>
                                      <p:to>
                                        <p:strVal val="visible"/>
                                      </p:to>
                                    </p:set>
                                    <p:animEffect transition="in" filter="dissolve">
                                      <p:cBhvr>
                                        <p:cTn id="13"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B051B04-ACBF-DB44-80A7-0D40AAB4EC53}"/>
              </a:ext>
            </a:extLst>
          </p:cNvPr>
          <p:cNvSpPr txBox="1"/>
          <p:nvPr/>
        </p:nvSpPr>
        <p:spPr>
          <a:xfrm>
            <a:off x="360491" y="261258"/>
            <a:ext cx="10283071"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E01A0"/>
                </a:solidFill>
                <a:effectLst/>
                <a:uLnTx/>
                <a:uFillTx/>
                <a:latin typeface="Calibri" panose="020F0502020204030204"/>
                <a:ea typeface="+mn-ea"/>
                <a:cs typeface="+mn-cs"/>
              </a:rPr>
              <a:t> GDPR </a:t>
            </a:r>
            <a:r>
              <a:rPr kumimoji="0" lang="en-US" sz="2800" b="0" i="0" u="none" strike="noStrike" kern="1200" cap="none" spc="0" normalizeH="0" baseline="0" noProof="0" dirty="0">
                <a:ln>
                  <a:noFill/>
                </a:ln>
                <a:solidFill>
                  <a:srgbClr val="0E01A0"/>
                </a:solidFill>
                <a:effectLst/>
                <a:uLnTx/>
                <a:uFillTx/>
                <a:latin typeface="Calibri" panose="020F0502020204030204"/>
                <a:ea typeface="+mn-ea"/>
                <a:cs typeface="+mn-cs"/>
              </a:rPr>
              <a:t>(EU General Data Protection Regulation) </a:t>
            </a:r>
            <a:r>
              <a:rPr kumimoji="0" lang="en-US" sz="4400" b="0" i="0" u="none" strike="noStrike" kern="1200" cap="none" spc="0" normalizeH="0" baseline="0" noProof="0" dirty="0">
                <a:ln>
                  <a:noFill/>
                </a:ln>
                <a:solidFill>
                  <a:srgbClr val="0E01A0"/>
                </a:solidFill>
                <a:effectLst/>
                <a:uLnTx/>
                <a:uFillTx/>
                <a:latin typeface="Calibri" panose="020F0502020204030204"/>
                <a:ea typeface="+mn-ea"/>
                <a:cs typeface="+mn-cs"/>
              </a:rPr>
              <a:t>and cookies</a:t>
            </a:r>
            <a:endParaRPr kumimoji="0" lang="en-US" sz="3600" b="0" i="0" u="none" strike="noStrike" kern="1200" cap="none" spc="0" normalizeH="0" baseline="0" noProof="0" dirty="0">
              <a:ln>
                <a:noFill/>
              </a:ln>
              <a:solidFill>
                <a:srgbClr val="0E01A0"/>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B44877E6-0E15-2840-BF4C-1558F629F02F}"/>
              </a:ext>
            </a:extLst>
          </p:cNvPr>
          <p:cNvSpPr>
            <a:spLocks noGrp="1"/>
          </p:cNvSpPr>
          <p:nvPr>
            <p:ph idx="1"/>
          </p:nvPr>
        </p:nvSpPr>
        <p:spPr>
          <a:xfrm>
            <a:off x="802727" y="1632893"/>
            <a:ext cx="5736021" cy="2911124"/>
          </a:xfrm>
        </p:spPr>
        <p:txBody>
          <a:bodyPr>
            <a:normAutofit/>
          </a:bodyPr>
          <a:lstStyle/>
          <a:p>
            <a:pPr marL="0" indent="0">
              <a:buNone/>
            </a:pPr>
            <a:r>
              <a:rPr lang="en-US" sz="2000" dirty="0"/>
              <a:t>“Natural persons may be associated with online identifiers […] such as internet protocol addresses, cookie identifiers or other identifiers […].</a:t>
            </a:r>
          </a:p>
          <a:p>
            <a:pPr marL="0" indent="0">
              <a:buNone/>
            </a:pPr>
            <a:r>
              <a:rPr lang="en-US" sz="2000" dirty="0"/>
              <a:t>This may leave traces which, in particular when combined with unique identifiers and other information received by the servers, may be used to create profiles of the natural persons and identify them.”</a:t>
            </a:r>
          </a:p>
          <a:p>
            <a:pPr marL="0" indent="0">
              <a:buNone/>
            </a:pPr>
            <a:endParaRPr lang="en-US" dirty="0"/>
          </a:p>
        </p:txBody>
      </p:sp>
      <p:sp>
        <p:nvSpPr>
          <p:cNvPr id="53" name="Rectangle 52">
            <a:extLst>
              <a:ext uri="{FF2B5EF4-FFF2-40B4-BE49-F238E27FC236}">
                <a16:creationId xmlns:a16="http://schemas.microsoft.com/office/drawing/2014/main" id="{BFBE1986-1770-D04F-A610-BF1A6514BB48}"/>
              </a:ext>
            </a:extLst>
          </p:cNvPr>
          <p:cNvSpPr/>
          <p:nvPr/>
        </p:nvSpPr>
        <p:spPr>
          <a:xfrm>
            <a:off x="547457" y="1418109"/>
            <a:ext cx="6229350" cy="290322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 name="TextBox 54">
            <a:extLst>
              <a:ext uri="{FF2B5EF4-FFF2-40B4-BE49-F238E27FC236}">
                <a16:creationId xmlns:a16="http://schemas.microsoft.com/office/drawing/2014/main" id="{4074E854-33C2-FC45-A070-05AF1EC24A62}"/>
              </a:ext>
            </a:extLst>
          </p:cNvPr>
          <p:cNvSpPr txBox="1"/>
          <p:nvPr/>
        </p:nvSpPr>
        <p:spPr>
          <a:xfrm>
            <a:off x="3578771" y="4114800"/>
            <a:ext cx="2817887"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GDPR, recital 30 (May 2018)</a:t>
            </a:r>
          </a:p>
        </p:txBody>
      </p:sp>
      <p:grpSp>
        <p:nvGrpSpPr>
          <p:cNvPr id="58" name="Group 57">
            <a:extLst>
              <a:ext uri="{FF2B5EF4-FFF2-40B4-BE49-F238E27FC236}">
                <a16:creationId xmlns:a16="http://schemas.microsoft.com/office/drawing/2014/main" id="{B52903E8-B701-5148-93B6-EC1E4331F5FB}"/>
              </a:ext>
            </a:extLst>
          </p:cNvPr>
          <p:cNvGrpSpPr/>
          <p:nvPr/>
        </p:nvGrpSpPr>
        <p:grpSpPr>
          <a:xfrm>
            <a:off x="7162802" y="1198179"/>
            <a:ext cx="5029198" cy="4840014"/>
            <a:chOff x="6810703" y="931954"/>
            <a:chExt cx="5675585" cy="5736860"/>
          </a:xfrm>
        </p:grpSpPr>
        <p:pic>
          <p:nvPicPr>
            <p:cNvPr id="173" name="Picture 2" descr="17 19 21.5 23.6&amp;#39;&amp;#39; Inch 60HZ IPS lcd Monitor display for desktop computer  pc|LCD Monitors| - AliExpress">
              <a:extLst>
                <a:ext uri="{FF2B5EF4-FFF2-40B4-BE49-F238E27FC236}">
                  <a16:creationId xmlns:a16="http://schemas.microsoft.com/office/drawing/2014/main" id="{E2A13C1C-98B5-DC49-B1BB-DBCFA4C0D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0703" y="931954"/>
              <a:ext cx="5675585" cy="573686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id="{30D92692-1901-A141-88C9-0A095B294528}"/>
                </a:ext>
              </a:extLst>
            </p:cNvPr>
            <p:cNvPicPr>
              <a:picLocks noChangeAspect="1"/>
            </p:cNvPicPr>
            <p:nvPr/>
          </p:nvPicPr>
          <p:blipFill>
            <a:blip r:embed="rId4"/>
            <a:stretch>
              <a:fillRect/>
            </a:stretch>
          </p:blipFill>
          <p:spPr>
            <a:xfrm>
              <a:off x="7772399" y="1697511"/>
              <a:ext cx="3859905" cy="3315923"/>
            </a:xfrm>
            <a:prstGeom prst="rect">
              <a:avLst/>
            </a:prstGeom>
            <a:ln w="31750">
              <a:solidFill>
                <a:schemeClr val="bg1">
                  <a:lumMod val="75000"/>
                </a:schemeClr>
              </a:solidFill>
            </a:ln>
            <a:effectLst>
              <a:outerShdw blurRad="50800" dist="38100" dir="2700000" algn="tl" rotWithShape="0">
                <a:prstClr val="black">
                  <a:alpha val="40000"/>
                </a:prstClr>
              </a:outerShdw>
            </a:effectLst>
          </p:spPr>
        </p:pic>
        <p:sp>
          <p:nvSpPr>
            <p:cNvPr id="56" name="Rectangle 55">
              <a:extLst>
                <a:ext uri="{FF2B5EF4-FFF2-40B4-BE49-F238E27FC236}">
                  <a16:creationId xmlns:a16="http://schemas.microsoft.com/office/drawing/2014/main" id="{2E1F02BC-6660-6941-B402-887A3D821B18}"/>
                </a:ext>
              </a:extLst>
            </p:cNvPr>
            <p:cNvSpPr/>
            <p:nvPr/>
          </p:nvSpPr>
          <p:spPr>
            <a:xfrm>
              <a:off x="7993117" y="3957145"/>
              <a:ext cx="3484180" cy="930165"/>
            </a:xfrm>
            <a:prstGeom prst="rect">
              <a:avLst/>
            </a:prstGeom>
            <a:noFill/>
            <a:ln w="603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 name="TextBox 56">
              <a:extLst>
                <a:ext uri="{FF2B5EF4-FFF2-40B4-BE49-F238E27FC236}">
                  <a16:creationId xmlns:a16="http://schemas.microsoft.com/office/drawing/2014/main" id="{A76BEBCE-C465-314E-86E0-F0EBEB0CE0D0}"/>
                </a:ext>
              </a:extLst>
            </p:cNvPr>
            <p:cNvSpPr txBox="1"/>
            <p:nvPr/>
          </p:nvSpPr>
          <p:spPr>
            <a:xfrm>
              <a:off x="8071944" y="5580992"/>
              <a:ext cx="3263462" cy="923330"/>
            </a:xfrm>
            <a:prstGeom prst="rect">
              <a:avLst/>
            </a:prstGeom>
            <a:solidFill>
              <a:schemeClr val="bg1">
                <a:alpha val="67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panose="020F0502020204030204"/>
                  <a:ea typeface="+mn-ea"/>
                  <a:cs typeface="+mn-cs"/>
                </a:rPr>
                <a:t>User has explicit control over whether or not cookies are allowed</a:t>
              </a:r>
            </a:p>
          </p:txBody>
        </p:sp>
      </p:grpSp>
      <p:grpSp>
        <p:nvGrpSpPr>
          <p:cNvPr id="60" name="Group 59">
            <a:extLst>
              <a:ext uri="{FF2B5EF4-FFF2-40B4-BE49-F238E27FC236}">
                <a16:creationId xmlns:a16="http://schemas.microsoft.com/office/drawing/2014/main" id="{B8831A28-D235-DF45-926A-DE576497C8EE}"/>
              </a:ext>
            </a:extLst>
          </p:cNvPr>
          <p:cNvGrpSpPr/>
          <p:nvPr/>
        </p:nvGrpSpPr>
        <p:grpSpPr>
          <a:xfrm>
            <a:off x="504498" y="4461641"/>
            <a:ext cx="6274676" cy="1988605"/>
            <a:chOff x="504498" y="4461641"/>
            <a:chExt cx="6274676" cy="1988605"/>
          </a:xfrm>
        </p:grpSpPr>
        <p:sp>
          <p:nvSpPr>
            <p:cNvPr id="54" name="TextBox 53">
              <a:extLst>
                <a:ext uri="{FF2B5EF4-FFF2-40B4-BE49-F238E27FC236}">
                  <a16:creationId xmlns:a16="http://schemas.microsoft.com/office/drawing/2014/main" id="{BC9FA0C1-0C19-8F42-9B02-DABB110E178D}"/>
                </a:ext>
              </a:extLst>
            </p:cNvPr>
            <p:cNvSpPr txBox="1"/>
            <p:nvPr/>
          </p:nvSpPr>
          <p:spPr>
            <a:xfrm>
              <a:off x="504498" y="5249917"/>
              <a:ext cx="6274676"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when cookies can identify an individual, cookies are considered personal data, subject to GDPR personal data regulations</a:t>
              </a:r>
            </a:p>
          </p:txBody>
        </p:sp>
        <p:sp>
          <p:nvSpPr>
            <p:cNvPr id="59" name="Down Arrow 58">
              <a:extLst>
                <a:ext uri="{FF2B5EF4-FFF2-40B4-BE49-F238E27FC236}">
                  <a16:creationId xmlns:a16="http://schemas.microsoft.com/office/drawing/2014/main" id="{BD67E037-04D0-5242-9C92-6158A1ED1E53}"/>
                </a:ext>
              </a:extLst>
            </p:cNvPr>
            <p:cNvSpPr/>
            <p:nvPr/>
          </p:nvSpPr>
          <p:spPr>
            <a:xfrm>
              <a:off x="3058509" y="4461641"/>
              <a:ext cx="646387" cy="819807"/>
            </a:xfrm>
            <a:prstGeom prst="downArrow">
              <a:avLst/>
            </a:prstGeom>
            <a:gradFill>
              <a:gsLst>
                <a:gs pos="0">
                  <a:schemeClr val="accent1">
                    <a:lumMod val="5000"/>
                    <a:lumOff val="95000"/>
                  </a:schemeClr>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3312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up)">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dissolve">
                                      <p:cBhvr>
                                        <p:cTn id="1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400" dirty="0">
                <a:ea typeface="ＭＳ Ｐゴシック" panose="020B0600070205080204" pitchFamily="34" charset="-128"/>
              </a:rPr>
              <a:t>Web caches</a:t>
            </a:r>
            <a:endParaRPr lang="en-US" sz="4400" dirty="0"/>
          </a:p>
        </p:txBody>
      </p:sp>
      <p:grpSp>
        <p:nvGrpSpPr>
          <p:cNvPr id="8" name="Group 171">
            <a:extLst>
              <a:ext uri="{FF2B5EF4-FFF2-40B4-BE49-F238E27FC236}">
                <a16:creationId xmlns:a16="http://schemas.microsoft.com/office/drawing/2014/main" id="{E76E25C6-83D0-304F-B3E3-A37D3DAE7B5C}"/>
              </a:ext>
            </a:extLst>
          </p:cNvPr>
          <p:cNvGrpSpPr>
            <a:grpSpLocks/>
          </p:cNvGrpSpPr>
          <p:nvPr/>
        </p:nvGrpSpPr>
        <p:grpSpPr bwMode="auto">
          <a:xfrm>
            <a:off x="6272213" y="2445088"/>
            <a:ext cx="687387" cy="763588"/>
            <a:chOff x="-44" y="1473"/>
            <a:chExt cx="981" cy="1105"/>
          </a:xfrm>
        </p:grpSpPr>
        <p:pic>
          <p:nvPicPr>
            <p:cNvPr id="10" name="Picture 172" descr="desktop_computer_stylized_medium">
              <a:extLst>
                <a:ext uri="{FF2B5EF4-FFF2-40B4-BE49-F238E27FC236}">
                  <a16:creationId xmlns:a16="http://schemas.microsoft.com/office/drawing/2014/main" id="{CB2AE99F-D134-A74A-947C-5E7B017C1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173">
              <a:extLst>
                <a:ext uri="{FF2B5EF4-FFF2-40B4-BE49-F238E27FC236}">
                  <a16:creationId xmlns:a16="http://schemas.microsoft.com/office/drawing/2014/main" id="{CC3CBC7E-C664-ED4A-8BFE-4C6C0A390F2C}"/>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2" name="Group 102">
            <a:extLst>
              <a:ext uri="{FF2B5EF4-FFF2-40B4-BE49-F238E27FC236}">
                <a16:creationId xmlns:a16="http://schemas.microsoft.com/office/drawing/2014/main" id="{341AE079-CB6E-AE4A-A6CF-6667D0BCC3A6}"/>
              </a:ext>
            </a:extLst>
          </p:cNvPr>
          <p:cNvGrpSpPr>
            <a:grpSpLocks/>
          </p:cNvGrpSpPr>
          <p:nvPr/>
        </p:nvGrpSpPr>
        <p:grpSpPr bwMode="auto">
          <a:xfrm>
            <a:off x="6337300" y="4318338"/>
            <a:ext cx="687388" cy="763588"/>
            <a:chOff x="-44" y="1473"/>
            <a:chExt cx="981" cy="1105"/>
          </a:xfrm>
        </p:grpSpPr>
        <p:pic>
          <p:nvPicPr>
            <p:cNvPr id="13" name="Picture 103" descr="desktop_computer_stylized_medium">
              <a:extLst>
                <a:ext uri="{FF2B5EF4-FFF2-40B4-BE49-F238E27FC236}">
                  <a16:creationId xmlns:a16="http://schemas.microsoft.com/office/drawing/2014/main" id="{0F7D667F-14F5-8947-8466-5A2508D1FF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Freeform 104">
              <a:extLst>
                <a:ext uri="{FF2B5EF4-FFF2-40B4-BE49-F238E27FC236}">
                  <a16:creationId xmlns:a16="http://schemas.microsoft.com/office/drawing/2014/main" id="{1CCE495C-FE29-374C-9BCD-5BFBA55DE776}"/>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48" name="Group 105">
            <a:extLst>
              <a:ext uri="{FF2B5EF4-FFF2-40B4-BE49-F238E27FC236}">
                <a16:creationId xmlns:a16="http://schemas.microsoft.com/office/drawing/2014/main" id="{713D2680-FE84-BF45-82AB-42E37E22BD97}"/>
              </a:ext>
            </a:extLst>
          </p:cNvPr>
          <p:cNvGrpSpPr>
            <a:grpSpLocks/>
          </p:cNvGrpSpPr>
          <p:nvPr/>
        </p:nvGrpSpPr>
        <p:grpSpPr bwMode="auto">
          <a:xfrm>
            <a:off x="10423525" y="2586376"/>
            <a:ext cx="433388" cy="715962"/>
            <a:chOff x="4140" y="429"/>
            <a:chExt cx="1425" cy="2396"/>
          </a:xfrm>
        </p:grpSpPr>
        <p:sp>
          <p:nvSpPr>
            <p:cNvPr id="49" name="Freeform 106">
              <a:extLst>
                <a:ext uri="{FF2B5EF4-FFF2-40B4-BE49-F238E27FC236}">
                  <a16:creationId xmlns:a16="http://schemas.microsoft.com/office/drawing/2014/main" id="{F351644B-40EC-1643-B55C-BD6490B42BA7}"/>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0" name="Rectangle 107">
              <a:extLst>
                <a:ext uri="{FF2B5EF4-FFF2-40B4-BE49-F238E27FC236}">
                  <a16:creationId xmlns:a16="http://schemas.microsoft.com/office/drawing/2014/main" id="{C431E1A6-A308-714C-9DB4-CD66A6C1EE17}"/>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1" name="Freeform 108">
              <a:extLst>
                <a:ext uri="{FF2B5EF4-FFF2-40B4-BE49-F238E27FC236}">
                  <a16:creationId xmlns:a16="http://schemas.microsoft.com/office/drawing/2014/main" id="{31CFCE65-E538-0841-8EF3-0F63DB8943E8}"/>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2" name="Freeform 109">
              <a:extLst>
                <a:ext uri="{FF2B5EF4-FFF2-40B4-BE49-F238E27FC236}">
                  <a16:creationId xmlns:a16="http://schemas.microsoft.com/office/drawing/2014/main" id="{ECC9C409-7630-F84A-B584-5C94715A6985}"/>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3" name="Rectangle 110">
              <a:extLst>
                <a:ext uri="{FF2B5EF4-FFF2-40B4-BE49-F238E27FC236}">
                  <a16:creationId xmlns:a16="http://schemas.microsoft.com/office/drawing/2014/main" id="{F46717B0-272A-7C4F-B732-92EEC8E77AD3}"/>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54" name="Group 111">
              <a:extLst>
                <a:ext uri="{FF2B5EF4-FFF2-40B4-BE49-F238E27FC236}">
                  <a16:creationId xmlns:a16="http://schemas.microsoft.com/office/drawing/2014/main" id="{F4ACB840-83DF-404B-A66F-DEBB071861C4}"/>
                </a:ext>
              </a:extLst>
            </p:cNvPr>
            <p:cNvGrpSpPr>
              <a:grpSpLocks/>
            </p:cNvGrpSpPr>
            <p:nvPr/>
          </p:nvGrpSpPr>
          <p:grpSpPr bwMode="auto">
            <a:xfrm>
              <a:off x="4749" y="668"/>
              <a:ext cx="581" cy="145"/>
              <a:chOff x="614" y="2568"/>
              <a:chExt cx="725" cy="139"/>
            </a:xfrm>
          </p:grpSpPr>
          <p:sp>
            <p:nvSpPr>
              <p:cNvPr id="79" name="AutoShape 112">
                <a:extLst>
                  <a:ext uri="{FF2B5EF4-FFF2-40B4-BE49-F238E27FC236}">
                    <a16:creationId xmlns:a16="http://schemas.microsoft.com/office/drawing/2014/main" id="{A911B0DC-A8C2-124C-9C82-2A735A79B97C}"/>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80" name="AutoShape 113">
                <a:extLst>
                  <a:ext uri="{FF2B5EF4-FFF2-40B4-BE49-F238E27FC236}">
                    <a16:creationId xmlns:a16="http://schemas.microsoft.com/office/drawing/2014/main" id="{9F0B8CE7-288A-EE43-A6E4-C3D97C626F46}"/>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55" name="Rectangle 114">
              <a:extLst>
                <a:ext uri="{FF2B5EF4-FFF2-40B4-BE49-F238E27FC236}">
                  <a16:creationId xmlns:a16="http://schemas.microsoft.com/office/drawing/2014/main" id="{766D4B94-8E57-804B-B018-819DFD6CDCC0}"/>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56" name="Group 115">
              <a:extLst>
                <a:ext uri="{FF2B5EF4-FFF2-40B4-BE49-F238E27FC236}">
                  <a16:creationId xmlns:a16="http://schemas.microsoft.com/office/drawing/2014/main" id="{D994FF4C-7626-D748-A12D-5D1C5FEE1AC4}"/>
                </a:ext>
              </a:extLst>
            </p:cNvPr>
            <p:cNvGrpSpPr>
              <a:grpSpLocks/>
            </p:cNvGrpSpPr>
            <p:nvPr/>
          </p:nvGrpSpPr>
          <p:grpSpPr bwMode="auto">
            <a:xfrm>
              <a:off x="4747" y="994"/>
              <a:ext cx="581" cy="134"/>
              <a:chOff x="614" y="2568"/>
              <a:chExt cx="725" cy="139"/>
            </a:xfrm>
          </p:grpSpPr>
          <p:sp>
            <p:nvSpPr>
              <p:cNvPr id="77" name="AutoShape 116">
                <a:extLst>
                  <a:ext uri="{FF2B5EF4-FFF2-40B4-BE49-F238E27FC236}">
                    <a16:creationId xmlns:a16="http://schemas.microsoft.com/office/drawing/2014/main" id="{198A1BC7-4B65-BC4C-8A29-B983D8E1F847}"/>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78" name="AutoShape 117">
                <a:extLst>
                  <a:ext uri="{FF2B5EF4-FFF2-40B4-BE49-F238E27FC236}">
                    <a16:creationId xmlns:a16="http://schemas.microsoft.com/office/drawing/2014/main" id="{40DD27E4-9779-CF42-BFDD-6696DFFFA76C}"/>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57" name="Rectangle 118">
              <a:extLst>
                <a:ext uri="{FF2B5EF4-FFF2-40B4-BE49-F238E27FC236}">
                  <a16:creationId xmlns:a16="http://schemas.microsoft.com/office/drawing/2014/main" id="{ACA44148-7C10-3C49-BB35-5101746C955C}"/>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8" name="Rectangle 119">
              <a:extLst>
                <a:ext uri="{FF2B5EF4-FFF2-40B4-BE49-F238E27FC236}">
                  <a16:creationId xmlns:a16="http://schemas.microsoft.com/office/drawing/2014/main" id="{4E7711E0-C3F4-3F44-939E-C5EB99D29083}"/>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59" name="Group 120">
              <a:extLst>
                <a:ext uri="{FF2B5EF4-FFF2-40B4-BE49-F238E27FC236}">
                  <a16:creationId xmlns:a16="http://schemas.microsoft.com/office/drawing/2014/main" id="{67EE5E5B-A672-4948-A190-6619EF0F407D}"/>
                </a:ext>
              </a:extLst>
            </p:cNvPr>
            <p:cNvGrpSpPr>
              <a:grpSpLocks/>
            </p:cNvGrpSpPr>
            <p:nvPr/>
          </p:nvGrpSpPr>
          <p:grpSpPr bwMode="auto">
            <a:xfrm>
              <a:off x="4735" y="1627"/>
              <a:ext cx="582" cy="151"/>
              <a:chOff x="614" y="2568"/>
              <a:chExt cx="725" cy="139"/>
            </a:xfrm>
          </p:grpSpPr>
          <p:sp>
            <p:nvSpPr>
              <p:cNvPr id="75" name="AutoShape 121">
                <a:extLst>
                  <a:ext uri="{FF2B5EF4-FFF2-40B4-BE49-F238E27FC236}">
                    <a16:creationId xmlns:a16="http://schemas.microsoft.com/office/drawing/2014/main" id="{05F4D1D6-814A-6E46-A67F-0AB27A8D1CE8}"/>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76" name="AutoShape 122">
                <a:extLst>
                  <a:ext uri="{FF2B5EF4-FFF2-40B4-BE49-F238E27FC236}">
                    <a16:creationId xmlns:a16="http://schemas.microsoft.com/office/drawing/2014/main" id="{B26FB4DB-5CE0-0547-A9EF-8F3F889E2A00}"/>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60" name="Freeform 123">
              <a:extLst>
                <a:ext uri="{FF2B5EF4-FFF2-40B4-BE49-F238E27FC236}">
                  <a16:creationId xmlns:a16="http://schemas.microsoft.com/office/drawing/2014/main" id="{06773D0F-8045-BA4B-A438-853ED5C1E6CA}"/>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61" name="Group 124">
              <a:extLst>
                <a:ext uri="{FF2B5EF4-FFF2-40B4-BE49-F238E27FC236}">
                  <a16:creationId xmlns:a16="http://schemas.microsoft.com/office/drawing/2014/main" id="{2289418B-58E5-6F41-8BA5-C30F733D8B78}"/>
                </a:ext>
              </a:extLst>
            </p:cNvPr>
            <p:cNvGrpSpPr>
              <a:grpSpLocks/>
            </p:cNvGrpSpPr>
            <p:nvPr/>
          </p:nvGrpSpPr>
          <p:grpSpPr bwMode="auto">
            <a:xfrm>
              <a:off x="4739" y="1327"/>
              <a:ext cx="582" cy="139"/>
              <a:chOff x="614" y="2568"/>
              <a:chExt cx="725" cy="139"/>
            </a:xfrm>
          </p:grpSpPr>
          <p:sp>
            <p:nvSpPr>
              <p:cNvPr id="73" name="AutoShape 125">
                <a:extLst>
                  <a:ext uri="{FF2B5EF4-FFF2-40B4-BE49-F238E27FC236}">
                    <a16:creationId xmlns:a16="http://schemas.microsoft.com/office/drawing/2014/main" id="{38E6EBDC-7542-364B-BAB0-D30286482B98}"/>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74" name="AutoShape 126">
                <a:extLst>
                  <a:ext uri="{FF2B5EF4-FFF2-40B4-BE49-F238E27FC236}">
                    <a16:creationId xmlns:a16="http://schemas.microsoft.com/office/drawing/2014/main" id="{54B2EB69-B7C9-EC42-B99F-19CC17D5EAD3}"/>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62" name="Rectangle 127">
              <a:extLst>
                <a:ext uri="{FF2B5EF4-FFF2-40B4-BE49-F238E27FC236}">
                  <a16:creationId xmlns:a16="http://schemas.microsoft.com/office/drawing/2014/main" id="{08BCE1F3-76AF-E441-89A0-DA57E700E37B}"/>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3" name="Freeform 128">
              <a:extLst>
                <a:ext uri="{FF2B5EF4-FFF2-40B4-BE49-F238E27FC236}">
                  <a16:creationId xmlns:a16="http://schemas.microsoft.com/office/drawing/2014/main" id="{4B174135-D9EA-854A-9853-AC5CCDD443C7}"/>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4" name="Freeform 129">
              <a:extLst>
                <a:ext uri="{FF2B5EF4-FFF2-40B4-BE49-F238E27FC236}">
                  <a16:creationId xmlns:a16="http://schemas.microsoft.com/office/drawing/2014/main" id="{927D55DC-6C82-634A-B79C-B427EAAD459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5" name="Oval 130">
              <a:extLst>
                <a:ext uri="{FF2B5EF4-FFF2-40B4-BE49-F238E27FC236}">
                  <a16:creationId xmlns:a16="http://schemas.microsoft.com/office/drawing/2014/main" id="{3BB31101-2EB7-F44D-8AA6-0366039E9CFA}"/>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6" name="Freeform 131">
              <a:extLst>
                <a:ext uri="{FF2B5EF4-FFF2-40B4-BE49-F238E27FC236}">
                  <a16:creationId xmlns:a16="http://schemas.microsoft.com/office/drawing/2014/main" id="{79253978-26CE-7249-A74C-F9743D4FBD8F}"/>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7" name="AutoShape 132">
              <a:extLst>
                <a:ext uri="{FF2B5EF4-FFF2-40B4-BE49-F238E27FC236}">
                  <a16:creationId xmlns:a16="http://schemas.microsoft.com/office/drawing/2014/main" id="{D2E63390-A569-3942-9FC4-1FAF9A9C770E}"/>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8" name="AutoShape 133">
              <a:extLst>
                <a:ext uri="{FF2B5EF4-FFF2-40B4-BE49-F238E27FC236}">
                  <a16:creationId xmlns:a16="http://schemas.microsoft.com/office/drawing/2014/main" id="{76E84029-5A5D-0B43-A027-68F72A0B1075}"/>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9" name="Oval 134">
              <a:extLst>
                <a:ext uri="{FF2B5EF4-FFF2-40B4-BE49-F238E27FC236}">
                  <a16:creationId xmlns:a16="http://schemas.microsoft.com/office/drawing/2014/main" id="{3E213C1D-2C02-AD4C-9E3D-D83B7E9B8458}"/>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70" name="Oval 135">
              <a:extLst>
                <a:ext uri="{FF2B5EF4-FFF2-40B4-BE49-F238E27FC236}">
                  <a16:creationId xmlns:a16="http://schemas.microsoft.com/office/drawing/2014/main" id="{8AAFA532-A081-384C-AB75-218BDC209A3C}"/>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Arial" panose="020B0604020202020204" pitchFamily="34" charset="0"/>
              </a:endParaRPr>
            </a:p>
          </p:txBody>
        </p:sp>
        <p:sp>
          <p:nvSpPr>
            <p:cNvPr id="71" name="Oval 136">
              <a:extLst>
                <a:ext uri="{FF2B5EF4-FFF2-40B4-BE49-F238E27FC236}">
                  <a16:creationId xmlns:a16="http://schemas.microsoft.com/office/drawing/2014/main" id="{56B5635A-EB88-0440-8FBB-410A578DEF4E}"/>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72" name="Rectangle 137">
              <a:extLst>
                <a:ext uri="{FF2B5EF4-FFF2-40B4-BE49-F238E27FC236}">
                  <a16:creationId xmlns:a16="http://schemas.microsoft.com/office/drawing/2014/main" id="{DB35C1A6-F8F8-A34C-83A8-1C5F2BC02CF1}"/>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81" name="Rectangle 3">
            <a:extLst>
              <a:ext uri="{FF2B5EF4-FFF2-40B4-BE49-F238E27FC236}">
                <a16:creationId xmlns:a16="http://schemas.microsoft.com/office/drawing/2014/main" id="{0E93D937-D6CD-8B48-B770-F30B1D0D993E}"/>
              </a:ext>
            </a:extLst>
          </p:cNvPr>
          <p:cNvSpPr txBox="1">
            <a:spLocks noChangeArrowheads="1"/>
          </p:cNvSpPr>
          <p:nvPr/>
        </p:nvSpPr>
        <p:spPr>
          <a:xfrm>
            <a:off x="794606" y="2233994"/>
            <a:ext cx="4908362" cy="376237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3363" marR="0" lvl="0" indent="-2333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user configures browser to point to a (local) </a:t>
            </a:r>
            <a:r>
              <a:rPr kumimoji="0" lang="en-US" altLang="en-US" sz="2800" b="0" i="1"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Web cache</a:t>
            </a:r>
          </a:p>
          <a:p>
            <a:pPr marL="233363" marR="0" lvl="0" indent="-2333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browser sends all HTTP requests to cache</a:t>
            </a:r>
          </a:p>
          <a:p>
            <a:pPr marL="685800" marR="0" lvl="1" indent="-22860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if</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object in cache: cache returns object to client</a:t>
            </a:r>
          </a:p>
          <a:p>
            <a:pPr marL="685800" marR="0" lvl="1" indent="-22860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else</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cache requests object from origin server, caches received object, then returns object to client</a:t>
            </a:r>
          </a:p>
        </p:txBody>
      </p:sp>
      <p:sp>
        <p:nvSpPr>
          <p:cNvPr id="82" name="Rectangle 4">
            <a:extLst>
              <a:ext uri="{FF2B5EF4-FFF2-40B4-BE49-F238E27FC236}">
                <a16:creationId xmlns:a16="http://schemas.microsoft.com/office/drawing/2014/main" id="{333F1EEA-A155-1C41-80CD-10E94B83082A}"/>
              </a:ext>
            </a:extLst>
          </p:cNvPr>
          <p:cNvSpPr>
            <a:spLocks noChangeArrowheads="1"/>
          </p:cNvSpPr>
          <p:nvPr/>
        </p:nvSpPr>
        <p:spPr bwMode="auto">
          <a:xfrm>
            <a:off x="865380" y="1333500"/>
            <a:ext cx="10292615"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satisfy client requests without involving origin server</a:t>
            </a:r>
          </a:p>
        </p:txBody>
      </p:sp>
      <p:sp>
        <p:nvSpPr>
          <p:cNvPr id="83" name="Text Box 6">
            <a:extLst>
              <a:ext uri="{FF2B5EF4-FFF2-40B4-BE49-F238E27FC236}">
                <a16:creationId xmlns:a16="http://schemas.microsoft.com/office/drawing/2014/main" id="{70E92C74-86C4-E048-AD53-D4201EAFCFA7}"/>
              </a:ext>
            </a:extLst>
          </p:cNvPr>
          <p:cNvSpPr txBox="1">
            <a:spLocks noChangeArrowheads="1"/>
          </p:cNvSpPr>
          <p:nvPr/>
        </p:nvSpPr>
        <p:spPr bwMode="auto">
          <a:xfrm>
            <a:off x="6416675" y="3118188"/>
            <a:ext cx="657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client</a:t>
            </a: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2" name="Group 1">
            <a:extLst>
              <a:ext uri="{FF2B5EF4-FFF2-40B4-BE49-F238E27FC236}">
                <a16:creationId xmlns:a16="http://schemas.microsoft.com/office/drawing/2014/main" id="{E568D9C3-D40D-D946-AB3E-DA830336DA5D}"/>
              </a:ext>
            </a:extLst>
          </p:cNvPr>
          <p:cNvGrpSpPr/>
          <p:nvPr/>
        </p:nvGrpSpPr>
        <p:grpSpPr>
          <a:xfrm>
            <a:off x="8270000" y="2687749"/>
            <a:ext cx="786882" cy="1235302"/>
            <a:chOff x="8270000" y="2687749"/>
            <a:chExt cx="786882" cy="1235302"/>
          </a:xfrm>
        </p:grpSpPr>
        <p:grpSp>
          <p:nvGrpSpPr>
            <p:cNvPr id="15" name="Group 138">
              <a:extLst>
                <a:ext uri="{FF2B5EF4-FFF2-40B4-BE49-F238E27FC236}">
                  <a16:creationId xmlns:a16="http://schemas.microsoft.com/office/drawing/2014/main" id="{BCAE7764-70F3-6C4D-BAB2-DE0B7C89D816}"/>
                </a:ext>
              </a:extLst>
            </p:cNvPr>
            <p:cNvGrpSpPr>
              <a:grpSpLocks/>
            </p:cNvGrpSpPr>
            <p:nvPr/>
          </p:nvGrpSpPr>
          <p:grpSpPr bwMode="auto">
            <a:xfrm>
              <a:off x="8475663" y="3207088"/>
              <a:ext cx="400050" cy="715963"/>
              <a:chOff x="4140" y="429"/>
              <a:chExt cx="1425" cy="2396"/>
            </a:xfrm>
          </p:grpSpPr>
          <p:sp>
            <p:nvSpPr>
              <p:cNvPr id="16" name="Freeform 139">
                <a:extLst>
                  <a:ext uri="{FF2B5EF4-FFF2-40B4-BE49-F238E27FC236}">
                    <a16:creationId xmlns:a16="http://schemas.microsoft.com/office/drawing/2014/main" id="{F1B2DFA0-F79D-7B41-AEB4-30CE9076E70C}"/>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Rectangle 140">
                <a:extLst>
                  <a:ext uri="{FF2B5EF4-FFF2-40B4-BE49-F238E27FC236}">
                    <a16:creationId xmlns:a16="http://schemas.microsoft.com/office/drawing/2014/main" id="{C5E2EFBB-BBC5-9A42-BB0E-E6D6D2C22EC2}"/>
                  </a:ext>
                </a:extLst>
              </p:cNvPr>
              <p:cNvSpPr>
                <a:spLocks noChangeArrowheads="1"/>
              </p:cNvSpPr>
              <p:nvPr/>
            </p:nvSpPr>
            <p:spPr bwMode="auto">
              <a:xfrm>
                <a:off x="4208"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8" name="Freeform 141">
                <a:extLst>
                  <a:ext uri="{FF2B5EF4-FFF2-40B4-BE49-F238E27FC236}">
                    <a16:creationId xmlns:a16="http://schemas.microsoft.com/office/drawing/2014/main" id="{55529617-AF40-4A4A-B8BE-0A1D9AFF985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Freeform 142">
                <a:extLst>
                  <a:ext uri="{FF2B5EF4-FFF2-40B4-BE49-F238E27FC236}">
                    <a16:creationId xmlns:a16="http://schemas.microsoft.com/office/drawing/2014/main" id="{CD96A818-3AB4-9749-B364-C94B61E3934D}"/>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 name="Rectangle 143">
                <a:extLst>
                  <a:ext uri="{FF2B5EF4-FFF2-40B4-BE49-F238E27FC236}">
                    <a16:creationId xmlns:a16="http://schemas.microsoft.com/office/drawing/2014/main" id="{6CB7A8CB-28B7-454A-B6FA-0B497C6EA086}"/>
                  </a:ext>
                </a:extLst>
              </p:cNvPr>
              <p:cNvSpPr>
                <a:spLocks noChangeArrowheads="1"/>
              </p:cNvSpPr>
              <p:nvPr/>
            </p:nvSpPr>
            <p:spPr bwMode="auto">
              <a:xfrm>
                <a:off x="4214" y="695"/>
                <a:ext cx="594" cy="48"/>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21" name="Group 144">
                <a:extLst>
                  <a:ext uri="{FF2B5EF4-FFF2-40B4-BE49-F238E27FC236}">
                    <a16:creationId xmlns:a16="http://schemas.microsoft.com/office/drawing/2014/main" id="{B151228D-C4D6-FC47-B4C4-E4FEAAC8EB96}"/>
                  </a:ext>
                </a:extLst>
              </p:cNvPr>
              <p:cNvGrpSpPr>
                <a:grpSpLocks/>
              </p:cNvGrpSpPr>
              <p:nvPr/>
            </p:nvGrpSpPr>
            <p:grpSpPr bwMode="auto">
              <a:xfrm>
                <a:off x="4749" y="668"/>
                <a:ext cx="581" cy="145"/>
                <a:chOff x="614" y="2568"/>
                <a:chExt cx="725" cy="139"/>
              </a:xfrm>
            </p:grpSpPr>
            <p:sp>
              <p:nvSpPr>
                <p:cNvPr id="46" name="AutoShape 145">
                  <a:extLst>
                    <a:ext uri="{FF2B5EF4-FFF2-40B4-BE49-F238E27FC236}">
                      <a16:creationId xmlns:a16="http://schemas.microsoft.com/office/drawing/2014/main" id="{581E8E47-6DB1-F54B-9476-01B6F2E30099}"/>
                    </a:ext>
                  </a:extLst>
                </p:cNvPr>
                <p:cNvSpPr>
                  <a:spLocks noChangeArrowheads="1"/>
                </p:cNvSpPr>
                <p:nvPr/>
              </p:nvSpPr>
              <p:spPr bwMode="auto">
                <a:xfrm>
                  <a:off x="616" y="2568"/>
                  <a:ext cx="720"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7" name="AutoShape 146">
                  <a:extLst>
                    <a:ext uri="{FF2B5EF4-FFF2-40B4-BE49-F238E27FC236}">
                      <a16:creationId xmlns:a16="http://schemas.microsoft.com/office/drawing/2014/main" id="{7F2D9B2C-626D-344A-83E2-C990F841501B}"/>
                    </a:ext>
                  </a:extLst>
                </p:cNvPr>
                <p:cNvSpPr>
                  <a:spLocks noChangeArrowheads="1"/>
                </p:cNvSpPr>
                <p:nvPr/>
              </p:nvSpPr>
              <p:spPr bwMode="auto">
                <a:xfrm>
                  <a:off x="630" y="2583"/>
                  <a:ext cx="67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2" name="Rectangle 147">
                <a:extLst>
                  <a:ext uri="{FF2B5EF4-FFF2-40B4-BE49-F238E27FC236}">
                    <a16:creationId xmlns:a16="http://schemas.microsoft.com/office/drawing/2014/main" id="{06A6E158-AA9B-7643-9927-3F063660DC35}"/>
                  </a:ext>
                </a:extLst>
              </p:cNvPr>
              <p:cNvSpPr>
                <a:spLocks noChangeArrowheads="1"/>
              </p:cNvSpPr>
              <p:nvPr/>
            </p:nvSpPr>
            <p:spPr bwMode="auto">
              <a:xfrm>
                <a:off x="4225" y="1019"/>
                <a:ext cx="594" cy="48"/>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23" name="Group 148">
                <a:extLst>
                  <a:ext uri="{FF2B5EF4-FFF2-40B4-BE49-F238E27FC236}">
                    <a16:creationId xmlns:a16="http://schemas.microsoft.com/office/drawing/2014/main" id="{24564C8A-097F-5447-B760-9CD6285FD6E8}"/>
                  </a:ext>
                </a:extLst>
              </p:cNvPr>
              <p:cNvGrpSpPr>
                <a:grpSpLocks/>
              </p:cNvGrpSpPr>
              <p:nvPr/>
            </p:nvGrpSpPr>
            <p:grpSpPr bwMode="auto">
              <a:xfrm>
                <a:off x="4747" y="994"/>
                <a:ext cx="581" cy="134"/>
                <a:chOff x="614" y="2568"/>
                <a:chExt cx="725" cy="139"/>
              </a:xfrm>
            </p:grpSpPr>
            <p:sp>
              <p:nvSpPr>
                <p:cNvPr id="44" name="AutoShape 149">
                  <a:extLst>
                    <a:ext uri="{FF2B5EF4-FFF2-40B4-BE49-F238E27FC236}">
                      <a16:creationId xmlns:a16="http://schemas.microsoft.com/office/drawing/2014/main" id="{04C4FA5A-4748-2D42-BA0D-06AFE4DAEE26}"/>
                    </a:ext>
                  </a:extLst>
                </p:cNvPr>
                <p:cNvSpPr>
                  <a:spLocks noChangeArrowheads="1"/>
                </p:cNvSpPr>
                <p:nvPr/>
              </p:nvSpPr>
              <p:spPr bwMode="auto">
                <a:xfrm>
                  <a:off x="612" y="2566"/>
                  <a:ext cx="727"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5" name="AutoShape 150">
                  <a:extLst>
                    <a:ext uri="{FF2B5EF4-FFF2-40B4-BE49-F238E27FC236}">
                      <a16:creationId xmlns:a16="http://schemas.microsoft.com/office/drawing/2014/main" id="{84E1D8C6-7DEE-484B-99EE-B608D1AEB05E}"/>
                    </a:ext>
                  </a:extLst>
                </p:cNvPr>
                <p:cNvSpPr>
                  <a:spLocks noChangeArrowheads="1"/>
                </p:cNvSpPr>
                <p:nvPr/>
              </p:nvSpPr>
              <p:spPr bwMode="auto">
                <a:xfrm>
                  <a:off x="626" y="2583"/>
                  <a:ext cx="692"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4" name="Rectangle 151">
                <a:extLst>
                  <a:ext uri="{FF2B5EF4-FFF2-40B4-BE49-F238E27FC236}">
                    <a16:creationId xmlns:a16="http://schemas.microsoft.com/office/drawing/2014/main" id="{454AD9D8-054B-E244-8A65-C00DC300D60C}"/>
                  </a:ext>
                </a:extLst>
              </p:cNvPr>
              <p:cNvSpPr>
                <a:spLocks noChangeArrowheads="1"/>
              </p:cNvSpPr>
              <p:nvPr/>
            </p:nvSpPr>
            <p:spPr bwMode="auto">
              <a:xfrm>
                <a:off x="4219" y="1359"/>
                <a:ext cx="594" cy="48"/>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5" name="Rectangle 152">
                <a:extLst>
                  <a:ext uri="{FF2B5EF4-FFF2-40B4-BE49-F238E27FC236}">
                    <a16:creationId xmlns:a16="http://schemas.microsoft.com/office/drawing/2014/main" id="{40C54BAB-9592-ED4B-80E1-874156D7B15A}"/>
                  </a:ext>
                </a:extLst>
              </p:cNvPr>
              <p:cNvSpPr>
                <a:spLocks noChangeArrowheads="1"/>
              </p:cNvSpPr>
              <p:nvPr/>
            </p:nvSpPr>
            <p:spPr bwMode="auto">
              <a:xfrm>
                <a:off x="4230" y="1656"/>
                <a:ext cx="594" cy="48"/>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26" name="Group 153">
                <a:extLst>
                  <a:ext uri="{FF2B5EF4-FFF2-40B4-BE49-F238E27FC236}">
                    <a16:creationId xmlns:a16="http://schemas.microsoft.com/office/drawing/2014/main" id="{64CB2613-6494-6C4A-AC96-EDE0548984F6}"/>
                  </a:ext>
                </a:extLst>
              </p:cNvPr>
              <p:cNvGrpSpPr>
                <a:grpSpLocks/>
              </p:cNvGrpSpPr>
              <p:nvPr/>
            </p:nvGrpSpPr>
            <p:grpSpPr bwMode="auto">
              <a:xfrm>
                <a:off x="4735" y="1627"/>
                <a:ext cx="582" cy="151"/>
                <a:chOff x="614" y="2568"/>
                <a:chExt cx="725" cy="139"/>
              </a:xfrm>
            </p:grpSpPr>
            <p:sp>
              <p:nvSpPr>
                <p:cNvPr id="42" name="AutoShape 154">
                  <a:extLst>
                    <a:ext uri="{FF2B5EF4-FFF2-40B4-BE49-F238E27FC236}">
                      <a16:creationId xmlns:a16="http://schemas.microsoft.com/office/drawing/2014/main" id="{A27D1399-0ADF-5D43-8B09-BCD5BD0CD0CC}"/>
                    </a:ext>
                  </a:extLst>
                </p:cNvPr>
                <p:cNvSpPr>
                  <a:spLocks noChangeArrowheads="1"/>
                </p:cNvSpPr>
                <p:nvPr/>
              </p:nvSpPr>
              <p:spPr bwMode="auto">
                <a:xfrm>
                  <a:off x="612" y="2570"/>
                  <a:ext cx="726"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3" name="AutoShape 155">
                  <a:extLst>
                    <a:ext uri="{FF2B5EF4-FFF2-40B4-BE49-F238E27FC236}">
                      <a16:creationId xmlns:a16="http://schemas.microsoft.com/office/drawing/2014/main" id="{20A4C850-89B5-6B44-820C-B66073B7527E}"/>
                    </a:ext>
                  </a:extLst>
                </p:cNvPr>
                <p:cNvSpPr>
                  <a:spLocks noChangeArrowheads="1"/>
                </p:cNvSpPr>
                <p:nvPr/>
              </p:nvSpPr>
              <p:spPr bwMode="auto">
                <a:xfrm>
                  <a:off x="627"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7" name="Freeform 156">
                <a:extLst>
                  <a:ext uri="{FF2B5EF4-FFF2-40B4-BE49-F238E27FC236}">
                    <a16:creationId xmlns:a16="http://schemas.microsoft.com/office/drawing/2014/main" id="{69CA70FC-8D55-3C40-9230-BB1B319F0219}"/>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8" name="Group 157">
                <a:extLst>
                  <a:ext uri="{FF2B5EF4-FFF2-40B4-BE49-F238E27FC236}">
                    <a16:creationId xmlns:a16="http://schemas.microsoft.com/office/drawing/2014/main" id="{592B4F87-8FD7-004F-9CBD-2E07936D76B1}"/>
                  </a:ext>
                </a:extLst>
              </p:cNvPr>
              <p:cNvGrpSpPr>
                <a:grpSpLocks/>
              </p:cNvGrpSpPr>
              <p:nvPr/>
            </p:nvGrpSpPr>
            <p:grpSpPr bwMode="auto">
              <a:xfrm>
                <a:off x="4739" y="1327"/>
                <a:ext cx="582" cy="139"/>
                <a:chOff x="614" y="2568"/>
                <a:chExt cx="725" cy="139"/>
              </a:xfrm>
            </p:grpSpPr>
            <p:sp>
              <p:nvSpPr>
                <p:cNvPr id="40" name="AutoShape 158">
                  <a:extLst>
                    <a:ext uri="{FF2B5EF4-FFF2-40B4-BE49-F238E27FC236}">
                      <a16:creationId xmlns:a16="http://schemas.microsoft.com/office/drawing/2014/main" id="{52452D42-BA3E-B548-9F26-4F10DEBFFC06}"/>
                    </a:ext>
                  </a:extLst>
                </p:cNvPr>
                <p:cNvSpPr>
                  <a:spLocks noChangeArrowheads="1"/>
                </p:cNvSpPr>
                <p:nvPr/>
              </p:nvSpPr>
              <p:spPr bwMode="auto">
                <a:xfrm>
                  <a:off x="615" y="2568"/>
                  <a:ext cx="726"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1" name="AutoShape 159">
                  <a:extLst>
                    <a:ext uri="{FF2B5EF4-FFF2-40B4-BE49-F238E27FC236}">
                      <a16:creationId xmlns:a16="http://schemas.microsoft.com/office/drawing/2014/main" id="{2E496C07-9C8C-B34F-8201-DBF2AB09E8D1}"/>
                    </a:ext>
                  </a:extLst>
                </p:cNvPr>
                <p:cNvSpPr>
                  <a:spLocks noChangeArrowheads="1"/>
                </p:cNvSpPr>
                <p:nvPr/>
              </p:nvSpPr>
              <p:spPr bwMode="auto">
                <a:xfrm>
                  <a:off x="629" y="2584"/>
                  <a:ext cx="690"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9" name="Rectangle 160">
                <a:extLst>
                  <a:ext uri="{FF2B5EF4-FFF2-40B4-BE49-F238E27FC236}">
                    <a16:creationId xmlns:a16="http://schemas.microsoft.com/office/drawing/2014/main" id="{507783BC-460D-F943-9047-6C6F897FE10C}"/>
                  </a:ext>
                </a:extLst>
              </p:cNvPr>
              <p:cNvSpPr>
                <a:spLocks noChangeArrowheads="1"/>
              </p:cNvSpPr>
              <p:nvPr/>
            </p:nvSpPr>
            <p:spPr bwMode="auto">
              <a:xfrm>
                <a:off x="5248"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0" name="Freeform 161">
                <a:extLst>
                  <a:ext uri="{FF2B5EF4-FFF2-40B4-BE49-F238E27FC236}">
                    <a16:creationId xmlns:a16="http://schemas.microsoft.com/office/drawing/2014/main" id="{88257E4A-4830-E644-BAF7-847C2053BCF2}"/>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1" name="Freeform 162">
                <a:extLst>
                  <a:ext uri="{FF2B5EF4-FFF2-40B4-BE49-F238E27FC236}">
                    <a16:creationId xmlns:a16="http://schemas.microsoft.com/office/drawing/2014/main" id="{24A3F621-17CD-4645-A51D-7042FE22E5F1}"/>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 name="Oval 163">
                <a:extLst>
                  <a:ext uri="{FF2B5EF4-FFF2-40B4-BE49-F238E27FC236}">
                    <a16:creationId xmlns:a16="http://schemas.microsoft.com/office/drawing/2014/main" id="{EA7A271B-C672-7748-BB6C-4320F9AE9120}"/>
                  </a:ext>
                </a:extLst>
              </p:cNvPr>
              <p:cNvSpPr>
                <a:spLocks noChangeArrowheads="1"/>
              </p:cNvSpPr>
              <p:nvPr/>
            </p:nvSpPr>
            <p:spPr bwMode="auto">
              <a:xfrm>
                <a:off x="5520" y="2612"/>
                <a:ext cx="45"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3" name="Freeform 164">
                <a:extLst>
                  <a:ext uri="{FF2B5EF4-FFF2-40B4-BE49-F238E27FC236}">
                    <a16:creationId xmlns:a16="http://schemas.microsoft.com/office/drawing/2014/main" id="{BF246A84-BFE7-3049-922B-DD8B6EA2E7D3}"/>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AutoShape 165">
                <a:extLst>
                  <a:ext uri="{FF2B5EF4-FFF2-40B4-BE49-F238E27FC236}">
                    <a16:creationId xmlns:a16="http://schemas.microsoft.com/office/drawing/2014/main" id="{A85BFA7C-936F-3A41-9B80-F269D0D81E50}"/>
                  </a:ext>
                </a:extLst>
              </p:cNvPr>
              <p:cNvSpPr>
                <a:spLocks noChangeArrowheads="1"/>
              </p:cNvSpPr>
              <p:nvPr/>
            </p:nvSpPr>
            <p:spPr bwMode="auto">
              <a:xfrm>
                <a:off x="4140" y="2676"/>
                <a:ext cx="1199" cy="149"/>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5" name="AutoShape 166">
                <a:extLst>
                  <a:ext uri="{FF2B5EF4-FFF2-40B4-BE49-F238E27FC236}">
                    <a16:creationId xmlns:a16="http://schemas.microsoft.com/office/drawing/2014/main" id="{143F5A2C-3FCC-214E-B1DD-37354850C395}"/>
                  </a:ext>
                </a:extLst>
              </p:cNvPr>
              <p:cNvSpPr>
                <a:spLocks noChangeArrowheads="1"/>
              </p:cNvSpPr>
              <p:nvPr/>
            </p:nvSpPr>
            <p:spPr bwMode="auto">
              <a:xfrm>
                <a:off x="4208" y="2713"/>
                <a:ext cx="1069"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6" name="Oval 167">
                <a:extLst>
                  <a:ext uri="{FF2B5EF4-FFF2-40B4-BE49-F238E27FC236}">
                    <a16:creationId xmlns:a16="http://schemas.microsoft.com/office/drawing/2014/main" id="{9F154E92-095E-194F-B02E-9A00467A044B}"/>
                  </a:ext>
                </a:extLst>
              </p:cNvPr>
              <p:cNvSpPr>
                <a:spLocks noChangeArrowheads="1"/>
              </p:cNvSpPr>
              <p:nvPr/>
            </p:nvSpPr>
            <p:spPr bwMode="auto">
              <a:xfrm>
                <a:off x="4310" y="2384"/>
                <a:ext cx="158"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7" name="Oval 168">
                <a:extLst>
                  <a:ext uri="{FF2B5EF4-FFF2-40B4-BE49-F238E27FC236}">
                    <a16:creationId xmlns:a16="http://schemas.microsoft.com/office/drawing/2014/main" id="{9D1FEADC-3D9C-A84B-8B87-2D971178EAD9}"/>
                  </a:ext>
                </a:extLst>
              </p:cNvPr>
              <p:cNvSpPr>
                <a:spLocks noChangeArrowheads="1"/>
              </p:cNvSpPr>
              <p:nvPr/>
            </p:nvSpPr>
            <p:spPr bwMode="auto">
              <a:xfrm>
                <a:off x="4485" y="2384"/>
                <a:ext cx="158"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Arial" panose="020B0604020202020204" pitchFamily="34" charset="0"/>
                </a:endParaRPr>
              </a:p>
            </p:txBody>
          </p:sp>
          <p:sp>
            <p:nvSpPr>
              <p:cNvPr id="38" name="Oval 169">
                <a:extLst>
                  <a:ext uri="{FF2B5EF4-FFF2-40B4-BE49-F238E27FC236}">
                    <a16:creationId xmlns:a16="http://schemas.microsoft.com/office/drawing/2014/main" id="{4E9E3512-C0DF-9C4B-84D2-8F5465E6D892}"/>
                  </a:ext>
                </a:extLst>
              </p:cNvPr>
              <p:cNvSpPr>
                <a:spLocks noChangeArrowheads="1"/>
              </p:cNvSpPr>
              <p:nvPr/>
            </p:nvSpPr>
            <p:spPr bwMode="auto">
              <a:xfrm>
                <a:off x="4660" y="2379"/>
                <a:ext cx="158"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9" name="Rectangle 170">
                <a:extLst>
                  <a:ext uri="{FF2B5EF4-FFF2-40B4-BE49-F238E27FC236}">
                    <a16:creationId xmlns:a16="http://schemas.microsoft.com/office/drawing/2014/main" id="{4D132F38-B955-6A4E-A501-5DB6D9BF92E8}"/>
                  </a:ext>
                </a:extLst>
              </p:cNvPr>
              <p:cNvSpPr>
                <a:spLocks noChangeArrowheads="1"/>
              </p:cNvSpPr>
              <p:nvPr/>
            </p:nvSpPr>
            <p:spPr bwMode="auto">
              <a:xfrm>
                <a:off x="5062" y="1837"/>
                <a:ext cx="85" cy="760"/>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84" name="Text Box 8">
              <a:extLst>
                <a:ext uri="{FF2B5EF4-FFF2-40B4-BE49-F238E27FC236}">
                  <a16:creationId xmlns:a16="http://schemas.microsoft.com/office/drawing/2014/main" id="{5DE1E660-E2FD-8848-B0BB-84A037DCCC22}"/>
                </a:ext>
              </a:extLst>
            </p:cNvPr>
            <p:cNvSpPr txBox="1">
              <a:spLocks noChangeArrowheads="1"/>
            </p:cNvSpPr>
            <p:nvPr/>
          </p:nvSpPr>
          <p:spPr bwMode="auto">
            <a:xfrm>
              <a:off x="8270000" y="2687749"/>
              <a:ext cx="786882"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Web </a:t>
              </a:r>
            </a:p>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cache</a:t>
              </a: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85" name="Text Box 21">
            <a:extLst>
              <a:ext uri="{FF2B5EF4-FFF2-40B4-BE49-F238E27FC236}">
                <a16:creationId xmlns:a16="http://schemas.microsoft.com/office/drawing/2014/main" id="{E15405A8-0743-624D-A374-AA89B476DBE9}"/>
              </a:ext>
            </a:extLst>
          </p:cNvPr>
          <p:cNvSpPr txBox="1">
            <a:spLocks noChangeArrowheads="1"/>
          </p:cNvSpPr>
          <p:nvPr/>
        </p:nvSpPr>
        <p:spPr bwMode="auto">
          <a:xfrm>
            <a:off x="6538913" y="5089863"/>
            <a:ext cx="657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client</a:t>
            </a: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86" name="Group 53">
            <a:extLst>
              <a:ext uri="{FF2B5EF4-FFF2-40B4-BE49-F238E27FC236}">
                <a16:creationId xmlns:a16="http://schemas.microsoft.com/office/drawing/2014/main" id="{006A4F95-0B3D-AC43-A627-71A7FD2195DC}"/>
              </a:ext>
            </a:extLst>
          </p:cNvPr>
          <p:cNvGrpSpPr>
            <a:grpSpLocks/>
          </p:cNvGrpSpPr>
          <p:nvPr/>
        </p:nvGrpSpPr>
        <p:grpSpPr bwMode="auto">
          <a:xfrm>
            <a:off x="6915150" y="3845263"/>
            <a:ext cx="1490663" cy="760413"/>
            <a:chOff x="2942" y="2580"/>
            <a:chExt cx="939" cy="479"/>
          </a:xfrm>
        </p:grpSpPr>
        <p:sp>
          <p:nvSpPr>
            <p:cNvPr id="87" name="Line 19">
              <a:extLst>
                <a:ext uri="{FF2B5EF4-FFF2-40B4-BE49-F238E27FC236}">
                  <a16:creationId xmlns:a16="http://schemas.microsoft.com/office/drawing/2014/main" id="{C4FCDE12-2844-E249-88D6-1248CC2CE8A9}"/>
                </a:ext>
              </a:extLst>
            </p:cNvPr>
            <p:cNvSpPr>
              <a:spLocks noChangeShapeType="1"/>
            </p:cNvSpPr>
            <p:nvPr/>
          </p:nvSpPr>
          <p:spPr bwMode="auto">
            <a:xfrm flipV="1">
              <a:off x="2998" y="2580"/>
              <a:ext cx="883" cy="479"/>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2" name="Text Box 23">
              <a:extLst>
                <a:ext uri="{FF2B5EF4-FFF2-40B4-BE49-F238E27FC236}">
                  <a16:creationId xmlns:a16="http://schemas.microsoft.com/office/drawing/2014/main" id="{BDF0B946-2F1F-B54D-8334-894004430BEA}"/>
                </a:ext>
              </a:extLst>
            </p:cNvPr>
            <p:cNvSpPr txBox="1">
              <a:spLocks noChangeArrowheads="1"/>
            </p:cNvSpPr>
            <p:nvPr/>
          </p:nvSpPr>
          <p:spPr bwMode="auto">
            <a:xfrm rot="19907361">
              <a:off x="2942" y="2645"/>
              <a:ext cx="82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HTTP request</a:t>
              </a:r>
              <a:endPar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endParaRPr>
            </a:p>
          </p:txBody>
        </p:sp>
      </p:grpSp>
      <p:grpSp>
        <p:nvGrpSpPr>
          <p:cNvPr id="93" name="Group 54">
            <a:extLst>
              <a:ext uri="{FF2B5EF4-FFF2-40B4-BE49-F238E27FC236}">
                <a16:creationId xmlns:a16="http://schemas.microsoft.com/office/drawing/2014/main" id="{0430DB37-F13E-FB4C-8461-73427AD15541}"/>
              </a:ext>
            </a:extLst>
          </p:cNvPr>
          <p:cNvGrpSpPr>
            <a:grpSpLocks/>
          </p:cNvGrpSpPr>
          <p:nvPr/>
        </p:nvGrpSpPr>
        <p:grpSpPr bwMode="auto">
          <a:xfrm>
            <a:off x="7054850" y="3932576"/>
            <a:ext cx="1487488" cy="785812"/>
            <a:chOff x="3030" y="2635"/>
            <a:chExt cx="937" cy="495"/>
          </a:xfrm>
        </p:grpSpPr>
        <p:sp>
          <p:nvSpPr>
            <p:cNvPr id="94" name="Line 20">
              <a:extLst>
                <a:ext uri="{FF2B5EF4-FFF2-40B4-BE49-F238E27FC236}">
                  <a16:creationId xmlns:a16="http://schemas.microsoft.com/office/drawing/2014/main" id="{68522646-1C6E-6141-85AF-6F21328BDB54}"/>
                </a:ext>
              </a:extLst>
            </p:cNvPr>
            <p:cNvSpPr>
              <a:spLocks noChangeShapeType="1"/>
            </p:cNvSpPr>
            <p:nvPr/>
          </p:nvSpPr>
          <p:spPr bwMode="auto">
            <a:xfrm flipH="1">
              <a:off x="3030" y="2635"/>
              <a:ext cx="884" cy="495"/>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5" name="Text Box 25">
              <a:extLst>
                <a:ext uri="{FF2B5EF4-FFF2-40B4-BE49-F238E27FC236}">
                  <a16:creationId xmlns:a16="http://schemas.microsoft.com/office/drawing/2014/main" id="{497C49B3-B78E-EF40-9F30-9D168B831D7B}"/>
                </a:ext>
              </a:extLst>
            </p:cNvPr>
            <p:cNvSpPr txBox="1">
              <a:spLocks noChangeArrowheads="1"/>
            </p:cNvSpPr>
            <p:nvPr/>
          </p:nvSpPr>
          <p:spPr bwMode="auto">
            <a:xfrm rot="19862217">
              <a:off x="3069" y="2846"/>
              <a:ext cx="89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HTTP response</a:t>
              </a:r>
              <a:endPar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endParaRPr>
            </a:p>
          </p:txBody>
        </p:sp>
      </p:grpSp>
      <p:grpSp>
        <p:nvGrpSpPr>
          <p:cNvPr id="96" name="Group 49">
            <a:extLst>
              <a:ext uri="{FF2B5EF4-FFF2-40B4-BE49-F238E27FC236}">
                <a16:creationId xmlns:a16="http://schemas.microsoft.com/office/drawing/2014/main" id="{8EC23EE2-3572-4749-B83B-56A3E22AF760}"/>
              </a:ext>
            </a:extLst>
          </p:cNvPr>
          <p:cNvGrpSpPr>
            <a:grpSpLocks/>
          </p:cNvGrpSpPr>
          <p:nvPr/>
        </p:nvGrpSpPr>
        <p:grpSpPr bwMode="auto">
          <a:xfrm>
            <a:off x="7010400" y="2873713"/>
            <a:ext cx="3251200" cy="730250"/>
            <a:chOff x="3002" y="1979"/>
            <a:chExt cx="2048" cy="460"/>
          </a:xfrm>
        </p:grpSpPr>
        <p:sp>
          <p:nvSpPr>
            <p:cNvPr id="97" name="Freeform 18">
              <a:extLst>
                <a:ext uri="{FF2B5EF4-FFF2-40B4-BE49-F238E27FC236}">
                  <a16:creationId xmlns:a16="http://schemas.microsoft.com/office/drawing/2014/main" id="{B3BFA12B-AF52-444A-9C8D-FD235EBCD1CD}"/>
                </a:ext>
              </a:extLst>
            </p:cNvPr>
            <p:cNvSpPr>
              <a:spLocks/>
            </p:cNvSpPr>
            <p:nvPr/>
          </p:nvSpPr>
          <p:spPr bwMode="auto">
            <a:xfrm>
              <a:off x="3002" y="1979"/>
              <a:ext cx="2048" cy="460"/>
            </a:xfrm>
            <a:custGeom>
              <a:avLst/>
              <a:gdLst>
                <a:gd name="T0" fmla="*/ 0 w 2048"/>
                <a:gd name="T1" fmla="*/ 2 h 460"/>
                <a:gd name="T2" fmla="*/ 1011 w 2048"/>
                <a:gd name="T3" fmla="*/ 460 h 460"/>
                <a:gd name="T4" fmla="*/ 2048 w 2048"/>
                <a:gd name="T5" fmla="*/ 0 h 460"/>
                <a:gd name="T6" fmla="*/ 0 60000 65536"/>
                <a:gd name="T7" fmla="*/ 0 60000 65536"/>
                <a:gd name="T8" fmla="*/ 0 60000 65536"/>
                <a:gd name="T9" fmla="*/ 0 w 2048"/>
                <a:gd name="T10" fmla="*/ 0 h 460"/>
                <a:gd name="T11" fmla="*/ 2048 w 2048"/>
                <a:gd name="T12" fmla="*/ 460 h 460"/>
              </a:gdLst>
              <a:ahLst/>
              <a:cxnLst>
                <a:cxn ang="T6">
                  <a:pos x="T0" y="T1"/>
                </a:cxn>
                <a:cxn ang="T7">
                  <a:pos x="T2" y="T3"/>
                </a:cxn>
                <a:cxn ang="T8">
                  <a:pos x="T4" y="T5"/>
                </a:cxn>
              </a:cxnLst>
              <a:rect l="T9" t="T10" r="T11" b="T12"/>
              <a:pathLst>
                <a:path w="2048" h="460">
                  <a:moveTo>
                    <a:pt x="0" y="2"/>
                  </a:moveTo>
                  <a:lnTo>
                    <a:pt x="1011" y="460"/>
                  </a:lnTo>
                  <a:lnTo>
                    <a:pt x="2048" y="0"/>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8" name="Text Box 22">
              <a:extLst>
                <a:ext uri="{FF2B5EF4-FFF2-40B4-BE49-F238E27FC236}">
                  <a16:creationId xmlns:a16="http://schemas.microsoft.com/office/drawing/2014/main" id="{5DC9736F-EB13-904A-A584-847C86859C20}"/>
                </a:ext>
              </a:extLst>
            </p:cNvPr>
            <p:cNvSpPr txBox="1">
              <a:spLocks noChangeArrowheads="1"/>
            </p:cNvSpPr>
            <p:nvPr/>
          </p:nvSpPr>
          <p:spPr bwMode="auto">
            <a:xfrm rot="1422049">
              <a:off x="3129" y="2005"/>
              <a:ext cx="82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HTTP request</a:t>
              </a:r>
              <a:endPar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endParaRPr>
            </a:p>
          </p:txBody>
        </p:sp>
        <p:sp>
          <p:nvSpPr>
            <p:cNvPr id="99" name="Text Box 45">
              <a:extLst>
                <a:ext uri="{FF2B5EF4-FFF2-40B4-BE49-F238E27FC236}">
                  <a16:creationId xmlns:a16="http://schemas.microsoft.com/office/drawing/2014/main" id="{5F201396-3496-B54A-87C0-83E69A7B8703}"/>
                </a:ext>
              </a:extLst>
            </p:cNvPr>
            <p:cNvSpPr txBox="1">
              <a:spLocks noChangeArrowheads="1"/>
            </p:cNvSpPr>
            <p:nvPr/>
          </p:nvSpPr>
          <p:spPr bwMode="auto">
            <a:xfrm rot="20180032">
              <a:off x="4160" y="2015"/>
              <a:ext cx="82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HTTP request</a:t>
              </a:r>
              <a:endPar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endParaRPr>
            </a:p>
          </p:txBody>
        </p:sp>
      </p:grpSp>
      <p:sp>
        <p:nvSpPr>
          <p:cNvPr id="101" name="Text Box 48">
            <a:extLst>
              <a:ext uri="{FF2B5EF4-FFF2-40B4-BE49-F238E27FC236}">
                <a16:creationId xmlns:a16="http://schemas.microsoft.com/office/drawing/2014/main" id="{53C0E2C7-E328-094F-86C2-7FF28BDF952E}"/>
              </a:ext>
            </a:extLst>
          </p:cNvPr>
          <p:cNvSpPr txBox="1">
            <a:spLocks noChangeArrowheads="1"/>
          </p:cNvSpPr>
          <p:nvPr/>
        </p:nvSpPr>
        <p:spPr bwMode="auto">
          <a:xfrm>
            <a:off x="10281826" y="3292132"/>
            <a:ext cx="70884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origin </a:t>
            </a:r>
          </a:p>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server</a:t>
            </a: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pic>
        <p:nvPicPr>
          <p:cNvPr id="103" name="Picture 56">
            <a:extLst>
              <a:ext uri="{FF2B5EF4-FFF2-40B4-BE49-F238E27FC236}">
                <a16:creationId xmlns:a16="http://schemas.microsoft.com/office/drawing/2014/main" id="{D1860A46-FB8D-2145-A291-FDFCD300B2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42588" y="2381588"/>
            <a:ext cx="5270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4" name="Group 60">
            <a:extLst>
              <a:ext uri="{FF2B5EF4-FFF2-40B4-BE49-F238E27FC236}">
                <a16:creationId xmlns:a16="http://schemas.microsoft.com/office/drawing/2014/main" id="{1E55489F-3411-D147-A30E-37C79E67D16D}"/>
              </a:ext>
            </a:extLst>
          </p:cNvPr>
          <p:cNvGrpSpPr>
            <a:grpSpLocks/>
          </p:cNvGrpSpPr>
          <p:nvPr/>
        </p:nvGrpSpPr>
        <p:grpSpPr bwMode="auto">
          <a:xfrm>
            <a:off x="6237288" y="2421276"/>
            <a:ext cx="4110038" cy="1814512"/>
            <a:chOff x="2515" y="1687"/>
            <a:chExt cx="2589" cy="1143"/>
          </a:xfrm>
        </p:grpSpPr>
        <p:sp>
          <p:nvSpPr>
            <p:cNvPr id="105" name="Freeform 44">
              <a:extLst>
                <a:ext uri="{FF2B5EF4-FFF2-40B4-BE49-F238E27FC236}">
                  <a16:creationId xmlns:a16="http://schemas.microsoft.com/office/drawing/2014/main" id="{AD023CD7-2DF4-0047-A0A8-EE7C8FDF2AD7}"/>
                </a:ext>
              </a:extLst>
            </p:cNvPr>
            <p:cNvSpPr>
              <a:spLocks/>
            </p:cNvSpPr>
            <p:nvPr/>
          </p:nvSpPr>
          <p:spPr bwMode="auto">
            <a:xfrm>
              <a:off x="2985" y="2026"/>
              <a:ext cx="2119" cy="476"/>
            </a:xfrm>
            <a:custGeom>
              <a:avLst/>
              <a:gdLst>
                <a:gd name="T0" fmla="*/ 2119 w 2119"/>
                <a:gd name="T1" fmla="*/ 0 h 476"/>
                <a:gd name="T2" fmla="*/ 1020 w 2119"/>
                <a:gd name="T3" fmla="*/ 476 h 476"/>
                <a:gd name="T4" fmla="*/ 0 w 2119"/>
                <a:gd name="T5" fmla="*/ 8 h 476"/>
                <a:gd name="T6" fmla="*/ 0 60000 65536"/>
                <a:gd name="T7" fmla="*/ 0 60000 65536"/>
                <a:gd name="T8" fmla="*/ 0 60000 65536"/>
                <a:gd name="T9" fmla="*/ 0 w 2119"/>
                <a:gd name="T10" fmla="*/ 0 h 476"/>
                <a:gd name="T11" fmla="*/ 2119 w 2119"/>
                <a:gd name="T12" fmla="*/ 476 h 476"/>
              </a:gdLst>
              <a:ahLst/>
              <a:cxnLst>
                <a:cxn ang="T6">
                  <a:pos x="T0" y="T1"/>
                </a:cxn>
                <a:cxn ang="T7">
                  <a:pos x="T2" y="T3"/>
                </a:cxn>
                <a:cxn ang="T8">
                  <a:pos x="T4" y="T5"/>
                </a:cxn>
              </a:cxnLst>
              <a:rect l="T9" t="T10" r="T11" b="T12"/>
              <a:pathLst>
                <a:path w="2119" h="476">
                  <a:moveTo>
                    <a:pt x="2119" y="0"/>
                  </a:moveTo>
                  <a:lnTo>
                    <a:pt x="1020" y="476"/>
                  </a:lnTo>
                  <a:lnTo>
                    <a:pt x="0" y="8"/>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6" name="Text Box 24">
              <a:extLst>
                <a:ext uri="{FF2B5EF4-FFF2-40B4-BE49-F238E27FC236}">
                  <a16:creationId xmlns:a16="http://schemas.microsoft.com/office/drawing/2014/main" id="{3A73F75B-5403-E34F-8197-7456A76E7D33}"/>
                </a:ext>
              </a:extLst>
            </p:cNvPr>
            <p:cNvSpPr txBox="1">
              <a:spLocks noChangeArrowheads="1"/>
            </p:cNvSpPr>
            <p:nvPr/>
          </p:nvSpPr>
          <p:spPr bwMode="auto">
            <a:xfrm rot="1411598">
              <a:off x="2963" y="2243"/>
              <a:ext cx="89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HTTP response</a:t>
              </a:r>
              <a:endPar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endParaRPr>
            </a:p>
          </p:txBody>
        </p:sp>
        <p:sp>
          <p:nvSpPr>
            <p:cNvPr id="107" name="Text Box 46">
              <a:extLst>
                <a:ext uri="{FF2B5EF4-FFF2-40B4-BE49-F238E27FC236}">
                  <a16:creationId xmlns:a16="http://schemas.microsoft.com/office/drawing/2014/main" id="{84D34D31-F002-7644-A66C-387CC45D7E5C}"/>
                </a:ext>
              </a:extLst>
            </p:cNvPr>
            <p:cNvSpPr txBox="1">
              <a:spLocks noChangeArrowheads="1"/>
            </p:cNvSpPr>
            <p:nvPr/>
          </p:nvSpPr>
          <p:spPr bwMode="auto">
            <a:xfrm rot="20184211">
              <a:off x="4193" y="2231"/>
              <a:ext cx="89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HTTP response</a:t>
              </a:r>
              <a:endParaRPr kumimoji="0" lang="en-US" altLang="en-US" sz="24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endParaRPr>
            </a:p>
          </p:txBody>
        </p:sp>
        <p:pic>
          <p:nvPicPr>
            <p:cNvPr id="108" name="Picture 57">
              <a:extLst>
                <a:ext uri="{FF2B5EF4-FFF2-40B4-BE49-F238E27FC236}">
                  <a16:creationId xmlns:a16="http://schemas.microsoft.com/office/drawing/2014/main" id="{AAE983CF-984C-9D4D-815F-5073893D27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9" y="2557"/>
              <a:ext cx="3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Picture 59">
              <a:extLst>
                <a:ext uri="{FF2B5EF4-FFF2-40B4-BE49-F238E27FC236}">
                  <a16:creationId xmlns:a16="http://schemas.microsoft.com/office/drawing/2014/main" id="{24961BA7-6903-124E-955A-AEDC5B6FBE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 y="1687"/>
              <a:ext cx="3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0" name="Picture 61">
            <a:extLst>
              <a:ext uri="{FF2B5EF4-FFF2-40B4-BE49-F238E27FC236}">
                <a16:creationId xmlns:a16="http://schemas.microsoft.com/office/drawing/2014/main" id="{DB808EFC-F790-0C46-B5F2-BCC2B49C45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4913" y="4362788"/>
            <a:ext cx="5270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 name="Slide Number Placeholder 2">
            <a:extLst>
              <a:ext uri="{FF2B5EF4-FFF2-40B4-BE49-F238E27FC236}">
                <a16:creationId xmlns:a16="http://schemas.microsoft.com/office/drawing/2014/main" id="{AAEEF6BD-F1CB-4A4C-82D3-5C6EE9E6D0EF}"/>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40</a:t>
            </a:fld>
            <a:endParaRPr lang="en-US" dirty="0"/>
          </a:p>
        </p:txBody>
      </p:sp>
    </p:spTree>
    <p:extLst>
      <p:ext uri="{BB962C8B-B14F-4D97-AF65-F5344CB8AC3E}">
        <p14:creationId xmlns:p14="http://schemas.microsoft.com/office/powerpoint/2010/main" val="256479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1">
                                            <p:txEl>
                                              <p:pRg st="0" end="0"/>
                                            </p:txEl>
                                          </p:spTgt>
                                        </p:tgtEl>
                                        <p:attrNameLst>
                                          <p:attrName>style.visibility</p:attrName>
                                        </p:attrNameLst>
                                      </p:cBhvr>
                                      <p:to>
                                        <p:strVal val="visible"/>
                                      </p:to>
                                    </p:set>
                                    <p:animEffect transition="in" filter="dissolve">
                                      <p:cBhvr>
                                        <p:cTn id="7" dur="500"/>
                                        <p:tgtEl>
                                          <p:spTgt spid="81">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1">
                                            <p:txEl>
                                              <p:pRg st="1" end="1"/>
                                            </p:txEl>
                                          </p:spTgt>
                                        </p:tgtEl>
                                        <p:attrNameLst>
                                          <p:attrName>style.visibility</p:attrName>
                                        </p:attrNameLst>
                                      </p:cBhvr>
                                      <p:to>
                                        <p:strVal val="visible"/>
                                      </p:to>
                                    </p:set>
                                    <p:animEffect transition="in" filter="dissolve">
                                      <p:cBhvr>
                                        <p:cTn id="15" dur="500"/>
                                        <p:tgtEl>
                                          <p:spTgt spid="81">
                                            <p:txEl>
                                              <p:pRg st="1" end="1"/>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81">
                                            <p:txEl>
                                              <p:pRg st="2" end="2"/>
                                            </p:txEl>
                                          </p:spTgt>
                                        </p:tgtEl>
                                        <p:attrNameLst>
                                          <p:attrName>style.visibility</p:attrName>
                                        </p:attrNameLst>
                                      </p:cBhvr>
                                      <p:to>
                                        <p:strVal val="visible"/>
                                      </p:to>
                                    </p:set>
                                    <p:animEffect transition="in" filter="dissolve">
                                      <p:cBhvr>
                                        <p:cTn id="18" dur="500"/>
                                        <p:tgtEl>
                                          <p:spTgt spid="81">
                                            <p:txEl>
                                              <p:pRg st="2" end="2"/>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81">
                                            <p:txEl>
                                              <p:pRg st="3" end="3"/>
                                            </p:txEl>
                                          </p:spTgt>
                                        </p:tgtEl>
                                        <p:attrNameLst>
                                          <p:attrName>style.visibility</p:attrName>
                                        </p:attrNameLst>
                                      </p:cBhvr>
                                      <p:to>
                                        <p:strVal val="visible"/>
                                      </p:to>
                                    </p:set>
                                    <p:animEffect transition="in" filter="dissolve">
                                      <p:cBhvr>
                                        <p:cTn id="21" dur="500"/>
                                        <p:tgtEl>
                                          <p:spTgt spid="81">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6"/>
                                        </p:tgtEl>
                                        <p:attrNameLst>
                                          <p:attrName>style.visibility</p:attrName>
                                        </p:attrNameLst>
                                      </p:cBhvr>
                                      <p:to>
                                        <p:strVal val="visible"/>
                                      </p:to>
                                    </p:set>
                                    <p:animEffect transition="in" filter="wipe(left)">
                                      <p:cBhvr>
                                        <p:cTn id="26" dur="1000"/>
                                        <p:tgtEl>
                                          <p:spTgt spid="96"/>
                                        </p:tgtEl>
                                      </p:cBhvr>
                                    </p:animEffect>
                                  </p:childTnLst>
                                </p:cTn>
                              </p:par>
                            </p:childTnLst>
                          </p:cTn>
                        </p:par>
                        <p:par>
                          <p:cTn id="27" fill="hold">
                            <p:stCondLst>
                              <p:cond delay="1000"/>
                            </p:stCondLst>
                            <p:childTnLst>
                              <p:par>
                                <p:cTn id="28" presetID="22" presetClass="entr" presetSubtype="2" fill="hold" nodeType="after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wipe(right)">
                                      <p:cBhvr>
                                        <p:cTn id="30" dur="1000"/>
                                        <p:tgtEl>
                                          <p:spTgt spid="10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6"/>
                                        </p:tgtEl>
                                        <p:attrNameLst>
                                          <p:attrName>style.visibility</p:attrName>
                                        </p:attrNameLst>
                                      </p:cBhvr>
                                      <p:to>
                                        <p:strVal val="visible"/>
                                      </p:to>
                                    </p:set>
                                    <p:animEffect transition="in" filter="wipe(left)">
                                      <p:cBhvr>
                                        <p:cTn id="35" dur="1000"/>
                                        <p:tgtEl>
                                          <p:spTgt spid="86"/>
                                        </p:tgtEl>
                                      </p:cBhvr>
                                    </p:animEffect>
                                  </p:childTnLst>
                                </p:cTn>
                              </p:par>
                            </p:childTnLst>
                          </p:cTn>
                        </p:par>
                        <p:par>
                          <p:cTn id="36" fill="hold">
                            <p:stCondLst>
                              <p:cond delay="1000"/>
                            </p:stCondLst>
                            <p:childTnLst>
                              <p:par>
                                <p:cTn id="37" presetID="22" presetClass="entr" presetSubtype="2" fill="hold" nodeType="afterEffect">
                                  <p:stCondLst>
                                    <p:cond delay="0"/>
                                  </p:stCondLst>
                                  <p:childTnLst>
                                    <p:set>
                                      <p:cBhvr>
                                        <p:cTn id="38" dur="1" fill="hold">
                                          <p:stCondLst>
                                            <p:cond delay="0"/>
                                          </p:stCondLst>
                                        </p:cTn>
                                        <p:tgtEl>
                                          <p:spTgt spid="93"/>
                                        </p:tgtEl>
                                        <p:attrNameLst>
                                          <p:attrName>style.visibility</p:attrName>
                                        </p:attrNameLst>
                                      </p:cBhvr>
                                      <p:to>
                                        <p:strVal val="visible"/>
                                      </p:to>
                                    </p:set>
                                    <p:animEffect transition="in" filter="wipe(right)">
                                      <p:cBhvr>
                                        <p:cTn id="39" dur="1000"/>
                                        <p:tgtEl>
                                          <p:spTgt spid="93"/>
                                        </p:tgtEl>
                                      </p:cBhvr>
                                    </p:animEffect>
                                  </p:childTnLst>
                                </p:cTn>
                              </p:par>
                            </p:childTnLst>
                          </p:cTn>
                        </p:par>
                        <p:par>
                          <p:cTn id="40" fill="hold">
                            <p:stCondLst>
                              <p:cond delay="2000"/>
                            </p:stCondLst>
                            <p:childTnLst>
                              <p:par>
                                <p:cTn id="41" presetID="22" presetClass="entr" presetSubtype="2" fill="hold" nodeType="after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wipe(right)">
                                      <p:cBhvr>
                                        <p:cTn id="43" dur="10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400" dirty="0">
                <a:ea typeface="ＭＳ Ｐゴシック" panose="020B0600070205080204" pitchFamily="34" charset="-128"/>
              </a:rPr>
              <a:t>Web caches (aka proxy servers)</a:t>
            </a:r>
            <a:endParaRPr lang="en-US" sz="4400" dirty="0"/>
          </a:p>
        </p:txBody>
      </p:sp>
      <p:sp>
        <p:nvSpPr>
          <p:cNvPr id="144" name="Rectangle 3">
            <a:extLst>
              <a:ext uri="{FF2B5EF4-FFF2-40B4-BE49-F238E27FC236}">
                <a16:creationId xmlns:a16="http://schemas.microsoft.com/office/drawing/2014/main" id="{7B8521C1-7DCD-9344-8BCE-E617E0E93A48}"/>
              </a:ext>
            </a:extLst>
          </p:cNvPr>
          <p:cNvSpPr txBox="1">
            <a:spLocks noChangeArrowheads="1"/>
          </p:cNvSpPr>
          <p:nvPr/>
        </p:nvSpPr>
        <p:spPr>
          <a:xfrm>
            <a:off x="600308" y="1534695"/>
            <a:ext cx="4752277" cy="2134937"/>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Web cache acts as both client and server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server for original requesting client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client to origin server</a:t>
            </a:r>
          </a:p>
        </p:txBody>
      </p:sp>
      <p:sp>
        <p:nvSpPr>
          <p:cNvPr id="145" name="Rectangle 4">
            <a:extLst>
              <a:ext uri="{FF2B5EF4-FFF2-40B4-BE49-F238E27FC236}">
                <a16:creationId xmlns:a16="http://schemas.microsoft.com/office/drawing/2014/main" id="{F6AE5A0B-A69D-B948-BD0F-B69E446252C4}"/>
              </a:ext>
            </a:extLst>
          </p:cNvPr>
          <p:cNvSpPr txBox="1">
            <a:spLocks noChangeArrowheads="1"/>
          </p:cNvSpPr>
          <p:nvPr/>
        </p:nvSpPr>
        <p:spPr>
          <a:xfrm>
            <a:off x="5544015" y="1534695"/>
            <a:ext cx="6047678"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Why </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Web caching?</a:t>
            </a:r>
          </a:p>
          <a:p>
            <a:pPr marL="407988"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reduce response time for client request </a:t>
            </a:r>
          </a:p>
          <a:p>
            <a:pPr marL="750888" marR="0" lvl="1" indent="-2873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cache is closer to client</a:t>
            </a:r>
          </a:p>
          <a:p>
            <a:pPr marL="407988"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reduce traffic on an institution</a:t>
            </a:r>
            <a:r>
              <a:rPr kumimoji="0" lang="en-US" altLang="ja-JP"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 access link</a:t>
            </a:r>
          </a:p>
          <a:p>
            <a:pPr marL="407988"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Internet is dense with caches </a:t>
            </a:r>
          </a:p>
          <a:p>
            <a:pPr marL="750888" marR="0" lvl="1" indent="-2873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enables “</a:t>
            </a:r>
            <a:r>
              <a:rPr kumimoji="0" lang="en-US" altLang="ja-JP"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poor” content providers to more effectively deliver content</a:t>
            </a: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8078A0BA-EA92-E84B-9D25-74AB5B584F39}"/>
              </a:ext>
            </a:extLst>
          </p:cNvPr>
          <p:cNvGrpSpPr/>
          <p:nvPr/>
        </p:nvGrpSpPr>
        <p:grpSpPr>
          <a:xfrm>
            <a:off x="632391" y="3810000"/>
            <a:ext cx="4798594" cy="2217821"/>
            <a:chOff x="632391" y="3810000"/>
            <a:chExt cx="4798594" cy="2217821"/>
          </a:xfrm>
        </p:grpSpPr>
        <p:pic>
          <p:nvPicPr>
            <p:cNvPr id="2" name="Picture 1">
              <a:extLst>
                <a:ext uri="{FF2B5EF4-FFF2-40B4-BE49-F238E27FC236}">
                  <a16:creationId xmlns:a16="http://schemas.microsoft.com/office/drawing/2014/main" id="{A367C1AB-A47E-5446-99C0-0905B5F0557E}"/>
                </a:ext>
              </a:extLst>
            </p:cNvPr>
            <p:cNvPicPr>
              <a:picLocks noChangeAspect="1"/>
            </p:cNvPicPr>
            <p:nvPr/>
          </p:nvPicPr>
          <p:blipFill>
            <a:blip r:embed="rId3"/>
            <a:stretch>
              <a:fillRect/>
            </a:stretch>
          </p:blipFill>
          <p:spPr>
            <a:xfrm>
              <a:off x="1065462" y="5015497"/>
              <a:ext cx="4324685" cy="452126"/>
            </a:xfrm>
            <a:prstGeom prst="rect">
              <a:avLst/>
            </a:prstGeom>
          </p:spPr>
        </p:pic>
        <p:pic>
          <p:nvPicPr>
            <p:cNvPr id="4" name="Picture 3">
              <a:extLst>
                <a:ext uri="{FF2B5EF4-FFF2-40B4-BE49-F238E27FC236}">
                  <a16:creationId xmlns:a16="http://schemas.microsoft.com/office/drawing/2014/main" id="{BCCF5707-C36A-2B44-B3DE-6F31EEC700EE}"/>
                </a:ext>
              </a:extLst>
            </p:cNvPr>
            <p:cNvPicPr>
              <a:picLocks noChangeAspect="1"/>
            </p:cNvPicPr>
            <p:nvPr/>
          </p:nvPicPr>
          <p:blipFill>
            <a:blip r:embed="rId4"/>
            <a:stretch>
              <a:fillRect/>
            </a:stretch>
          </p:blipFill>
          <p:spPr>
            <a:xfrm>
              <a:off x="1066130" y="5587331"/>
              <a:ext cx="4364855" cy="440490"/>
            </a:xfrm>
            <a:prstGeom prst="rect">
              <a:avLst/>
            </a:prstGeom>
          </p:spPr>
        </p:pic>
        <p:sp>
          <p:nvSpPr>
            <p:cNvPr id="8" name="Rectangle 3">
              <a:extLst>
                <a:ext uri="{FF2B5EF4-FFF2-40B4-BE49-F238E27FC236}">
                  <a16:creationId xmlns:a16="http://schemas.microsoft.com/office/drawing/2014/main" id="{9E701FCD-5285-BE4B-BD4D-92A5F9D53E04}"/>
                </a:ext>
              </a:extLst>
            </p:cNvPr>
            <p:cNvSpPr txBox="1">
              <a:spLocks noChangeArrowheads="1"/>
            </p:cNvSpPr>
            <p:nvPr/>
          </p:nvSpPr>
          <p:spPr>
            <a:xfrm>
              <a:off x="632391" y="3810000"/>
              <a:ext cx="4757756" cy="1327484"/>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server tells cache about object’s allowable caching in response header:</a:t>
              </a:r>
            </a:p>
          </p:txBody>
        </p:sp>
      </p:grpSp>
      <p:sp>
        <p:nvSpPr>
          <p:cNvPr id="10" name="Slide Number Placeholder 2">
            <a:extLst>
              <a:ext uri="{FF2B5EF4-FFF2-40B4-BE49-F238E27FC236}">
                <a16:creationId xmlns:a16="http://schemas.microsoft.com/office/drawing/2014/main" id="{293899FF-7A74-EF40-AE83-53C00627833D}"/>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41</a:t>
            </a:fld>
            <a:endParaRPr lang="en-US" dirty="0"/>
          </a:p>
        </p:txBody>
      </p:sp>
    </p:spTree>
    <p:extLst>
      <p:ext uri="{BB962C8B-B14F-4D97-AF65-F5344CB8AC3E}">
        <p14:creationId xmlns:p14="http://schemas.microsoft.com/office/powerpoint/2010/main" val="311124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5">
                                            <p:txEl>
                                              <p:pRg st="0" end="0"/>
                                            </p:txEl>
                                          </p:spTgt>
                                        </p:tgtEl>
                                        <p:attrNameLst>
                                          <p:attrName>style.visibility</p:attrName>
                                        </p:attrNameLst>
                                      </p:cBhvr>
                                      <p:to>
                                        <p:strVal val="visible"/>
                                      </p:to>
                                    </p:set>
                                    <p:animEffect transition="in" filter="dissolve">
                                      <p:cBhvr>
                                        <p:cTn id="12" dur="500"/>
                                        <p:tgtEl>
                                          <p:spTgt spid="14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5">
                                            <p:txEl>
                                              <p:pRg st="1" end="1"/>
                                            </p:txEl>
                                          </p:spTgt>
                                        </p:tgtEl>
                                        <p:attrNameLst>
                                          <p:attrName>style.visibility</p:attrName>
                                        </p:attrNameLst>
                                      </p:cBhvr>
                                      <p:to>
                                        <p:strVal val="visible"/>
                                      </p:to>
                                    </p:set>
                                    <p:animEffect transition="in" filter="dissolve">
                                      <p:cBhvr>
                                        <p:cTn id="17" dur="500"/>
                                        <p:tgtEl>
                                          <p:spTgt spid="145">
                                            <p:txEl>
                                              <p:pRg st="1" end="1"/>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45">
                                            <p:txEl>
                                              <p:pRg st="2" end="2"/>
                                            </p:txEl>
                                          </p:spTgt>
                                        </p:tgtEl>
                                        <p:attrNameLst>
                                          <p:attrName>style.visibility</p:attrName>
                                        </p:attrNameLst>
                                      </p:cBhvr>
                                      <p:to>
                                        <p:strVal val="visible"/>
                                      </p:to>
                                    </p:set>
                                    <p:animEffect transition="in" filter="dissolve">
                                      <p:cBhvr>
                                        <p:cTn id="20" dur="500"/>
                                        <p:tgtEl>
                                          <p:spTgt spid="14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45">
                                            <p:txEl>
                                              <p:pRg st="3" end="3"/>
                                            </p:txEl>
                                          </p:spTgt>
                                        </p:tgtEl>
                                        <p:attrNameLst>
                                          <p:attrName>style.visibility</p:attrName>
                                        </p:attrNameLst>
                                      </p:cBhvr>
                                      <p:to>
                                        <p:strVal val="visible"/>
                                      </p:to>
                                    </p:set>
                                    <p:animEffect transition="in" filter="dissolve">
                                      <p:cBhvr>
                                        <p:cTn id="25" dur="500"/>
                                        <p:tgtEl>
                                          <p:spTgt spid="14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45">
                                            <p:txEl>
                                              <p:pRg st="4" end="4"/>
                                            </p:txEl>
                                          </p:spTgt>
                                        </p:tgtEl>
                                        <p:attrNameLst>
                                          <p:attrName>style.visibility</p:attrName>
                                        </p:attrNameLst>
                                      </p:cBhvr>
                                      <p:to>
                                        <p:strVal val="visible"/>
                                      </p:to>
                                    </p:set>
                                    <p:animEffect transition="in" filter="dissolve">
                                      <p:cBhvr>
                                        <p:cTn id="30" dur="500"/>
                                        <p:tgtEl>
                                          <p:spTgt spid="145">
                                            <p:txEl>
                                              <p:pRg st="4" end="4"/>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45">
                                            <p:txEl>
                                              <p:pRg st="5" end="5"/>
                                            </p:txEl>
                                          </p:spTgt>
                                        </p:tgtEl>
                                        <p:attrNameLst>
                                          <p:attrName>style.visibility</p:attrName>
                                        </p:attrNameLst>
                                      </p:cBhvr>
                                      <p:to>
                                        <p:strVal val="visible"/>
                                      </p:to>
                                    </p:set>
                                    <p:animEffect transition="in" filter="dissolve">
                                      <p:cBhvr>
                                        <p:cTn id="33" dur="500"/>
                                        <p:tgtEl>
                                          <p:spTgt spid="1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E83591-8817-3D4E-B1D7-7CB768593A6D}"/>
              </a:ext>
            </a:extLst>
          </p:cNvPr>
          <p:cNvPicPr>
            <a:picLocks noChangeAspect="1"/>
          </p:cNvPicPr>
          <p:nvPr/>
        </p:nvPicPr>
        <p:blipFill>
          <a:blip r:embed="rId3"/>
          <a:stretch>
            <a:fillRect/>
          </a:stretch>
        </p:blipFill>
        <p:spPr>
          <a:xfrm>
            <a:off x="6451600" y="3598333"/>
            <a:ext cx="1255183" cy="1030679"/>
          </a:xfrm>
          <a:prstGeom prst="rect">
            <a:avLst/>
          </a:prstGeom>
        </p:spPr>
      </p:pic>
      <p:pic>
        <p:nvPicPr>
          <p:cNvPr id="1026" name="Picture 2" descr="Image result for hot icon">
            <a:extLst>
              <a:ext uri="{FF2B5EF4-FFF2-40B4-BE49-F238E27FC236}">
                <a16:creationId xmlns:a16="http://schemas.microsoft.com/office/drawing/2014/main" id="{A7EAAD91-B13A-FE4B-8E84-68108CE646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0660" y="3598333"/>
            <a:ext cx="721782" cy="721782"/>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800" dirty="0">
                <a:ea typeface="ＭＳ Ｐゴシック" panose="020B0600070205080204" pitchFamily="34" charset="-128"/>
              </a:rPr>
              <a:t>Caching example</a:t>
            </a:r>
            <a:endParaRPr lang="en-US" sz="4800" dirty="0"/>
          </a:p>
        </p:txBody>
      </p:sp>
      <p:sp>
        <p:nvSpPr>
          <p:cNvPr id="254" name="Line 2">
            <a:extLst>
              <a:ext uri="{FF2B5EF4-FFF2-40B4-BE49-F238E27FC236}">
                <a16:creationId xmlns:a16="http://schemas.microsoft.com/office/drawing/2014/main" id="{774FD470-E109-844C-8A9E-6F5E6FD1EF6D}"/>
              </a:ext>
            </a:extLst>
          </p:cNvPr>
          <p:cNvSpPr>
            <a:spLocks noChangeShapeType="1"/>
          </p:cNvSpPr>
          <p:nvPr/>
        </p:nvSpPr>
        <p:spPr bwMode="auto">
          <a:xfrm>
            <a:off x="8083455" y="2487883"/>
            <a:ext cx="285750" cy="11430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 name="Text Box 50">
            <a:extLst>
              <a:ext uri="{FF2B5EF4-FFF2-40B4-BE49-F238E27FC236}">
                <a16:creationId xmlns:a16="http://schemas.microsoft.com/office/drawing/2014/main" id="{A32DDB4D-8BE1-2B43-89DB-1EA570D47161}"/>
              </a:ext>
            </a:extLst>
          </p:cNvPr>
          <p:cNvSpPr txBox="1">
            <a:spLocks noChangeArrowheads="1"/>
          </p:cNvSpPr>
          <p:nvPr/>
        </p:nvSpPr>
        <p:spPr bwMode="auto">
          <a:xfrm>
            <a:off x="10512330" y="1902096"/>
            <a:ext cx="933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origin</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servers</a:t>
            </a:r>
          </a:p>
        </p:txBody>
      </p:sp>
      <p:sp>
        <p:nvSpPr>
          <p:cNvPr id="256" name="Line 51">
            <a:extLst>
              <a:ext uri="{FF2B5EF4-FFF2-40B4-BE49-F238E27FC236}">
                <a16:creationId xmlns:a16="http://schemas.microsoft.com/office/drawing/2014/main" id="{D0BFCD11-A1DC-B64D-A23A-23C7A76C3DB1}"/>
              </a:ext>
            </a:extLst>
          </p:cNvPr>
          <p:cNvSpPr>
            <a:spLocks noChangeShapeType="1"/>
          </p:cNvSpPr>
          <p:nvPr/>
        </p:nvSpPr>
        <p:spPr bwMode="auto">
          <a:xfrm>
            <a:off x="8893080" y="2106883"/>
            <a:ext cx="66675" cy="2762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7" name="Line 52">
            <a:extLst>
              <a:ext uri="{FF2B5EF4-FFF2-40B4-BE49-F238E27FC236}">
                <a16:creationId xmlns:a16="http://schemas.microsoft.com/office/drawing/2014/main" id="{E39DF75E-B023-5548-A7F0-9C4A8ADBD41F}"/>
              </a:ext>
            </a:extLst>
          </p:cNvPr>
          <p:cNvSpPr>
            <a:spLocks noChangeShapeType="1"/>
          </p:cNvSpPr>
          <p:nvPr/>
        </p:nvSpPr>
        <p:spPr bwMode="auto">
          <a:xfrm flipH="1">
            <a:off x="9521730" y="2144983"/>
            <a:ext cx="9525" cy="2381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8" name="Line 53">
            <a:extLst>
              <a:ext uri="{FF2B5EF4-FFF2-40B4-BE49-F238E27FC236}">
                <a16:creationId xmlns:a16="http://schemas.microsoft.com/office/drawing/2014/main" id="{E3BFB499-7F23-164F-A225-CAAA7B80074B}"/>
              </a:ext>
            </a:extLst>
          </p:cNvPr>
          <p:cNvSpPr>
            <a:spLocks noChangeShapeType="1"/>
          </p:cNvSpPr>
          <p:nvPr/>
        </p:nvSpPr>
        <p:spPr bwMode="auto">
          <a:xfrm flipH="1">
            <a:off x="9978930" y="2306908"/>
            <a:ext cx="133350" cy="20955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9" name="Line 54">
            <a:extLst>
              <a:ext uri="{FF2B5EF4-FFF2-40B4-BE49-F238E27FC236}">
                <a16:creationId xmlns:a16="http://schemas.microsoft.com/office/drawing/2014/main" id="{24D51B99-FE66-D84E-AF2C-706F58BCCC3D}"/>
              </a:ext>
            </a:extLst>
          </p:cNvPr>
          <p:cNvSpPr>
            <a:spLocks noChangeShapeType="1"/>
          </p:cNvSpPr>
          <p:nvPr/>
        </p:nvSpPr>
        <p:spPr bwMode="auto">
          <a:xfrm flipH="1" flipV="1">
            <a:off x="10140855" y="3068908"/>
            <a:ext cx="247650" cy="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0" name="Freeform 55">
            <a:extLst>
              <a:ext uri="{FF2B5EF4-FFF2-40B4-BE49-F238E27FC236}">
                <a16:creationId xmlns:a16="http://schemas.microsoft.com/office/drawing/2014/main" id="{0AF0F7C2-E293-2A4E-B4A0-9966DF5B5243}"/>
              </a:ext>
            </a:extLst>
          </p:cNvPr>
          <p:cNvSpPr>
            <a:spLocks/>
          </p:cNvSpPr>
          <p:nvPr/>
        </p:nvSpPr>
        <p:spPr bwMode="auto">
          <a:xfrm>
            <a:off x="8158067" y="2111064"/>
            <a:ext cx="2174875" cy="1581150"/>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1" name="Text Box 70">
            <a:extLst>
              <a:ext uri="{FF2B5EF4-FFF2-40B4-BE49-F238E27FC236}">
                <a16:creationId xmlns:a16="http://schemas.microsoft.com/office/drawing/2014/main" id="{6E272ACE-5938-0646-A38F-6031C9F45819}"/>
              </a:ext>
            </a:extLst>
          </p:cNvPr>
          <p:cNvSpPr txBox="1">
            <a:spLocks noChangeArrowheads="1"/>
          </p:cNvSpPr>
          <p:nvPr/>
        </p:nvSpPr>
        <p:spPr bwMode="auto">
          <a:xfrm>
            <a:off x="8874030" y="2432321"/>
            <a:ext cx="9318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public</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 Internet</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62" name="Freeform 71">
            <a:extLst>
              <a:ext uri="{FF2B5EF4-FFF2-40B4-BE49-F238E27FC236}">
                <a16:creationId xmlns:a16="http://schemas.microsoft.com/office/drawing/2014/main" id="{A7C4DEB4-E3E6-8547-B127-1273B3D3EA69}"/>
              </a:ext>
            </a:extLst>
          </p:cNvPr>
          <p:cNvSpPr>
            <a:spLocks/>
          </p:cNvSpPr>
          <p:nvPr/>
        </p:nvSpPr>
        <p:spPr bwMode="auto">
          <a:xfrm>
            <a:off x="7762780" y="4516708"/>
            <a:ext cx="2965450" cy="1390650"/>
          </a:xfrm>
          <a:custGeom>
            <a:avLst/>
            <a:gdLst>
              <a:gd name="T0" fmla="*/ 2147483647 w 1868"/>
              <a:gd name="T1" fmla="*/ 2147483647 h 876"/>
              <a:gd name="T2" fmla="*/ 2147483647 w 1868"/>
              <a:gd name="T3" fmla="*/ 2147483647 h 876"/>
              <a:gd name="T4" fmla="*/ 2147483647 w 1868"/>
              <a:gd name="T5" fmla="*/ 2147483647 h 876"/>
              <a:gd name="T6" fmla="*/ 2147483647 w 1868"/>
              <a:gd name="T7" fmla="*/ 2147483647 h 876"/>
              <a:gd name="T8" fmla="*/ 2147483647 w 1868"/>
              <a:gd name="T9" fmla="*/ 2147483647 h 876"/>
              <a:gd name="T10" fmla="*/ 2147483647 w 1868"/>
              <a:gd name="T11" fmla="*/ 2147483647 h 876"/>
              <a:gd name="T12" fmla="*/ 2147483647 w 1868"/>
              <a:gd name="T13" fmla="*/ 2147483647 h 876"/>
              <a:gd name="T14" fmla="*/ 2147483647 w 1868"/>
              <a:gd name="T15" fmla="*/ 2147483647 h 876"/>
              <a:gd name="T16" fmla="*/ 2147483647 w 1868"/>
              <a:gd name="T17" fmla="*/ 2147483647 h 876"/>
              <a:gd name="T18" fmla="*/ 2147483647 w 1868"/>
              <a:gd name="T19" fmla="*/ 2147483647 h 876"/>
              <a:gd name="T20" fmla="*/ 2147483647 w 1868"/>
              <a:gd name="T21" fmla="*/ 214748364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Line 77">
            <a:extLst>
              <a:ext uri="{FF2B5EF4-FFF2-40B4-BE49-F238E27FC236}">
                <a16:creationId xmlns:a16="http://schemas.microsoft.com/office/drawing/2014/main" id="{0E1C7AA0-FA95-B844-83B1-903DF41A68D1}"/>
              </a:ext>
            </a:extLst>
          </p:cNvPr>
          <p:cNvSpPr>
            <a:spLocks noChangeShapeType="1"/>
          </p:cNvSpPr>
          <p:nvPr/>
        </p:nvSpPr>
        <p:spPr bwMode="auto">
          <a:xfrm flipH="1">
            <a:off x="8197755" y="4780233"/>
            <a:ext cx="855662" cy="431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Line 78">
            <a:extLst>
              <a:ext uri="{FF2B5EF4-FFF2-40B4-BE49-F238E27FC236}">
                <a16:creationId xmlns:a16="http://schemas.microsoft.com/office/drawing/2014/main" id="{0173F26E-AC6F-FD4F-995F-CADED52CD421}"/>
              </a:ext>
            </a:extLst>
          </p:cNvPr>
          <p:cNvSpPr>
            <a:spLocks noChangeShapeType="1"/>
          </p:cNvSpPr>
          <p:nvPr/>
        </p:nvSpPr>
        <p:spPr bwMode="auto">
          <a:xfrm flipH="1">
            <a:off x="8707342" y="4827858"/>
            <a:ext cx="563563" cy="3937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5" name="Line 79">
            <a:extLst>
              <a:ext uri="{FF2B5EF4-FFF2-40B4-BE49-F238E27FC236}">
                <a16:creationId xmlns:a16="http://schemas.microsoft.com/office/drawing/2014/main" id="{3CEA4312-2D22-9340-9D8D-17C8CC88AE05}"/>
              </a:ext>
            </a:extLst>
          </p:cNvPr>
          <p:cNvSpPr>
            <a:spLocks noChangeShapeType="1"/>
          </p:cNvSpPr>
          <p:nvPr/>
        </p:nvSpPr>
        <p:spPr bwMode="auto">
          <a:xfrm flipH="1">
            <a:off x="9245505" y="4834208"/>
            <a:ext cx="149225" cy="382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7" name="Line 95">
            <a:extLst>
              <a:ext uri="{FF2B5EF4-FFF2-40B4-BE49-F238E27FC236}">
                <a16:creationId xmlns:a16="http://schemas.microsoft.com/office/drawing/2014/main" id="{7E28B523-ED73-8C40-ACD2-43F86A8C48E6}"/>
              </a:ext>
            </a:extLst>
          </p:cNvPr>
          <p:cNvSpPr>
            <a:spLocks noChangeShapeType="1"/>
          </p:cNvSpPr>
          <p:nvPr/>
        </p:nvSpPr>
        <p:spPr bwMode="auto">
          <a:xfrm>
            <a:off x="9407430" y="3545158"/>
            <a:ext cx="0" cy="10620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8" name="Text Box 97">
            <a:extLst>
              <a:ext uri="{FF2B5EF4-FFF2-40B4-BE49-F238E27FC236}">
                <a16:creationId xmlns:a16="http://schemas.microsoft.com/office/drawing/2014/main" id="{C679E988-7156-B949-B8A6-F53CA81FBD00}"/>
              </a:ext>
            </a:extLst>
          </p:cNvPr>
          <p:cNvSpPr txBox="1">
            <a:spLocks noChangeArrowheads="1"/>
          </p:cNvSpPr>
          <p:nvPr/>
        </p:nvSpPr>
        <p:spPr bwMode="auto">
          <a:xfrm>
            <a:off x="7775480" y="4357958"/>
            <a:ext cx="11985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institutional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network</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69" name="Text Box 98">
            <a:extLst>
              <a:ext uri="{FF2B5EF4-FFF2-40B4-BE49-F238E27FC236}">
                <a16:creationId xmlns:a16="http://schemas.microsoft.com/office/drawing/2014/main" id="{67295E16-B892-F14C-929B-3E20FB10905C}"/>
              </a:ext>
            </a:extLst>
          </p:cNvPr>
          <p:cNvSpPr txBox="1">
            <a:spLocks noChangeArrowheads="1"/>
          </p:cNvSpPr>
          <p:nvPr/>
        </p:nvSpPr>
        <p:spPr bwMode="auto">
          <a:xfrm>
            <a:off x="9783667" y="4738958"/>
            <a:ext cx="1290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 Gbps LAN</a:t>
            </a:r>
            <a:endParaRPr kumimoji="0" lang="en-US" altLang="en-US" sz="2400" b="0" i="0" u="none" strike="noStrike" kern="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34" charset="-128"/>
              <a:cs typeface="+mn-cs"/>
            </a:endParaRPr>
          </a:p>
        </p:txBody>
      </p:sp>
      <p:sp>
        <p:nvSpPr>
          <p:cNvPr id="270" name="Text Box 99">
            <a:extLst>
              <a:ext uri="{FF2B5EF4-FFF2-40B4-BE49-F238E27FC236}">
                <a16:creationId xmlns:a16="http://schemas.microsoft.com/office/drawing/2014/main" id="{6A31B9E8-42B5-DA4F-BEEB-38A1A2168C47}"/>
              </a:ext>
            </a:extLst>
          </p:cNvPr>
          <p:cNvSpPr txBox="1">
            <a:spLocks noChangeArrowheads="1"/>
          </p:cNvSpPr>
          <p:nvPr/>
        </p:nvSpPr>
        <p:spPr bwMode="auto">
          <a:xfrm>
            <a:off x="9409017" y="3734071"/>
            <a:ext cx="11906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1.54 Mbps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access link</a:t>
            </a:r>
            <a:endParaRPr kumimoji="0" lang="en-US" altLang="en-US" sz="2400" b="0" i="0" u="none" strike="noStrike" kern="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34" charset="-128"/>
              <a:cs typeface="+mn-cs"/>
            </a:endParaRPr>
          </a:p>
        </p:txBody>
      </p:sp>
      <p:sp>
        <p:nvSpPr>
          <p:cNvPr id="290" name="Oval 137">
            <a:extLst>
              <a:ext uri="{FF2B5EF4-FFF2-40B4-BE49-F238E27FC236}">
                <a16:creationId xmlns:a16="http://schemas.microsoft.com/office/drawing/2014/main" id="{A9F8C12A-15DE-3145-8755-75410365A52F}"/>
              </a:ext>
            </a:extLst>
          </p:cNvPr>
          <p:cNvSpPr>
            <a:spLocks noChangeArrowheads="1"/>
          </p:cNvSpPr>
          <p:nvPr/>
        </p:nvSpPr>
        <p:spPr bwMode="auto">
          <a:xfrm>
            <a:off x="3943717" y="4370340"/>
            <a:ext cx="940980" cy="509975"/>
          </a:xfrm>
          <a:prstGeom prst="ellipse">
            <a:avLst/>
          </a:prstGeom>
          <a:noFill/>
          <a:ln w="1905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92" name="Group 139">
            <a:extLst>
              <a:ext uri="{FF2B5EF4-FFF2-40B4-BE49-F238E27FC236}">
                <a16:creationId xmlns:a16="http://schemas.microsoft.com/office/drawing/2014/main" id="{F9E9E22C-69D8-A847-9177-B4D5A14ECA28}"/>
              </a:ext>
            </a:extLst>
          </p:cNvPr>
          <p:cNvGrpSpPr>
            <a:grpSpLocks/>
          </p:cNvGrpSpPr>
          <p:nvPr/>
        </p:nvGrpSpPr>
        <p:grpSpPr bwMode="auto">
          <a:xfrm>
            <a:off x="7735792" y="2035446"/>
            <a:ext cx="377825" cy="576262"/>
            <a:chOff x="4140" y="429"/>
            <a:chExt cx="1425" cy="2396"/>
          </a:xfrm>
        </p:grpSpPr>
        <p:sp>
          <p:nvSpPr>
            <p:cNvPr id="293" name="Freeform 140">
              <a:extLst>
                <a:ext uri="{FF2B5EF4-FFF2-40B4-BE49-F238E27FC236}">
                  <a16:creationId xmlns:a16="http://schemas.microsoft.com/office/drawing/2014/main" id="{86EDF6AA-4B2E-6342-9BFA-CFF30B1C2908}"/>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Rectangle 141">
              <a:extLst>
                <a:ext uri="{FF2B5EF4-FFF2-40B4-BE49-F238E27FC236}">
                  <a16:creationId xmlns:a16="http://schemas.microsoft.com/office/drawing/2014/main" id="{6B9D834D-0DEE-9248-AD7A-C2D336AEBD50}"/>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Freeform 142">
              <a:extLst>
                <a:ext uri="{FF2B5EF4-FFF2-40B4-BE49-F238E27FC236}">
                  <a16:creationId xmlns:a16="http://schemas.microsoft.com/office/drawing/2014/main" id="{29245DF3-F7D6-B840-B253-23D4A8D2C197}"/>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Freeform 143">
              <a:extLst>
                <a:ext uri="{FF2B5EF4-FFF2-40B4-BE49-F238E27FC236}">
                  <a16:creationId xmlns:a16="http://schemas.microsoft.com/office/drawing/2014/main" id="{B747AC17-9BF4-BB41-A5DA-D229A9BA1A64}"/>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Rectangle 144">
              <a:extLst>
                <a:ext uri="{FF2B5EF4-FFF2-40B4-BE49-F238E27FC236}">
                  <a16:creationId xmlns:a16="http://schemas.microsoft.com/office/drawing/2014/main" id="{1B65D50E-A82B-7347-A7F6-556D3939DD4B}"/>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98" name="Group 145">
              <a:extLst>
                <a:ext uri="{FF2B5EF4-FFF2-40B4-BE49-F238E27FC236}">
                  <a16:creationId xmlns:a16="http://schemas.microsoft.com/office/drawing/2014/main" id="{E47B5BD8-DFF7-9441-92CB-80BB05AB6451}"/>
                </a:ext>
              </a:extLst>
            </p:cNvPr>
            <p:cNvGrpSpPr>
              <a:grpSpLocks/>
            </p:cNvGrpSpPr>
            <p:nvPr/>
          </p:nvGrpSpPr>
          <p:grpSpPr bwMode="auto">
            <a:xfrm>
              <a:off x="4749" y="668"/>
              <a:ext cx="581" cy="145"/>
              <a:chOff x="614" y="2568"/>
              <a:chExt cx="725" cy="139"/>
            </a:xfrm>
          </p:grpSpPr>
          <p:sp>
            <p:nvSpPr>
              <p:cNvPr id="323" name="AutoShape 146">
                <a:extLst>
                  <a:ext uri="{FF2B5EF4-FFF2-40B4-BE49-F238E27FC236}">
                    <a16:creationId xmlns:a16="http://schemas.microsoft.com/office/drawing/2014/main" id="{B75BF63D-E7E0-6640-A10B-E09175442A77}"/>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AutoShape 147">
                <a:extLst>
                  <a:ext uri="{FF2B5EF4-FFF2-40B4-BE49-F238E27FC236}">
                    <a16:creationId xmlns:a16="http://schemas.microsoft.com/office/drawing/2014/main" id="{074358F6-E1DA-D042-B053-9C4C54023FE2}"/>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99" name="Rectangle 148">
              <a:extLst>
                <a:ext uri="{FF2B5EF4-FFF2-40B4-BE49-F238E27FC236}">
                  <a16:creationId xmlns:a16="http://schemas.microsoft.com/office/drawing/2014/main" id="{DECDE972-9E25-674C-ACC1-43F55CD92F4E}"/>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0" name="Group 149">
              <a:extLst>
                <a:ext uri="{FF2B5EF4-FFF2-40B4-BE49-F238E27FC236}">
                  <a16:creationId xmlns:a16="http://schemas.microsoft.com/office/drawing/2014/main" id="{82296A06-752A-254D-8846-4D0F3F43F261}"/>
                </a:ext>
              </a:extLst>
            </p:cNvPr>
            <p:cNvGrpSpPr>
              <a:grpSpLocks/>
            </p:cNvGrpSpPr>
            <p:nvPr/>
          </p:nvGrpSpPr>
          <p:grpSpPr bwMode="auto">
            <a:xfrm>
              <a:off x="4747" y="994"/>
              <a:ext cx="581" cy="134"/>
              <a:chOff x="614" y="2568"/>
              <a:chExt cx="725" cy="139"/>
            </a:xfrm>
          </p:grpSpPr>
          <p:sp>
            <p:nvSpPr>
              <p:cNvPr id="321" name="AutoShape 150">
                <a:extLst>
                  <a:ext uri="{FF2B5EF4-FFF2-40B4-BE49-F238E27FC236}">
                    <a16:creationId xmlns:a16="http://schemas.microsoft.com/office/drawing/2014/main" id="{F5A8BC22-523A-4147-9575-B8F7D060F116}"/>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AutoShape 151">
                <a:extLst>
                  <a:ext uri="{FF2B5EF4-FFF2-40B4-BE49-F238E27FC236}">
                    <a16:creationId xmlns:a16="http://schemas.microsoft.com/office/drawing/2014/main" id="{EAF2AC7F-A8C0-FC4F-8C37-5D458F19BF62}"/>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1" name="Rectangle 152">
              <a:extLst>
                <a:ext uri="{FF2B5EF4-FFF2-40B4-BE49-F238E27FC236}">
                  <a16:creationId xmlns:a16="http://schemas.microsoft.com/office/drawing/2014/main" id="{4F90A69C-CEC4-A24D-9C82-52BA6FC8934D}"/>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Rectangle 153">
              <a:extLst>
                <a:ext uri="{FF2B5EF4-FFF2-40B4-BE49-F238E27FC236}">
                  <a16:creationId xmlns:a16="http://schemas.microsoft.com/office/drawing/2014/main" id="{4EAFCA72-25B7-7747-916E-327595FFDBCD}"/>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3" name="Group 154">
              <a:extLst>
                <a:ext uri="{FF2B5EF4-FFF2-40B4-BE49-F238E27FC236}">
                  <a16:creationId xmlns:a16="http://schemas.microsoft.com/office/drawing/2014/main" id="{8277CD38-8B7B-9748-AD3B-10D14BC1AA1D}"/>
                </a:ext>
              </a:extLst>
            </p:cNvPr>
            <p:cNvGrpSpPr>
              <a:grpSpLocks/>
            </p:cNvGrpSpPr>
            <p:nvPr/>
          </p:nvGrpSpPr>
          <p:grpSpPr bwMode="auto">
            <a:xfrm>
              <a:off x="4735" y="1627"/>
              <a:ext cx="582" cy="151"/>
              <a:chOff x="614" y="2568"/>
              <a:chExt cx="725" cy="139"/>
            </a:xfrm>
          </p:grpSpPr>
          <p:sp>
            <p:nvSpPr>
              <p:cNvPr id="319" name="AutoShape 155">
                <a:extLst>
                  <a:ext uri="{FF2B5EF4-FFF2-40B4-BE49-F238E27FC236}">
                    <a16:creationId xmlns:a16="http://schemas.microsoft.com/office/drawing/2014/main" id="{5B02472C-767E-8C4B-A1E5-693F9C4C2A6A}"/>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AutoShape 156">
                <a:extLst>
                  <a:ext uri="{FF2B5EF4-FFF2-40B4-BE49-F238E27FC236}">
                    <a16:creationId xmlns:a16="http://schemas.microsoft.com/office/drawing/2014/main" id="{DA6E1AA2-450F-174D-A85C-5D39B60ABD9D}"/>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4" name="Freeform 157">
              <a:extLst>
                <a:ext uri="{FF2B5EF4-FFF2-40B4-BE49-F238E27FC236}">
                  <a16:creationId xmlns:a16="http://schemas.microsoft.com/office/drawing/2014/main" id="{43557BDC-C555-5040-B5DB-5D425E9BFE16}"/>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5" name="Group 158">
              <a:extLst>
                <a:ext uri="{FF2B5EF4-FFF2-40B4-BE49-F238E27FC236}">
                  <a16:creationId xmlns:a16="http://schemas.microsoft.com/office/drawing/2014/main" id="{C333E870-3BD7-C645-AAC2-98508A7E36E9}"/>
                </a:ext>
              </a:extLst>
            </p:cNvPr>
            <p:cNvGrpSpPr>
              <a:grpSpLocks/>
            </p:cNvGrpSpPr>
            <p:nvPr/>
          </p:nvGrpSpPr>
          <p:grpSpPr bwMode="auto">
            <a:xfrm>
              <a:off x="4739" y="1327"/>
              <a:ext cx="582" cy="139"/>
              <a:chOff x="614" y="2568"/>
              <a:chExt cx="725" cy="139"/>
            </a:xfrm>
          </p:grpSpPr>
          <p:sp>
            <p:nvSpPr>
              <p:cNvPr id="317" name="AutoShape 159">
                <a:extLst>
                  <a:ext uri="{FF2B5EF4-FFF2-40B4-BE49-F238E27FC236}">
                    <a16:creationId xmlns:a16="http://schemas.microsoft.com/office/drawing/2014/main" id="{EFC968C4-6392-E247-9A44-0D21D80BC1C8}"/>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8" name="AutoShape 160">
                <a:extLst>
                  <a:ext uri="{FF2B5EF4-FFF2-40B4-BE49-F238E27FC236}">
                    <a16:creationId xmlns:a16="http://schemas.microsoft.com/office/drawing/2014/main" id="{9315F821-D903-1C43-B0DF-C13E1CFC6E95}"/>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6" name="Rectangle 161">
              <a:extLst>
                <a:ext uri="{FF2B5EF4-FFF2-40B4-BE49-F238E27FC236}">
                  <a16:creationId xmlns:a16="http://schemas.microsoft.com/office/drawing/2014/main" id="{4A93E05B-231B-8F4E-AC44-1E61C8779F78}"/>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7" name="Freeform 162">
              <a:extLst>
                <a:ext uri="{FF2B5EF4-FFF2-40B4-BE49-F238E27FC236}">
                  <a16:creationId xmlns:a16="http://schemas.microsoft.com/office/drawing/2014/main" id="{A81021FA-3B4B-8540-B233-88280DF917CD}"/>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8" name="Freeform 163">
              <a:extLst>
                <a:ext uri="{FF2B5EF4-FFF2-40B4-BE49-F238E27FC236}">
                  <a16:creationId xmlns:a16="http://schemas.microsoft.com/office/drawing/2014/main" id="{B4BBCFA8-CE65-3B46-B8C0-90C8E2A9FAE4}"/>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Oval 164">
              <a:extLst>
                <a:ext uri="{FF2B5EF4-FFF2-40B4-BE49-F238E27FC236}">
                  <a16:creationId xmlns:a16="http://schemas.microsoft.com/office/drawing/2014/main" id="{5BC0A35E-B59B-2747-AF4F-E2B7BF2E9D9B}"/>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165">
              <a:extLst>
                <a:ext uri="{FF2B5EF4-FFF2-40B4-BE49-F238E27FC236}">
                  <a16:creationId xmlns:a16="http://schemas.microsoft.com/office/drawing/2014/main" id="{18C56782-0533-9C40-9224-8F36130D8884}"/>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1" name="AutoShape 166">
              <a:extLst>
                <a:ext uri="{FF2B5EF4-FFF2-40B4-BE49-F238E27FC236}">
                  <a16:creationId xmlns:a16="http://schemas.microsoft.com/office/drawing/2014/main" id="{B68A6AC7-4ED2-D44E-90B8-E63CF73BBC97}"/>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2" name="AutoShape 167">
              <a:extLst>
                <a:ext uri="{FF2B5EF4-FFF2-40B4-BE49-F238E27FC236}">
                  <a16:creationId xmlns:a16="http://schemas.microsoft.com/office/drawing/2014/main" id="{906EF179-00FE-3F4F-AD8D-E9B8F23DE35F}"/>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Oval 168">
              <a:extLst>
                <a:ext uri="{FF2B5EF4-FFF2-40B4-BE49-F238E27FC236}">
                  <a16:creationId xmlns:a16="http://schemas.microsoft.com/office/drawing/2014/main" id="{714D65B7-5EDC-2840-9C29-D308D9655A6C}"/>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Oval 169">
              <a:extLst>
                <a:ext uri="{FF2B5EF4-FFF2-40B4-BE49-F238E27FC236}">
                  <a16:creationId xmlns:a16="http://schemas.microsoft.com/office/drawing/2014/main" id="{E64A117A-C67D-AB41-A8E7-4A508BB314F3}"/>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5" name="Oval 170">
              <a:extLst>
                <a:ext uri="{FF2B5EF4-FFF2-40B4-BE49-F238E27FC236}">
                  <a16:creationId xmlns:a16="http://schemas.microsoft.com/office/drawing/2014/main" id="{C59668D3-09F9-BD44-8596-C01818912BD0}"/>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Rectangle 171">
              <a:extLst>
                <a:ext uri="{FF2B5EF4-FFF2-40B4-BE49-F238E27FC236}">
                  <a16:creationId xmlns:a16="http://schemas.microsoft.com/office/drawing/2014/main" id="{8E530C7C-3D86-3C4B-891E-CB9AC883FCB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5" name="Group 172">
            <a:extLst>
              <a:ext uri="{FF2B5EF4-FFF2-40B4-BE49-F238E27FC236}">
                <a16:creationId xmlns:a16="http://schemas.microsoft.com/office/drawing/2014/main" id="{F34C0BB9-9ECA-9B40-B10C-16DEDBDC16C3}"/>
              </a:ext>
            </a:extLst>
          </p:cNvPr>
          <p:cNvGrpSpPr>
            <a:grpSpLocks/>
          </p:cNvGrpSpPr>
          <p:nvPr/>
        </p:nvGrpSpPr>
        <p:grpSpPr bwMode="auto">
          <a:xfrm>
            <a:off x="7885017" y="5148533"/>
            <a:ext cx="525463" cy="557213"/>
            <a:chOff x="-44" y="1473"/>
            <a:chExt cx="981" cy="1105"/>
          </a:xfrm>
        </p:grpSpPr>
        <p:pic>
          <p:nvPicPr>
            <p:cNvPr id="326" name="Picture 173" descr="desktop_computer_stylized_medium">
              <a:extLst>
                <a:ext uri="{FF2B5EF4-FFF2-40B4-BE49-F238E27FC236}">
                  <a16:creationId xmlns:a16="http://schemas.microsoft.com/office/drawing/2014/main" id="{58DEA6BA-6A8A-414B-A5D1-8C42E963B5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 name="Freeform 174">
              <a:extLst>
                <a:ext uri="{FF2B5EF4-FFF2-40B4-BE49-F238E27FC236}">
                  <a16:creationId xmlns:a16="http://schemas.microsoft.com/office/drawing/2014/main" id="{5636D377-DB0D-6F40-811F-10EE64604D69}"/>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8" name="Group 175">
            <a:extLst>
              <a:ext uri="{FF2B5EF4-FFF2-40B4-BE49-F238E27FC236}">
                <a16:creationId xmlns:a16="http://schemas.microsoft.com/office/drawing/2014/main" id="{7306AC90-5B34-3F4E-B626-0E34022A31C8}"/>
              </a:ext>
            </a:extLst>
          </p:cNvPr>
          <p:cNvGrpSpPr>
            <a:grpSpLocks/>
          </p:cNvGrpSpPr>
          <p:nvPr/>
        </p:nvGrpSpPr>
        <p:grpSpPr bwMode="auto">
          <a:xfrm>
            <a:off x="8650192" y="1557608"/>
            <a:ext cx="377825" cy="576263"/>
            <a:chOff x="4140" y="429"/>
            <a:chExt cx="1425" cy="2396"/>
          </a:xfrm>
        </p:grpSpPr>
        <p:sp>
          <p:nvSpPr>
            <p:cNvPr id="329" name="Freeform 176">
              <a:extLst>
                <a:ext uri="{FF2B5EF4-FFF2-40B4-BE49-F238E27FC236}">
                  <a16:creationId xmlns:a16="http://schemas.microsoft.com/office/drawing/2014/main" id="{F3CFDF78-3F2C-B047-99D5-2F35E0D1B496}"/>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Rectangle 177">
              <a:extLst>
                <a:ext uri="{FF2B5EF4-FFF2-40B4-BE49-F238E27FC236}">
                  <a16:creationId xmlns:a16="http://schemas.microsoft.com/office/drawing/2014/main" id="{6D671750-A74B-B64E-8E68-C40948E6DE36}"/>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178">
              <a:extLst>
                <a:ext uri="{FF2B5EF4-FFF2-40B4-BE49-F238E27FC236}">
                  <a16:creationId xmlns:a16="http://schemas.microsoft.com/office/drawing/2014/main" id="{9438FA78-1938-514C-80BF-10ED666E38FE}"/>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Freeform 179">
              <a:extLst>
                <a:ext uri="{FF2B5EF4-FFF2-40B4-BE49-F238E27FC236}">
                  <a16:creationId xmlns:a16="http://schemas.microsoft.com/office/drawing/2014/main" id="{FD23EFF2-90E8-9045-936A-06124249A5E5}"/>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80">
              <a:extLst>
                <a:ext uri="{FF2B5EF4-FFF2-40B4-BE49-F238E27FC236}">
                  <a16:creationId xmlns:a16="http://schemas.microsoft.com/office/drawing/2014/main" id="{C3C9A679-FD27-EE4A-B715-049B9DDB6300}"/>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4" name="Group 181">
              <a:extLst>
                <a:ext uri="{FF2B5EF4-FFF2-40B4-BE49-F238E27FC236}">
                  <a16:creationId xmlns:a16="http://schemas.microsoft.com/office/drawing/2014/main" id="{F5C3481D-451B-B142-A35C-15C582D38E95}"/>
                </a:ext>
              </a:extLst>
            </p:cNvPr>
            <p:cNvGrpSpPr>
              <a:grpSpLocks/>
            </p:cNvGrpSpPr>
            <p:nvPr/>
          </p:nvGrpSpPr>
          <p:grpSpPr bwMode="auto">
            <a:xfrm>
              <a:off x="4749" y="668"/>
              <a:ext cx="581" cy="145"/>
              <a:chOff x="614" y="2568"/>
              <a:chExt cx="725" cy="139"/>
            </a:xfrm>
          </p:grpSpPr>
          <p:sp>
            <p:nvSpPr>
              <p:cNvPr id="359" name="AutoShape 182">
                <a:extLst>
                  <a:ext uri="{FF2B5EF4-FFF2-40B4-BE49-F238E27FC236}">
                    <a16:creationId xmlns:a16="http://schemas.microsoft.com/office/drawing/2014/main" id="{2C243628-F48B-0247-9C77-CADC193BA25B}"/>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AutoShape 183">
                <a:extLst>
                  <a:ext uri="{FF2B5EF4-FFF2-40B4-BE49-F238E27FC236}">
                    <a16:creationId xmlns:a16="http://schemas.microsoft.com/office/drawing/2014/main" id="{C3D71DA0-C793-D949-906B-887E37FD01C9}"/>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5" name="Rectangle 184">
              <a:extLst>
                <a:ext uri="{FF2B5EF4-FFF2-40B4-BE49-F238E27FC236}">
                  <a16:creationId xmlns:a16="http://schemas.microsoft.com/office/drawing/2014/main" id="{246902F9-C4DC-454E-9DA0-3D5842DB38D7}"/>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6" name="Group 185">
              <a:extLst>
                <a:ext uri="{FF2B5EF4-FFF2-40B4-BE49-F238E27FC236}">
                  <a16:creationId xmlns:a16="http://schemas.microsoft.com/office/drawing/2014/main" id="{7667DA9A-FE8F-654A-8B9E-218AADDABF18}"/>
                </a:ext>
              </a:extLst>
            </p:cNvPr>
            <p:cNvGrpSpPr>
              <a:grpSpLocks/>
            </p:cNvGrpSpPr>
            <p:nvPr/>
          </p:nvGrpSpPr>
          <p:grpSpPr bwMode="auto">
            <a:xfrm>
              <a:off x="4747" y="994"/>
              <a:ext cx="581" cy="134"/>
              <a:chOff x="614" y="2568"/>
              <a:chExt cx="725" cy="139"/>
            </a:xfrm>
          </p:grpSpPr>
          <p:sp>
            <p:nvSpPr>
              <p:cNvPr id="357" name="AutoShape 186">
                <a:extLst>
                  <a:ext uri="{FF2B5EF4-FFF2-40B4-BE49-F238E27FC236}">
                    <a16:creationId xmlns:a16="http://schemas.microsoft.com/office/drawing/2014/main" id="{89170F11-7571-2B45-8719-95E83BC651DC}"/>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 name="AutoShape 187">
                <a:extLst>
                  <a:ext uri="{FF2B5EF4-FFF2-40B4-BE49-F238E27FC236}">
                    <a16:creationId xmlns:a16="http://schemas.microsoft.com/office/drawing/2014/main" id="{E76D6632-4213-1A4C-994D-E58521FFA452}"/>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7" name="Rectangle 188">
              <a:extLst>
                <a:ext uri="{FF2B5EF4-FFF2-40B4-BE49-F238E27FC236}">
                  <a16:creationId xmlns:a16="http://schemas.microsoft.com/office/drawing/2014/main" id="{042D5530-947C-8042-964E-981127ADCA1C}"/>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89">
              <a:extLst>
                <a:ext uri="{FF2B5EF4-FFF2-40B4-BE49-F238E27FC236}">
                  <a16:creationId xmlns:a16="http://schemas.microsoft.com/office/drawing/2014/main" id="{2F89380A-7E24-A848-A517-F0FC736922E7}"/>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9" name="Group 190">
              <a:extLst>
                <a:ext uri="{FF2B5EF4-FFF2-40B4-BE49-F238E27FC236}">
                  <a16:creationId xmlns:a16="http://schemas.microsoft.com/office/drawing/2014/main" id="{38C1848A-3B99-B348-91C8-29218555E83A}"/>
                </a:ext>
              </a:extLst>
            </p:cNvPr>
            <p:cNvGrpSpPr>
              <a:grpSpLocks/>
            </p:cNvGrpSpPr>
            <p:nvPr/>
          </p:nvGrpSpPr>
          <p:grpSpPr bwMode="auto">
            <a:xfrm>
              <a:off x="4735" y="1627"/>
              <a:ext cx="582" cy="151"/>
              <a:chOff x="614" y="2568"/>
              <a:chExt cx="725" cy="139"/>
            </a:xfrm>
          </p:grpSpPr>
          <p:sp>
            <p:nvSpPr>
              <p:cNvPr id="355" name="AutoShape 191">
                <a:extLst>
                  <a:ext uri="{FF2B5EF4-FFF2-40B4-BE49-F238E27FC236}">
                    <a16:creationId xmlns:a16="http://schemas.microsoft.com/office/drawing/2014/main" id="{676776FA-ACE8-1B44-A3F2-EE744FFE1B2F}"/>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6" name="AutoShape 192">
                <a:extLst>
                  <a:ext uri="{FF2B5EF4-FFF2-40B4-BE49-F238E27FC236}">
                    <a16:creationId xmlns:a16="http://schemas.microsoft.com/office/drawing/2014/main" id="{642A052A-BC62-D049-9EBF-AC2B9D28A87C}"/>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0" name="Freeform 193">
              <a:extLst>
                <a:ext uri="{FF2B5EF4-FFF2-40B4-BE49-F238E27FC236}">
                  <a16:creationId xmlns:a16="http://schemas.microsoft.com/office/drawing/2014/main" id="{20022731-282E-5349-BD84-5AC931894117}"/>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41" name="Group 194">
              <a:extLst>
                <a:ext uri="{FF2B5EF4-FFF2-40B4-BE49-F238E27FC236}">
                  <a16:creationId xmlns:a16="http://schemas.microsoft.com/office/drawing/2014/main" id="{C8EEA896-B8C6-834F-9741-B4BC6894041D}"/>
                </a:ext>
              </a:extLst>
            </p:cNvPr>
            <p:cNvGrpSpPr>
              <a:grpSpLocks/>
            </p:cNvGrpSpPr>
            <p:nvPr/>
          </p:nvGrpSpPr>
          <p:grpSpPr bwMode="auto">
            <a:xfrm>
              <a:off x="4739" y="1327"/>
              <a:ext cx="582" cy="139"/>
              <a:chOff x="614" y="2568"/>
              <a:chExt cx="725" cy="139"/>
            </a:xfrm>
          </p:grpSpPr>
          <p:sp>
            <p:nvSpPr>
              <p:cNvPr id="353" name="AutoShape 195">
                <a:extLst>
                  <a:ext uri="{FF2B5EF4-FFF2-40B4-BE49-F238E27FC236}">
                    <a16:creationId xmlns:a16="http://schemas.microsoft.com/office/drawing/2014/main" id="{FAEB0127-5E88-8848-A1E8-FCDC82E85BB6}"/>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AutoShape 196">
                <a:extLst>
                  <a:ext uri="{FF2B5EF4-FFF2-40B4-BE49-F238E27FC236}">
                    <a16:creationId xmlns:a16="http://schemas.microsoft.com/office/drawing/2014/main" id="{F6C14D4D-54BC-0347-8DE7-8C387B0DE5D3}"/>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2" name="Rectangle 197">
              <a:extLst>
                <a:ext uri="{FF2B5EF4-FFF2-40B4-BE49-F238E27FC236}">
                  <a16:creationId xmlns:a16="http://schemas.microsoft.com/office/drawing/2014/main" id="{DE2B5795-02B3-824F-BFB7-9E4468C2E04A}"/>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3" name="Freeform 198">
              <a:extLst>
                <a:ext uri="{FF2B5EF4-FFF2-40B4-BE49-F238E27FC236}">
                  <a16:creationId xmlns:a16="http://schemas.microsoft.com/office/drawing/2014/main" id="{30654D98-FCC5-4940-8B89-40DEC14D245E}"/>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4" name="Freeform 199">
              <a:extLst>
                <a:ext uri="{FF2B5EF4-FFF2-40B4-BE49-F238E27FC236}">
                  <a16:creationId xmlns:a16="http://schemas.microsoft.com/office/drawing/2014/main" id="{DB2F1485-9F89-A14E-B2B0-E716B66FE509}"/>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5" name="Oval 200">
              <a:extLst>
                <a:ext uri="{FF2B5EF4-FFF2-40B4-BE49-F238E27FC236}">
                  <a16:creationId xmlns:a16="http://schemas.microsoft.com/office/drawing/2014/main" id="{0913F7BB-B350-6F4C-8E3C-B4373B6BBC1E}"/>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6" name="Freeform 201">
              <a:extLst>
                <a:ext uri="{FF2B5EF4-FFF2-40B4-BE49-F238E27FC236}">
                  <a16:creationId xmlns:a16="http://schemas.microsoft.com/office/drawing/2014/main" id="{D806CA0F-D39E-1044-8994-B3481BAC561C}"/>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7" name="AutoShape 202">
              <a:extLst>
                <a:ext uri="{FF2B5EF4-FFF2-40B4-BE49-F238E27FC236}">
                  <a16:creationId xmlns:a16="http://schemas.microsoft.com/office/drawing/2014/main" id="{653E2F84-88DD-4C48-9132-5E9C22D3C500}"/>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AutoShape 203">
              <a:extLst>
                <a:ext uri="{FF2B5EF4-FFF2-40B4-BE49-F238E27FC236}">
                  <a16:creationId xmlns:a16="http://schemas.microsoft.com/office/drawing/2014/main" id="{7C1622A3-9F30-FA42-9B80-C8BB00A05B8D}"/>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9" name="Oval 204">
              <a:extLst>
                <a:ext uri="{FF2B5EF4-FFF2-40B4-BE49-F238E27FC236}">
                  <a16:creationId xmlns:a16="http://schemas.microsoft.com/office/drawing/2014/main" id="{432A4179-C51B-DE48-94FC-B7412F4DD34C}"/>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Oval 205">
              <a:extLst>
                <a:ext uri="{FF2B5EF4-FFF2-40B4-BE49-F238E27FC236}">
                  <a16:creationId xmlns:a16="http://schemas.microsoft.com/office/drawing/2014/main" id="{9EF71E96-D069-134D-9318-D85F7FF2C50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51" name="Oval 206">
              <a:extLst>
                <a:ext uri="{FF2B5EF4-FFF2-40B4-BE49-F238E27FC236}">
                  <a16:creationId xmlns:a16="http://schemas.microsoft.com/office/drawing/2014/main" id="{3E78A6EB-9CEA-E74E-91AB-439D7171D3AA}"/>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207">
              <a:extLst>
                <a:ext uri="{FF2B5EF4-FFF2-40B4-BE49-F238E27FC236}">
                  <a16:creationId xmlns:a16="http://schemas.microsoft.com/office/drawing/2014/main" id="{1A62E052-D07D-6743-8E2D-F67E3E528E8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1" name="Group 208">
            <a:extLst>
              <a:ext uri="{FF2B5EF4-FFF2-40B4-BE49-F238E27FC236}">
                <a16:creationId xmlns:a16="http://schemas.microsoft.com/office/drawing/2014/main" id="{6A05235C-3E77-6F4F-8ADA-6D04AB8484D1}"/>
              </a:ext>
            </a:extLst>
          </p:cNvPr>
          <p:cNvGrpSpPr>
            <a:grpSpLocks/>
          </p:cNvGrpSpPr>
          <p:nvPr/>
        </p:nvGrpSpPr>
        <p:grpSpPr bwMode="auto">
          <a:xfrm>
            <a:off x="9402667" y="1589358"/>
            <a:ext cx="377825" cy="576263"/>
            <a:chOff x="4140" y="429"/>
            <a:chExt cx="1425" cy="2396"/>
          </a:xfrm>
        </p:grpSpPr>
        <p:sp>
          <p:nvSpPr>
            <p:cNvPr id="362" name="Freeform 209">
              <a:extLst>
                <a:ext uri="{FF2B5EF4-FFF2-40B4-BE49-F238E27FC236}">
                  <a16:creationId xmlns:a16="http://schemas.microsoft.com/office/drawing/2014/main" id="{D166875E-AD19-804C-965F-CDAED7A642D2}"/>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3" name="Rectangle 210">
              <a:extLst>
                <a:ext uri="{FF2B5EF4-FFF2-40B4-BE49-F238E27FC236}">
                  <a16:creationId xmlns:a16="http://schemas.microsoft.com/office/drawing/2014/main" id="{EC5E264D-98A2-B44D-B995-4CB53C25E2B4}"/>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4" name="Freeform 211">
              <a:extLst>
                <a:ext uri="{FF2B5EF4-FFF2-40B4-BE49-F238E27FC236}">
                  <a16:creationId xmlns:a16="http://schemas.microsoft.com/office/drawing/2014/main" id="{C1CF933D-FB73-3240-9F1D-5EED49E6AB45}"/>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Freeform 212">
              <a:extLst>
                <a:ext uri="{FF2B5EF4-FFF2-40B4-BE49-F238E27FC236}">
                  <a16:creationId xmlns:a16="http://schemas.microsoft.com/office/drawing/2014/main" id="{0FC67CB2-6BE1-1847-A437-D99084C5CC4E}"/>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Rectangle 213">
              <a:extLst>
                <a:ext uri="{FF2B5EF4-FFF2-40B4-BE49-F238E27FC236}">
                  <a16:creationId xmlns:a16="http://schemas.microsoft.com/office/drawing/2014/main" id="{14B7D932-BBFC-B74D-816C-440DB3FEB06E}"/>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7" name="Group 214">
              <a:extLst>
                <a:ext uri="{FF2B5EF4-FFF2-40B4-BE49-F238E27FC236}">
                  <a16:creationId xmlns:a16="http://schemas.microsoft.com/office/drawing/2014/main" id="{904783F7-C673-AC48-8DEC-45B791D2E0FD}"/>
                </a:ext>
              </a:extLst>
            </p:cNvPr>
            <p:cNvGrpSpPr>
              <a:grpSpLocks/>
            </p:cNvGrpSpPr>
            <p:nvPr/>
          </p:nvGrpSpPr>
          <p:grpSpPr bwMode="auto">
            <a:xfrm>
              <a:off x="4749" y="668"/>
              <a:ext cx="581" cy="145"/>
              <a:chOff x="614" y="2568"/>
              <a:chExt cx="725" cy="139"/>
            </a:xfrm>
          </p:grpSpPr>
          <p:sp>
            <p:nvSpPr>
              <p:cNvPr id="392" name="AutoShape 215">
                <a:extLst>
                  <a:ext uri="{FF2B5EF4-FFF2-40B4-BE49-F238E27FC236}">
                    <a16:creationId xmlns:a16="http://schemas.microsoft.com/office/drawing/2014/main" id="{259ABA3E-950D-BF40-AF00-89747854A5FD}"/>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3" name="AutoShape 216">
                <a:extLst>
                  <a:ext uri="{FF2B5EF4-FFF2-40B4-BE49-F238E27FC236}">
                    <a16:creationId xmlns:a16="http://schemas.microsoft.com/office/drawing/2014/main" id="{D537C256-5556-E84D-BFD9-801601AF6D06}"/>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68" name="Rectangle 217">
              <a:extLst>
                <a:ext uri="{FF2B5EF4-FFF2-40B4-BE49-F238E27FC236}">
                  <a16:creationId xmlns:a16="http://schemas.microsoft.com/office/drawing/2014/main" id="{6A16D193-BA00-FA4C-84D3-5F7B5C0311B4}"/>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9" name="Group 218">
              <a:extLst>
                <a:ext uri="{FF2B5EF4-FFF2-40B4-BE49-F238E27FC236}">
                  <a16:creationId xmlns:a16="http://schemas.microsoft.com/office/drawing/2014/main" id="{7151F57C-7772-D741-B346-9FD22AFEAC1C}"/>
                </a:ext>
              </a:extLst>
            </p:cNvPr>
            <p:cNvGrpSpPr>
              <a:grpSpLocks/>
            </p:cNvGrpSpPr>
            <p:nvPr/>
          </p:nvGrpSpPr>
          <p:grpSpPr bwMode="auto">
            <a:xfrm>
              <a:off x="4747" y="994"/>
              <a:ext cx="581" cy="134"/>
              <a:chOff x="614" y="2568"/>
              <a:chExt cx="725" cy="139"/>
            </a:xfrm>
          </p:grpSpPr>
          <p:sp>
            <p:nvSpPr>
              <p:cNvPr id="390" name="AutoShape 219">
                <a:extLst>
                  <a:ext uri="{FF2B5EF4-FFF2-40B4-BE49-F238E27FC236}">
                    <a16:creationId xmlns:a16="http://schemas.microsoft.com/office/drawing/2014/main" id="{28A8406C-AFA4-F94B-A2C4-E4FFB185C64F}"/>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AutoShape 220">
                <a:extLst>
                  <a:ext uri="{FF2B5EF4-FFF2-40B4-BE49-F238E27FC236}">
                    <a16:creationId xmlns:a16="http://schemas.microsoft.com/office/drawing/2014/main" id="{9A186499-2183-C24F-89D0-ACB1D39A2787}"/>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0" name="Rectangle 221">
              <a:extLst>
                <a:ext uri="{FF2B5EF4-FFF2-40B4-BE49-F238E27FC236}">
                  <a16:creationId xmlns:a16="http://schemas.microsoft.com/office/drawing/2014/main" id="{6959C99C-8685-CE45-B4A0-BEEBD9CE6FDF}"/>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Rectangle 222">
              <a:extLst>
                <a:ext uri="{FF2B5EF4-FFF2-40B4-BE49-F238E27FC236}">
                  <a16:creationId xmlns:a16="http://schemas.microsoft.com/office/drawing/2014/main" id="{0CEC0CDC-F36A-E147-800E-4BFDDC412C2D}"/>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2" name="Group 223">
              <a:extLst>
                <a:ext uri="{FF2B5EF4-FFF2-40B4-BE49-F238E27FC236}">
                  <a16:creationId xmlns:a16="http://schemas.microsoft.com/office/drawing/2014/main" id="{07BF1C14-2C6F-B94F-8289-1C37D6C61529}"/>
                </a:ext>
              </a:extLst>
            </p:cNvPr>
            <p:cNvGrpSpPr>
              <a:grpSpLocks/>
            </p:cNvGrpSpPr>
            <p:nvPr/>
          </p:nvGrpSpPr>
          <p:grpSpPr bwMode="auto">
            <a:xfrm>
              <a:off x="4735" y="1627"/>
              <a:ext cx="582" cy="151"/>
              <a:chOff x="614" y="2568"/>
              <a:chExt cx="725" cy="139"/>
            </a:xfrm>
          </p:grpSpPr>
          <p:sp>
            <p:nvSpPr>
              <p:cNvPr id="388" name="AutoShape 224">
                <a:extLst>
                  <a:ext uri="{FF2B5EF4-FFF2-40B4-BE49-F238E27FC236}">
                    <a16:creationId xmlns:a16="http://schemas.microsoft.com/office/drawing/2014/main" id="{B660D864-E6AF-2A4B-AF6E-15E67C246146}"/>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9" name="AutoShape 225">
                <a:extLst>
                  <a:ext uri="{FF2B5EF4-FFF2-40B4-BE49-F238E27FC236}">
                    <a16:creationId xmlns:a16="http://schemas.microsoft.com/office/drawing/2014/main" id="{A5592FCE-B8EB-CD42-BD69-D7E95DA3E255}"/>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3" name="Freeform 226">
              <a:extLst>
                <a:ext uri="{FF2B5EF4-FFF2-40B4-BE49-F238E27FC236}">
                  <a16:creationId xmlns:a16="http://schemas.microsoft.com/office/drawing/2014/main" id="{176C9152-AD9C-0043-999D-97BF01B75C5D}"/>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4" name="Group 227">
              <a:extLst>
                <a:ext uri="{FF2B5EF4-FFF2-40B4-BE49-F238E27FC236}">
                  <a16:creationId xmlns:a16="http://schemas.microsoft.com/office/drawing/2014/main" id="{DB7553BD-7EEF-1144-A10E-45052E753529}"/>
                </a:ext>
              </a:extLst>
            </p:cNvPr>
            <p:cNvGrpSpPr>
              <a:grpSpLocks/>
            </p:cNvGrpSpPr>
            <p:nvPr/>
          </p:nvGrpSpPr>
          <p:grpSpPr bwMode="auto">
            <a:xfrm>
              <a:off x="4739" y="1327"/>
              <a:ext cx="582" cy="139"/>
              <a:chOff x="614" y="2568"/>
              <a:chExt cx="725" cy="139"/>
            </a:xfrm>
          </p:grpSpPr>
          <p:sp>
            <p:nvSpPr>
              <p:cNvPr id="386" name="AutoShape 228">
                <a:extLst>
                  <a:ext uri="{FF2B5EF4-FFF2-40B4-BE49-F238E27FC236}">
                    <a16:creationId xmlns:a16="http://schemas.microsoft.com/office/drawing/2014/main" id="{209B423B-7C84-A444-BC5D-A11FD15670F9}"/>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7" name="AutoShape 229">
                <a:extLst>
                  <a:ext uri="{FF2B5EF4-FFF2-40B4-BE49-F238E27FC236}">
                    <a16:creationId xmlns:a16="http://schemas.microsoft.com/office/drawing/2014/main" id="{5AE73D33-B566-9A49-9DC6-C5469487BDCF}"/>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5" name="Rectangle 230">
              <a:extLst>
                <a:ext uri="{FF2B5EF4-FFF2-40B4-BE49-F238E27FC236}">
                  <a16:creationId xmlns:a16="http://schemas.microsoft.com/office/drawing/2014/main" id="{F54FB1FA-BA67-4B47-8CD0-DC612A86E69A}"/>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6" name="Freeform 231">
              <a:extLst>
                <a:ext uri="{FF2B5EF4-FFF2-40B4-BE49-F238E27FC236}">
                  <a16:creationId xmlns:a16="http://schemas.microsoft.com/office/drawing/2014/main" id="{A3240397-6B0C-654E-88F1-F3F3AD6232E7}"/>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7" name="Freeform 232">
              <a:extLst>
                <a:ext uri="{FF2B5EF4-FFF2-40B4-BE49-F238E27FC236}">
                  <a16:creationId xmlns:a16="http://schemas.microsoft.com/office/drawing/2014/main" id="{1A86C13D-4B43-504E-B61C-E2C65477525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 name="Oval 233">
              <a:extLst>
                <a:ext uri="{FF2B5EF4-FFF2-40B4-BE49-F238E27FC236}">
                  <a16:creationId xmlns:a16="http://schemas.microsoft.com/office/drawing/2014/main" id="{A925E2BE-2521-064E-94A2-F5B3CE2A61D8}"/>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9" name="Freeform 234">
              <a:extLst>
                <a:ext uri="{FF2B5EF4-FFF2-40B4-BE49-F238E27FC236}">
                  <a16:creationId xmlns:a16="http://schemas.microsoft.com/office/drawing/2014/main" id="{D0F8527B-9979-9843-B950-02EEB33AD61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0" name="AutoShape 235">
              <a:extLst>
                <a:ext uri="{FF2B5EF4-FFF2-40B4-BE49-F238E27FC236}">
                  <a16:creationId xmlns:a16="http://schemas.microsoft.com/office/drawing/2014/main" id="{01246D65-1D83-514D-96A0-3F53F7E62D09}"/>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1" name="AutoShape 236">
              <a:extLst>
                <a:ext uri="{FF2B5EF4-FFF2-40B4-BE49-F238E27FC236}">
                  <a16:creationId xmlns:a16="http://schemas.microsoft.com/office/drawing/2014/main" id="{EE09E67D-74DE-8E41-B31D-30EBA899EA8C}"/>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2" name="Oval 237">
              <a:extLst>
                <a:ext uri="{FF2B5EF4-FFF2-40B4-BE49-F238E27FC236}">
                  <a16:creationId xmlns:a16="http://schemas.microsoft.com/office/drawing/2014/main" id="{1BAA3765-A4A2-D249-B5E6-B37A650693CE}"/>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3" name="Oval 238">
              <a:extLst>
                <a:ext uri="{FF2B5EF4-FFF2-40B4-BE49-F238E27FC236}">
                  <a16:creationId xmlns:a16="http://schemas.microsoft.com/office/drawing/2014/main" id="{B5829A6B-5209-D644-82E1-A9C2A8D9A01D}"/>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84" name="Oval 239">
              <a:extLst>
                <a:ext uri="{FF2B5EF4-FFF2-40B4-BE49-F238E27FC236}">
                  <a16:creationId xmlns:a16="http://schemas.microsoft.com/office/drawing/2014/main" id="{95394ED4-DC3D-F146-9AEE-0FC4AFC88A7F}"/>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5" name="Rectangle 240">
              <a:extLst>
                <a:ext uri="{FF2B5EF4-FFF2-40B4-BE49-F238E27FC236}">
                  <a16:creationId xmlns:a16="http://schemas.microsoft.com/office/drawing/2014/main" id="{A039A534-5AD2-354C-8072-85670484B5B5}"/>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94" name="Group 241">
            <a:extLst>
              <a:ext uri="{FF2B5EF4-FFF2-40B4-BE49-F238E27FC236}">
                <a16:creationId xmlns:a16="http://schemas.microsoft.com/office/drawing/2014/main" id="{9BE96710-6956-1941-96D5-89D2082B85BD}"/>
              </a:ext>
            </a:extLst>
          </p:cNvPr>
          <p:cNvGrpSpPr>
            <a:grpSpLocks/>
          </p:cNvGrpSpPr>
          <p:nvPr/>
        </p:nvGrpSpPr>
        <p:grpSpPr bwMode="auto">
          <a:xfrm>
            <a:off x="10012267" y="1741758"/>
            <a:ext cx="377825" cy="576263"/>
            <a:chOff x="4140" y="429"/>
            <a:chExt cx="1425" cy="2396"/>
          </a:xfrm>
        </p:grpSpPr>
        <p:sp>
          <p:nvSpPr>
            <p:cNvPr id="395" name="Freeform 242">
              <a:extLst>
                <a:ext uri="{FF2B5EF4-FFF2-40B4-BE49-F238E27FC236}">
                  <a16:creationId xmlns:a16="http://schemas.microsoft.com/office/drawing/2014/main" id="{98FED06C-86AC-174D-897A-AF88782AB34D}"/>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6" name="Rectangle 243">
              <a:extLst>
                <a:ext uri="{FF2B5EF4-FFF2-40B4-BE49-F238E27FC236}">
                  <a16:creationId xmlns:a16="http://schemas.microsoft.com/office/drawing/2014/main" id="{7BCB3493-2EA3-894F-95D3-4BD9689BC0B5}"/>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7" name="Freeform 244">
              <a:extLst>
                <a:ext uri="{FF2B5EF4-FFF2-40B4-BE49-F238E27FC236}">
                  <a16:creationId xmlns:a16="http://schemas.microsoft.com/office/drawing/2014/main" id="{04E3D02B-467F-7F4F-8DC3-9D363101FB1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8" name="Freeform 245">
              <a:extLst>
                <a:ext uri="{FF2B5EF4-FFF2-40B4-BE49-F238E27FC236}">
                  <a16:creationId xmlns:a16="http://schemas.microsoft.com/office/drawing/2014/main" id="{DA94A9FA-D5B5-214A-8D37-34D4B61F600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9" name="Rectangle 246">
              <a:extLst>
                <a:ext uri="{FF2B5EF4-FFF2-40B4-BE49-F238E27FC236}">
                  <a16:creationId xmlns:a16="http://schemas.microsoft.com/office/drawing/2014/main" id="{50539DB1-8D20-F44A-8958-354C5B49CA22}"/>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0" name="Group 247">
              <a:extLst>
                <a:ext uri="{FF2B5EF4-FFF2-40B4-BE49-F238E27FC236}">
                  <a16:creationId xmlns:a16="http://schemas.microsoft.com/office/drawing/2014/main" id="{ABC4B2B5-E127-B14E-8370-5BCDD85E2944}"/>
                </a:ext>
              </a:extLst>
            </p:cNvPr>
            <p:cNvGrpSpPr>
              <a:grpSpLocks/>
            </p:cNvGrpSpPr>
            <p:nvPr/>
          </p:nvGrpSpPr>
          <p:grpSpPr bwMode="auto">
            <a:xfrm>
              <a:off x="4749" y="668"/>
              <a:ext cx="581" cy="145"/>
              <a:chOff x="614" y="2568"/>
              <a:chExt cx="725" cy="139"/>
            </a:xfrm>
          </p:grpSpPr>
          <p:sp>
            <p:nvSpPr>
              <p:cNvPr id="425" name="AutoShape 248">
                <a:extLst>
                  <a:ext uri="{FF2B5EF4-FFF2-40B4-BE49-F238E27FC236}">
                    <a16:creationId xmlns:a16="http://schemas.microsoft.com/office/drawing/2014/main" id="{2544F03E-3822-9142-840A-4600BC4923CF}"/>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6" name="AutoShape 249">
                <a:extLst>
                  <a:ext uri="{FF2B5EF4-FFF2-40B4-BE49-F238E27FC236}">
                    <a16:creationId xmlns:a16="http://schemas.microsoft.com/office/drawing/2014/main" id="{0D6C988D-2CAC-3A4A-8FAC-72B8697E7B94}"/>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1" name="Rectangle 250">
              <a:extLst>
                <a:ext uri="{FF2B5EF4-FFF2-40B4-BE49-F238E27FC236}">
                  <a16:creationId xmlns:a16="http://schemas.microsoft.com/office/drawing/2014/main" id="{FA55D5A2-C0A3-7741-814B-310A28BDD9AE}"/>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2" name="Group 251">
              <a:extLst>
                <a:ext uri="{FF2B5EF4-FFF2-40B4-BE49-F238E27FC236}">
                  <a16:creationId xmlns:a16="http://schemas.microsoft.com/office/drawing/2014/main" id="{DC8A3227-B450-FB4D-852D-DC7E66FF6603}"/>
                </a:ext>
              </a:extLst>
            </p:cNvPr>
            <p:cNvGrpSpPr>
              <a:grpSpLocks/>
            </p:cNvGrpSpPr>
            <p:nvPr/>
          </p:nvGrpSpPr>
          <p:grpSpPr bwMode="auto">
            <a:xfrm>
              <a:off x="4747" y="994"/>
              <a:ext cx="581" cy="134"/>
              <a:chOff x="614" y="2568"/>
              <a:chExt cx="725" cy="139"/>
            </a:xfrm>
          </p:grpSpPr>
          <p:sp>
            <p:nvSpPr>
              <p:cNvPr id="423" name="AutoShape 252">
                <a:extLst>
                  <a:ext uri="{FF2B5EF4-FFF2-40B4-BE49-F238E27FC236}">
                    <a16:creationId xmlns:a16="http://schemas.microsoft.com/office/drawing/2014/main" id="{07F021BE-923D-804C-AB1C-CB812D97B76C}"/>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4" name="AutoShape 253">
                <a:extLst>
                  <a:ext uri="{FF2B5EF4-FFF2-40B4-BE49-F238E27FC236}">
                    <a16:creationId xmlns:a16="http://schemas.microsoft.com/office/drawing/2014/main" id="{3A5C7537-D941-954D-9024-BF32F6D13451}"/>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3" name="Rectangle 254">
              <a:extLst>
                <a:ext uri="{FF2B5EF4-FFF2-40B4-BE49-F238E27FC236}">
                  <a16:creationId xmlns:a16="http://schemas.microsoft.com/office/drawing/2014/main" id="{855ECB0D-BAD2-724F-8296-56F037E689A6}"/>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4" name="Rectangle 255">
              <a:extLst>
                <a:ext uri="{FF2B5EF4-FFF2-40B4-BE49-F238E27FC236}">
                  <a16:creationId xmlns:a16="http://schemas.microsoft.com/office/drawing/2014/main" id="{6D021B7D-23B8-4545-B682-3F0C4BAB5EBA}"/>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5" name="Group 256">
              <a:extLst>
                <a:ext uri="{FF2B5EF4-FFF2-40B4-BE49-F238E27FC236}">
                  <a16:creationId xmlns:a16="http://schemas.microsoft.com/office/drawing/2014/main" id="{431DAF1F-4CC8-1C41-8EEC-05F7D5D789CB}"/>
                </a:ext>
              </a:extLst>
            </p:cNvPr>
            <p:cNvGrpSpPr>
              <a:grpSpLocks/>
            </p:cNvGrpSpPr>
            <p:nvPr/>
          </p:nvGrpSpPr>
          <p:grpSpPr bwMode="auto">
            <a:xfrm>
              <a:off x="4735" y="1627"/>
              <a:ext cx="582" cy="151"/>
              <a:chOff x="614" y="2568"/>
              <a:chExt cx="725" cy="139"/>
            </a:xfrm>
          </p:grpSpPr>
          <p:sp>
            <p:nvSpPr>
              <p:cNvPr id="421" name="AutoShape 257">
                <a:extLst>
                  <a:ext uri="{FF2B5EF4-FFF2-40B4-BE49-F238E27FC236}">
                    <a16:creationId xmlns:a16="http://schemas.microsoft.com/office/drawing/2014/main" id="{18C2CCBA-D707-A24B-A885-97D020E7BE08}"/>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2" name="AutoShape 258">
                <a:extLst>
                  <a:ext uri="{FF2B5EF4-FFF2-40B4-BE49-F238E27FC236}">
                    <a16:creationId xmlns:a16="http://schemas.microsoft.com/office/drawing/2014/main" id="{D7E10C1F-D1F0-7148-A44B-7FEC28811D39}"/>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6" name="Freeform 259">
              <a:extLst>
                <a:ext uri="{FF2B5EF4-FFF2-40B4-BE49-F238E27FC236}">
                  <a16:creationId xmlns:a16="http://schemas.microsoft.com/office/drawing/2014/main" id="{0365C11C-6E47-864E-8122-6C27C34F003E}"/>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7" name="Group 260">
              <a:extLst>
                <a:ext uri="{FF2B5EF4-FFF2-40B4-BE49-F238E27FC236}">
                  <a16:creationId xmlns:a16="http://schemas.microsoft.com/office/drawing/2014/main" id="{27B41BB0-4231-F248-B65A-1A45AD2C9CD7}"/>
                </a:ext>
              </a:extLst>
            </p:cNvPr>
            <p:cNvGrpSpPr>
              <a:grpSpLocks/>
            </p:cNvGrpSpPr>
            <p:nvPr/>
          </p:nvGrpSpPr>
          <p:grpSpPr bwMode="auto">
            <a:xfrm>
              <a:off x="4739" y="1327"/>
              <a:ext cx="582" cy="139"/>
              <a:chOff x="614" y="2568"/>
              <a:chExt cx="725" cy="139"/>
            </a:xfrm>
          </p:grpSpPr>
          <p:sp>
            <p:nvSpPr>
              <p:cNvPr id="419" name="AutoShape 261">
                <a:extLst>
                  <a:ext uri="{FF2B5EF4-FFF2-40B4-BE49-F238E27FC236}">
                    <a16:creationId xmlns:a16="http://schemas.microsoft.com/office/drawing/2014/main" id="{CEAEF38F-92BA-B54F-82FB-C23A106C0988}"/>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0" name="AutoShape 262">
                <a:extLst>
                  <a:ext uri="{FF2B5EF4-FFF2-40B4-BE49-F238E27FC236}">
                    <a16:creationId xmlns:a16="http://schemas.microsoft.com/office/drawing/2014/main" id="{77559B45-47D4-F047-A0E1-3FD4F77050A5}"/>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8" name="Rectangle 263">
              <a:extLst>
                <a:ext uri="{FF2B5EF4-FFF2-40B4-BE49-F238E27FC236}">
                  <a16:creationId xmlns:a16="http://schemas.microsoft.com/office/drawing/2014/main" id="{2BB4AB2F-1E19-ED46-91D0-686A5791A857}"/>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 name="Freeform 264">
              <a:extLst>
                <a:ext uri="{FF2B5EF4-FFF2-40B4-BE49-F238E27FC236}">
                  <a16:creationId xmlns:a16="http://schemas.microsoft.com/office/drawing/2014/main" id="{EFA4165B-2B89-EA44-AAFD-284DDE325634}"/>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0" name="Freeform 265">
              <a:extLst>
                <a:ext uri="{FF2B5EF4-FFF2-40B4-BE49-F238E27FC236}">
                  <a16:creationId xmlns:a16="http://schemas.microsoft.com/office/drawing/2014/main" id="{BF31806F-E19D-6643-B3AB-FCD24491260B}"/>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1" name="Oval 266">
              <a:extLst>
                <a:ext uri="{FF2B5EF4-FFF2-40B4-BE49-F238E27FC236}">
                  <a16:creationId xmlns:a16="http://schemas.microsoft.com/office/drawing/2014/main" id="{297B65E1-F9B5-1942-BAE5-456457D2ADC7}"/>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2" name="Freeform 267">
              <a:extLst>
                <a:ext uri="{FF2B5EF4-FFF2-40B4-BE49-F238E27FC236}">
                  <a16:creationId xmlns:a16="http://schemas.microsoft.com/office/drawing/2014/main" id="{D1451455-90D3-7B4E-9A6C-AC54A2B18BAA}"/>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3" name="AutoShape 268">
              <a:extLst>
                <a:ext uri="{FF2B5EF4-FFF2-40B4-BE49-F238E27FC236}">
                  <a16:creationId xmlns:a16="http://schemas.microsoft.com/office/drawing/2014/main" id="{B96820D1-74F4-9A4F-81C3-99D80AA66D04}"/>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4" name="AutoShape 269">
              <a:extLst>
                <a:ext uri="{FF2B5EF4-FFF2-40B4-BE49-F238E27FC236}">
                  <a16:creationId xmlns:a16="http://schemas.microsoft.com/office/drawing/2014/main" id="{24247BD6-F113-7F46-93F5-34E742E7FA69}"/>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5" name="Oval 270">
              <a:extLst>
                <a:ext uri="{FF2B5EF4-FFF2-40B4-BE49-F238E27FC236}">
                  <a16:creationId xmlns:a16="http://schemas.microsoft.com/office/drawing/2014/main" id="{4716773C-A574-8342-86DD-F8046121F015}"/>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6" name="Oval 271">
              <a:extLst>
                <a:ext uri="{FF2B5EF4-FFF2-40B4-BE49-F238E27FC236}">
                  <a16:creationId xmlns:a16="http://schemas.microsoft.com/office/drawing/2014/main" id="{9F959D50-71EC-0F46-8ED3-4FE4C63D6BFA}"/>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17" name="Oval 272">
              <a:extLst>
                <a:ext uri="{FF2B5EF4-FFF2-40B4-BE49-F238E27FC236}">
                  <a16:creationId xmlns:a16="http://schemas.microsoft.com/office/drawing/2014/main" id="{E6997777-676B-9145-9B53-650C5990989F}"/>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8" name="Rectangle 273">
              <a:extLst>
                <a:ext uri="{FF2B5EF4-FFF2-40B4-BE49-F238E27FC236}">
                  <a16:creationId xmlns:a16="http://schemas.microsoft.com/office/drawing/2014/main" id="{80128537-C0E9-B945-A472-82EC596F177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27" name="Group 274">
            <a:extLst>
              <a:ext uri="{FF2B5EF4-FFF2-40B4-BE49-F238E27FC236}">
                <a16:creationId xmlns:a16="http://schemas.microsoft.com/office/drawing/2014/main" id="{637BEA6D-6926-F241-A7B7-63FD120295AA}"/>
              </a:ext>
            </a:extLst>
          </p:cNvPr>
          <p:cNvGrpSpPr>
            <a:grpSpLocks/>
          </p:cNvGrpSpPr>
          <p:nvPr/>
        </p:nvGrpSpPr>
        <p:grpSpPr bwMode="auto">
          <a:xfrm>
            <a:off x="10340880" y="2687908"/>
            <a:ext cx="377825" cy="576263"/>
            <a:chOff x="4140" y="429"/>
            <a:chExt cx="1425" cy="2396"/>
          </a:xfrm>
        </p:grpSpPr>
        <p:sp>
          <p:nvSpPr>
            <p:cNvPr id="428" name="Freeform 275">
              <a:extLst>
                <a:ext uri="{FF2B5EF4-FFF2-40B4-BE49-F238E27FC236}">
                  <a16:creationId xmlns:a16="http://schemas.microsoft.com/office/drawing/2014/main" id="{B73B5122-7AC1-A541-A7CB-7C92E34FE743}"/>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9" name="Rectangle 276">
              <a:extLst>
                <a:ext uri="{FF2B5EF4-FFF2-40B4-BE49-F238E27FC236}">
                  <a16:creationId xmlns:a16="http://schemas.microsoft.com/office/drawing/2014/main" id="{618AFC31-125F-CC41-8835-357B8CF4007B}"/>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0" name="Freeform 277">
              <a:extLst>
                <a:ext uri="{FF2B5EF4-FFF2-40B4-BE49-F238E27FC236}">
                  <a16:creationId xmlns:a16="http://schemas.microsoft.com/office/drawing/2014/main" id="{BA586EC9-AFB5-864C-A8D5-50566D38218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1" name="Freeform 278">
              <a:extLst>
                <a:ext uri="{FF2B5EF4-FFF2-40B4-BE49-F238E27FC236}">
                  <a16:creationId xmlns:a16="http://schemas.microsoft.com/office/drawing/2014/main" id="{988FA82D-26DD-2446-871B-4FBCD5FE61E3}"/>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2" name="Rectangle 279">
              <a:extLst>
                <a:ext uri="{FF2B5EF4-FFF2-40B4-BE49-F238E27FC236}">
                  <a16:creationId xmlns:a16="http://schemas.microsoft.com/office/drawing/2014/main" id="{E4B9CCE7-0279-6143-BB4D-1198F3326355}"/>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3" name="Group 280">
              <a:extLst>
                <a:ext uri="{FF2B5EF4-FFF2-40B4-BE49-F238E27FC236}">
                  <a16:creationId xmlns:a16="http://schemas.microsoft.com/office/drawing/2014/main" id="{2924B866-539E-1244-B043-D51911A29528}"/>
                </a:ext>
              </a:extLst>
            </p:cNvPr>
            <p:cNvGrpSpPr>
              <a:grpSpLocks/>
            </p:cNvGrpSpPr>
            <p:nvPr/>
          </p:nvGrpSpPr>
          <p:grpSpPr bwMode="auto">
            <a:xfrm>
              <a:off x="4749" y="668"/>
              <a:ext cx="581" cy="145"/>
              <a:chOff x="614" y="2568"/>
              <a:chExt cx="725" cy="139"/>
            </a:xfrm>
          </p:grpSpPr>
          <p:sp>
            <p:nvSpPr>
              <p:cNvPr id="458" name="AutoShape 281">
                <a:extLst>
                  <a:ext uri="{FF2B5EF4-FFF2-40B4-BE49-F238E27FC236}">
                    <a16:creationId xmlns:a16="http://schemas.microsoft.com/office/drawing/2014/main" id="{BDE3646A-4204-5046-942C-15C1653380B6}"/>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9" name="AutoShape 282">
                <a:extLst>
                  <a:ext uri="{FF2B5EF4-FFF2-40B4-BE49-F238E27FC236}">
                    <a16:creationId xmlns:a16="http://schemas.microsoft.com/office/drawing/2014/main" id="{6DE9F0CF-D5ED-704E-8142-3345FC3BBC6F}"/>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4" name="Rectangle 283">
              <a:extLst>
                <a:ext uri="{FF2B5EF4-FFF2-40B4-BE49-F238E27FC236}">
                  <a16:creationId xmlns:a16="http://schemas.microsoft.com/office/drawing/2014/main" id="{657D3494-75CD-034E-9543-25692744465F}"/>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5" name="Group 284">
              <a:extLst>
                <a:ext uri="{FF2B5EF4-FFF2-40B4-BE49-F238E27FC236}">
                  <a16:creationId xmlns:a16="http://schemas.microsoft.com/office/drawing/2014/main" id="{3B21D6B8-9A13-CB4D-A567-07369736D726}"/>
                </a:ext>
              </a:extLst>
            </p:cNvPr>
            <p:cNvGrpSpPr>
              <a:grpSpLocks/>
            </p:cNvGrpSpPr>
            <p:nvPr/>
          </p:nvGrpSpPr>
          <p:grpSpPr bwMode="auto">
            <a:xfrm>
              <a:off x="4747" y="994"/>
              <a:ext cx="581" cy="134"/>
              <a:chOff x="614" y="2568"/>
              <a:chExt cx="725" cy="139"/>
            </a:xfrm>
          </p:grpSpPr>
          <p:sp>
            <p:nvSpPr>
              <p:cNvPr id="456" name="AutoShape 285">
                <a:extLst>
                  <a:ext uri="{FF2B5EF4-FFF2-40B4-BE49-F238E27FC236}">
                    <a16:creationId xmlns:a16="http://schemas.microsoft.com/office/drawing/2014/main" id="{6F0CB466-469D-3F45-BE66-39F561D60958}"/>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7" name="AutoShape 286">
                <a:extLst>
                  <a:ext uri="{FF2B5EF4-FFF2-40B4-BE49-F238E27FC236}">
                    <a16:creationId xmlns:a16="http://schemas.microsoft.com/office/drawing/2014/main" id="{29D719D4-E1C6-604A-8870-549D67683095}"/>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6" name="Rectangle 287">
              <a:extLst>
                <a:ext uri="{FF2B5EF4-FFF2-40B4-BE49-F238E27FC236}">
                  <a16:creationId xmlns:a16="http://schemas.microsoft.com/office/drawing/2014/main" id="{0D71907F-6787-7144-A19B-418733EE17E3}"/>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7" name="Rectangle 288">
              <a:extLst>
                <a:ext uri="{FF2B5EF4-FFF2-40B4-BE49-F238E27FC236}">
                  <a16:creationId xmlns:a16="http://schemas.microsoft.com/office/drawing/2014/main" id="{35AED19C-A1F1-AC46-914C-8F5D6F4BCEB8}"/>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8" name="Group 289">
              <a:extLst>
                <a:ext uri="{FF2B5EF4-FFF2-40B4-BE49-F238E27FC236}">
                  <a16:creationId xmlns:a16="http://schemas.microsoft.com/office/drawing/2014/main" id="{45D31D32-5A14-5742-954A-BA17509AC6ED}"/>
                </a:ext>
              </a:extLst>
            </p:cNvPr>
            <p:cNvGrpSpPr>
              <a:grpSpLocks/>
            </p:cNvGrpSpPr>
            <p:nvPr/>
          </p:nvGrpSpPr>
          <p:grpSpPr bwMode="auto">
            <a:xfrm>
              <a:off x="4735" y="1627"/>
              <a:ext cx="582" cy="151"/>
              <a:chOff x="614" y="2568"/>
              <a:chExt cx="725" cy="139"/>
            </a:xfrm>
          </p:grpSpPr>
          <p:sp>
            <p:nvSpPr>
              <p:cNvPr id="454" name="AutoShape 290">
                <a:extLst>
                  <a:ext uri="{FF2B5EF4-FFF2-40B4-BE49-F238E27FC236}">
                    <a16:creationId xmlns:a16="http://schemas.microsoft.com/office/drawing/2014/main" id="{FBB57FC3-B7A2-A541-9EC0-D57A59BBEF9D}"/>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AutoShape 291">
                <a:extLst>
                  <a:ext uri="{FF2B5EF4-FFF2-40B4-BE49-F238E27FC236}">
                    <a16:creationId xmlns:a16="http://schemas.microsoft.com/office/drawing/2014/main" id="{52BE3087-7497-914D-B468-02CDAA58DBD9}"/>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9" name="Freeform 292">
              <a:extLst>
                <a:ext uri="{FF2B5EF4-FFF2-40B4-BE49-F238E27FC236}">
                  <a16:creationId xmlns:a16="http://schemas.microsoft.com/office/drawing/2014/main" id="{5070ED80-559E-4540-964B-D73009E42A4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40" name="Group 293">
              <a:extLst>
                <a:ext uri="{FF2B5EF4-FFF2-40B4-BE49-F238E27FC236}">
                  <a16:creationId xmlns:a16="http://schemas.microsoft.com/office/drawing/2014/main" id="{30993F73-047D-CD47-96E3-F7599404305B}"/>
                </a:ext>
              </a:extLst>
            </p:cNvPr>
            <p:cNvGrpSpPr>
              <a:grpSpLocks/>
            </p:cNvGrpSpPr>
            <p:nvPr/>
          </p:nvGrpSpPr>
          <p:grpSpPr bwMode="auto">
            <a:xfrm>
              <a:off x="4739" y="1327"/>
              <a:ext cx="582" cy="139"/>
              <a:chOff x="614" y="2568"/>
              <a:chExt cx="725" cy="139"/>
            </a:xfrm>
          </p:grpSpPr>
          <p:sp>
            <p:nvSpPr>
              <p:cNvPr id="452" name="AutoShape 294">
                <a:extLst>
                  <a:ext uri="{FF2B5EF4-FFF2-40B4-BE49-F238E27FC236}">
                    <a16:creationId xmlns:a16="http://schemas.microsoft.com/office/drawing/2014/main" id="{F253CC19-7627-6043-A479-C0AADFD1B00A}"/>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3" name="AutoShape 295">
                <a:extLst>
                  <a:ext uri="{FF2B5EF4-FFF2-40B4-BE49-F238E27FC236}">
                    <a16:creationId xmlns:a16="http://schemas.microsoft.com/office/drawing/2014/main" id="{9818C9E1-67F5-5D42-8D8A-BFA5671949F0}"/>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1" name="Rectangle 296">
              <a:extLst>
                <a:ext uri="{FF2B5EF4-FFF2-40B4-BE49-F238E27FC236}">
                  <a16:creationId xmlns:a16="http://schemas.microsoft.com/office/drawing/2014/main" id="{D263AAA2-92D9-9A4A-9D5F-0CEC89CD02FB}"/>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2" name="Freeform 297">
              <a:extLst>
                <a:ext uri="{FF2B5EF4-FFF2-40B4-BE49-F238E27FC236}">
                  <a16:creationId xmlns:a16="http://schemas.microsoft.com/office/drawing/2014/main" id="{51AD4C3A-6939-3B47-91CC-E1A0D3A3ED25}"/>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3" name="Freeform 298">
              <a:extLst>
                <a:ext uri="{FF2B5EF4-FFF2-40B4-BE49-F238E27FC236}">
                  <a16:creationId xmlns:a16="http://schemas.microsoft.com/office/drawing/2014/main" id="{023E9D5F-D41C-8A48-B73A-4E4F43755A28}"/>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4" name="Oval 299">
              <a:extLst>
                <a:ext uri="{FF2B5EF4-FFF2-40B4-BE49-F238E27FC236}">
                  <a16:creationId xmlns:a16="http://schemas.microsoft.com/office/drawing/2014/main" id="{C4126737-BE73-B444-BC40-5B679E6E13B1}"/>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5" name="Freeform 300">
              <a:extLst>
                <a:ext uri="{FF2B5EF4-FFF2-40B4-BE49-F238E27FC236}">
                  <a16:creationId xmlns:a16="http://schemas.microsoft.com/office/drawing/2014/main" id="{567B6CFD-A1A1-094D-8F7C-5A9EF1AB027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6" name="AutoShape 301">
              <a:extLst>
                <a:ext uri="{FF2B5EF4-FFF2-40B4-BE49-F238E27FC236}">
                  <a16:creationId xmlns:a16="http://schemas.microsoft.com/office/drawing/2014/main" id="{3B7B7519-C492-8348-B873-C01A2103E47E}"/>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7" name="AutoShape 302">
              <a:extLst>
                <a:ext uri="{FF2B5EF4-FFF2-40B4-BE49-F238E27FC236}">
                  <a16:creationId xmlns:a16="http://schemas.microsoft.com/office/drawing/2014/main" id="{0AEDB1EF-7012-ED44-8FBC-F1B714A63DD2}"/>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8" name="Oval 303">
              <a:extLst>
                <a:ext uri="{FF2B5EF4-FFF2-40B4-BE49-F238E27FC236}">
                  <a16:creationId xmlns:a16="http://schemas.microsoft.com/office/drawing/2014/main" id="{BA640DBB-C29F-A54E-BE9A-180B14269FA4}"/>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9" name="Oval 304">
              <a:extLst>
                <a:ext uri="{FF2B5EF4-FFF2-40B4-BE49-F238E27FC236}">
                  <a16:creationId xmlns:a16="http://schemas.microsoft.com/office/drawing/2014/main" id="{2F7F78D4-9C68-A84C-8801-9C057B8C145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50" name="Oval 305">
              <a:extLst>
                <a:ext uri="{FF2B5EF4-FFF2-40B4-BE49-F238E27FC236}">
                  <a16:creationId xmlns:a16="http://schemas.microsoft.com/office/drawing/2014/main" id="{3D213A7E-B9E9-694B-8ED3-47609E49D2F1}"/>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1" name="Rectangle 306">
              <a:extLst>
                <a:ext uri="{FF2B5EF4-FFF2-40B4-BE49-F238E27FC236}">
                  <a16:creationId xmlns:a16="http://schemas.microsoft.com/office/drawing/2014/main" id="{4F8B5B78-3482-8142-BC2B-1825AA302880}"/>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3" name="Group 340">
            <a:extLst>
              <a:ext uri="{FF2B5EF4-FFF2-40B4-BE49-F238E27FC236}">
                <a16:creationId xmlns:a16="http://schemas.microsoft.com/office/drawing/2014/main" id="{3B951C82-D444-224D-9348-99C19D9166DC}"/>
              </a:ext>
            </a:extLst>
          </p:cNvPr>
          <p:cNvGrpSpPr>
            <a:grpSpLocks/>
          </p:cNvGrpSpPr>
          <p:nvPr/>
        </p:nvGrpSpPr>
        <p:grpSpPr bwMode="auto">
          <a:xfrm>
            <a:off x="8396192" y="5170758"/>
            <a:ext cx="525463" cy="557213"/>
            <a:chOff x="-44" y="1473"/>
            <a:chExt cx="981" cy="1105"/>
          </a:xfrm>
        </p:grpSpPr>
        <p:pic>
          <p:nvPicPr>
            <p:cNvPr id="494" name="Picture 341" descr="desktop_computer_stylized_medium">
              <a:extLst>
                <a:ext uri="{FF2B5EF4-FFF2-40B4-BE49-F238E27FC236}">
                  <a16:creationId xmlns:a16="http://schemas.microsoft.com/office/drawing/2014/main" id="{A2EB07C0-0A48-8944-B12C-316C163FF0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 name="Freeform 342">
              <a:extLst>
                <a:ext uri="{FF2B5EF4-FFF2-40B4-BE49-F238E27FC236}">
                  <a16:creationId xmlns:a16="http://schemas.microsoft.com/office/drawing/2014/main" id="{2E93558C-0361-464A-9337-3AA86EC1D4B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6" name="Group 343">
            <a:extLst>
              <a:ext uri="{FF2B5EF4-FFF2-40B4-BE49-F238E27FC236}">
                <a16:creationId xmlns:a16="http://schemas.microsoft.com/office/drawing/2014/main" id="{B96E9301-59D5-4D4B-95C3-D8F5D00E370A}"/>
              </a:ext>
            </a:extLst>
          </p:cNvPr>
          <p:cNvGrpSpPr>
            <a:grpSpLocks/>
          </p:cNvGrpSpPr>
          <p:nvPr/>
        </p:nvGrpSpPr>
        <p:grpSpPr bwMode="auto">
          <a:xfrm>
            <a:off x="8920067" y="5159646"/>
            <a:ext cx="525463" cy="557212"/>
            <a:chOff x="-44" y="1473"/>
            <a:chExt cx="981" cy="1105"/>
          </a:xfrm>
        </p:grpSpPr>
        <p:pic>
          <p:nvPicPr>
            <p:cNvPr id="497" name="Picture 344" descr="desktop_computer_stylized_medium">
              <a:extLst>
                <a:ext uri="{FF2B5EF4-FFF2-40B4-BE49-F238E27FC236}">
                  <a16:creationId xmlns:a16="http://schemas.microsoft.com/office/drawing/2014/main" id="{A8402C6A-6509-0642-B84E-51B8097E13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8" name="Freeform 345">
              <a:extLst>
                <a:ext uri="{FF2B5EF4-FFF2-40B4-BE49-F238E27FC236}">
                  <a16:creationId xmlns:a16="http://schemas.microsoft.com/office/drawing/2014/main" id="{6E7E5B0F-1FE1-6A4B-BCDC-96E210FCE585}"/>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02" name="Group 501">
            <a:extLst>
              <a:ext uri="{FF2B5EF4-FFF2-40B4-BE49-F238E27FC236}">
                <a16:creationId xmlns:a16="http://schemas.microsoft.com/office/drawing/2014/main" id="{B2C32989-94BE-1349-908C-1DF72CEEA243}"/>
              </a:ext>
            </a:extLst>
          </p:cNvPr>
          <p:cNvGrpSpPr/>
          <p:nvPr/>
        </p:nvGrpSpPr>
        <p:grpSpPr>
          <a:xfrm>
            <a:off x="8967576" y="4437217"/>
            <a:ext cx="889089" cy="466491"/>
            <a:chOff x="7493876" y="2774731"/>
            <a:chExt cx="1481958" cy="894622"/>
          </a:xfrm>
        </p:grpSpPr>
        <p:sp>
          <p:nvSpPr>
            <p:cNvPr id="511" name="Freeform 510">
              <a:extLst>
                <a:ext uri="{FF2B5EF4-FFF2-40B4-BE49-F238E27FC236}">
                  <a16:creationId xmlns:a16="http://schemas.microsoft.com/office/drawing/2014/main" id="{C2991A41-3005-6140-8488-3B5A28439BE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512" name="Oval 511">
              <a:extLst>
                <a:ext uri="{FF2B5EF4-FFF2-40B4-BE49-F238E27FC236}">
                  <a16:creationId xmlns:a16="http://schemas.microsoft.com/office/drawing/2014/main" id="{49B8AB88-8810-704D-9300-A83DE18C86C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513" name="Group 512">
              <a:extLst>
                <a:ext uri="{FF2B5EF4-FFF2-40B4-BE49-F238E27FC236}">
                  <a16:creationId xmlns:a16="http://schemas.microsoft.com/office/drawing/2014/main" id="{9DCFAF85-9D5F-BD4E-92DB-E7931A4466B4}"/>
                </a:ext>
              </a:extLst>
            </p:cNvPr>
            <p:cNvGrpSpPr/>
            <p:nvPr/>
          </p:nvGrpSpPr>
          <p:grpSpPr>
            <a:xfrm>
              <a:off x="7713663" y="2848339"/>
              <a:ext cx="1042107" cy="425543"/>
              <a:chOff x="7786941" y="2884917"/>
              <a:chExt cx="897649" cy="353919"/>
            </a:xfrm>
          </p:grpSpPr>
          <p:sp>
            <p:nvSpPr>
              <p:cNvPr id="514" name="Freeform 513">
                <a:extLst>
                  <a:ext uri="{FF2B5EF4-FFF2-40B4-BE49-F238E27FC236}">
                    <a16:creationId xmlns:a16="http://schemas.microsoft.com/office/drawing/2014/main" id="{EB001B67-F654-CF4C-934D-354F339EBA6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5" name="Freeform 514">
                <a:extLst>
                  <a:ext uri="{FF2B5EF4-FFF2-40B4-BE49-F238E27FC236}">
                    <a16:creationId xmlns:a16="http://schemas.microsoft.com/office/drawing/2014/main" id="{C0D4D273-34F9-9640-8CF6-6EF497AEF3E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6" name="Freeform 515">
                <a:extLst>
                  <a:ext uri="{FF2B5EF4-FFF2-40B4-BE49-F238E27FC236}">
                    <a16:creationId xmlns:a16="http://schemas.microsoft.com/office/drawing/2014/main" id="{14D9297A-8D94-304C-9142-46F6B69902F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7" name="Freeform 516">
                <a:extLst>
                  <a:ext uri="{FF2B5EF4-FFF2-40B4-BE49-F238E27FC236}">
                    <a16:creationId xmlns:a16="http://schemas.microsoft.com/office/drawing/2014/main" id="{18D26BD9-84B6-C74F-8936-105C5777BBC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21" name="Group 520">
            <a:extLst>
              <a:ext uri="{FF2B5EF4-FFF2-40B4-BE49-F238E27FC236}">
                <a16:creationId xmlns:a16="http://schemas.microsoft.com/office/drawing/2014/main" id="{8E1A0307-E695-FC42-983B-9915B98768EC}"/>
              </a:ext>
            </a:extLst>
          </p:cNvPr>
          <p:cNvGrpSpPr/>
          <p:nvPr/>
        </p:nvGrpSpPr>
        <p:grpSpPr>
          <a:xfrm>
            <a:off x="8988913" y="3095664"/>
            <a:ext cx="889089" cy="466491"/>
            <a:chOff x="7493876" y="2774731"/>
            <a:chExt cx="1481958" cy="894622"/>
          </a:xfrm>
        </p:grpSpPr>
        <p:sp>
          <p:nvSpPr>
            <p:cNvPr id="522" name="Freeform 521">
              <a:extLst>
                <a:ext uri="{FF2B5EF4-FFF2-40B4-BE49-F238E27FC236}">
                  <a16:creationId xmlns:a16="http://schemas.microsoft.com/office/drawing/2014/main" id="{DC9856E7-1969-524C-8F21-65D77697BD0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523" name="Oval 522">
              <a:extLst>
                <a:ext uri="{FF2B5EF4-FFF2-40B4-BE49-F238E27FC236}">
                  <a16:creationId xmlns:a16="http://schemas.microsoft.com/office/drawing/2014/main" id="{FFDA8F93-2C48-6A4A-9D27-9AECFC5B94B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524" name="Group 523">
              <a:extLst>
                <a:ext uri="{FF2B5EF4-FFF2-40B4-BE49-F238E27FC236}">
                  <a16:creationId xmlns:a16="http://schemas.microsoft.com/office/drawing/2014/main" id="{C7EC4B67-EB13-E647-A5CD-E91C5D1F4094}"/>
                </a:ext>
              </a:extLst>
            </p:cNvPr>
            <p:cNvGrpSpPr/>
            <p:nvPr/>
          </p:nvGrpSpPr>
          <p:grpSpPr>
            <a:xfrm>
              <a:off x="7713663" y="2848339"/>
              <a:ext cx="1042107" cy="425543"/>
              <a:chOff x="7786941" y="2884917"/>
              <a:chExt cx="897649" cy="353919"/>
            </a:xfrm>
          </p:grpSpPr>
          <p:sp>
            <p:nvSpPr>
              <p:cNvPr id="525" name="Freeform 524">
                <a:extLst>
                  <a:ext uri="{FF2B5EF4-FFF2-40B4-BE49-F238E27FC236}">
                    <a16:creationId xmlns:a16="http://schemas.microsoft.com/office/drawing/2014/main" id="{6145C3A8-D719-B744-9DC6-51E7FB72118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6" name="Freeform 525">
                <a:extLst>
                  <a:ext uri="{FF2B5EF4-FFF2-40B4-BE49-F238E27FC236}">
                    <a16:creationId xmlns:a16="http://schemas.microsoft.com/office/drawing/2014/main" id="{92F9C394-34C8-3D42-ACE0-014520ED0D5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7" name="Freeform 526">
                <a:extLst>
                  <a:ext uri="{FF2B5EF4-FFF2-40B4-BE49-F238E27FC236}">
                    <a16:creationId xmlns:a16="http://schemas.microsoft.com/office/drawing/2014/main" id="{3E34F096-DAE4-6D4F-9026-F07CB5FB9F7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8" name="Freeform 527">
                <a:extLst>
                  <a:ext uri="{FF2B5EF4-FFF2-40B4-BE49-F238E27FC236}">
                    <a16:creationId xmlns:a16="http://schemas.microsoft.com/office/drawing/2014/main" id="{3D175E3D-A4A7-3F4E-8C6B-A59321AD72E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529" name="Rectangle 4">
            <a:extLst>
              <a:ext uri="{FF2B5EF4-FFF2-40B4-BE49-F238E27FC236}">
                <a16:creationId xmlns:a16="http://schemas.microsoft.com/office/drawing/2014/main" id="{3F40E6FA-56EE-4440-AD4E-B2DDBBC696EF}"/>
              </a:ext>
            </a:extLst>
          </p:cNvPr>
          <p:cNvSpPr>
            <a:spLocks noChangeArrowheads="1"/>
          </p:cNvSpPr>
          <p:nvPr/>
        </p:nvSpPr>
        <p:spPr bwMode="auto">
          <a:xfrm>
            <a:off x="829733" y="4064001"/>
            <a:ext cx="6403933" cy="22979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marR="0" lvl="0" indent="-342900" algn="l" defTabSz="914400" rtl="0" eaLnBrk="0" fontAlgn="base" latinLnBrk="0" hangingPunct="0">
              <a:lnSpc>
                <a:spcPct val="85000"/>
              </a:lnSpc>
              <a:spcBef>
                <a:spcPct val="45000"/>
              </a:spcBef>
              <a:spcAft>
                <a:spcPct val="0"/>
              </a:spcAft>
              <a:buClr>
                <a:srgbClr val="000099"/>
              </a:buClr>
              <a:buSzPct val="65000"/>
              <a:buFont typeface="Wingdings" charset="0"/>
              <a:buNone/>
              <a:tabLst/>
              <a:defRPr/>
            </a:pPr>
            <a:r>
              <a:rPr kumimoji="0" lang="en-US" sz="24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charset="0"/>
                <a:cs typeface="Calibri" panose="020F0502020204030204" pitchFamily="34" charset="0"/>
              </a:rPr>
              <a:t>Performance:</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access link utilization = </a:t>
            </a:r>
            <a:r>
              <a:rPr kumimoji="0" lang="en-US" sz="2400" b="0" i="0" u="none" strike="noStrike" kern="1200" cap="none" spc="0" normalizeH="0" baseline="0" noProof="0" dirty="0">
                <a:ln>
                  <a:noFill/>
                </a:ln>
                <a:solidFill>
                  <a:srgbClr val="C00000"/>
                </a:solidFill>
                <a:effectLst/>
                <a:uLnTx/>
                <a:uFillTx/>
                <a:latin typeface="Calibri" panose="020F0502020204030204" pitchFamily="34" charset="0"/>
                <a:ea typeface="ＭＳ Ｐゴシック" charset="0"/>
                <a:cs typeface="Calibri" panose="020F0502020204030204" pitchFamily="34" charset="0"/>
              </a:rPr>
              <a:t>.97</a:t>
            </a:r>
          </a:p>
          <a:p>
            <a:pPr marL="342900" marR="0" lvl="0" indent="-342900" algn="l" defTabSz="914400" rtl="0" eaLnBrk="0" fontAlgn="base" latinLnBrk="0" hangingPunct="0">
              <a:lnSpc>
                <a:spcPct val="85000"/>
              </a:lnSpc>
              <a:spcBef>
                <a:spcPts val="6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LAN utilization: .0015</a:t>
            </a:r>
          </a:p>
          <a:p>
            <a:pPr marL="342900" marR="0" lvl="0" indent="-342900" algn="l" defTabSz="914400" rtl="0" eaLnBrk="0" fontAlgn="base" latinLnBrk="0" hangingPunct="0">
              <a:lnSpc>
                <a:spcPct val="85000"/>
              </a:lnSpc>
              <a:spcBef>
                <a:spcPts val="6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end-end delay  =  Internet delay +</a:t>
            </a:r>
          </a:p>
          <a:p>
            <a:pPr marL="0" marR="0" lvl="0" indent="0" algn="l" defTabSz="914400" rtl="0" eaLnBrk="0" fontAlgn="base" latinLnBrk="0" hangingPunct="0">
              <a:lnSpc>
                <a:spcPct val="85000"/>
              </a:lnSpc>
              <a:spcBef>
                <a:spcPts val="0"/>
              </a:spcBef>
              <a:spcAft>
                <a:spcPct val="0"/>
              </a:spcAft>
              <a:buClr>
                <a:srgbClr val="000099"/>
              </a:buClr>
              <a:buSzPct val="100000"/>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                                     access link delay + LAN delay </a:t>
            </a:r>
          </a:p>
          <a:p>
            <a:pPr marL="0" marR="0" lvl="0" indent="0" algn="l" defTabSz="914400" rtl="0" eaLnBrk="0" fontAlgn="base" latinLnBrk="0" hangingPunct="0">
              <a:lnSpc>
                <a:spcPct val="85000"/>
              </a:lnSpc>
              <a:spcBef>
                <a:spcPts val="600"/>
              </a:spcBef>
              <a:spcAft>
                <a:spcPct val="0"/>
              </a:spcAft>
              <a:buClr>
                <a:srgbClr val="000099"/>
              </a:buClr>
              <a:buSzPct val="100000"/>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                                 =  2 sec + minutes + usecs</a:t>
            </a:r>
          </a:p>
          <a:p>
            <a:pPr marL="342900" marR="0" lvl="0" indent="-342900" algn="l" defTabSz="914400" rtl="0" eaLnBrk="0" fontAlgn="base" latinLnBrk="0" hangingPunct="0">
              <a:lnSpc>
                <a:spcPct val="85000"/>
              </a:lnSpc>
              <a:spcBef>
                <a:spcPct val="20000"/>
              </a:spcBef>
              <a:spcAft>
                <a:spcPct val="0"/>
              </a:spcAft>
              <a:buClr>
                <a:srgbClr val="000099"/>
              </a:buClr>
              <a:buSzPct val="65000"/>
              <a:buFont typeface="Wingdings" charset="0"/>
              <a:buChar char="v"/>
              <a:tabLst/>
              <a:defRPr/>
            </a:pPr>
            <a:endPar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endParaRPr>
          </a:p>
        </p:txBody>
      </p:sp>
      <p:sp>
        <p:nvSpPr>
          <p:cNvPr id="530" name="Rectangle 4">
            <a:extLst>
              <a:ext uri="{FF2B5EF4-FFF2-40B4-BE49-F238E27FC236}">
                <a16:creationId xmlns:a16="http://schemas.microsoft.com/office/drawing/2014/main" id="{0F198874-EC24-3849-8C53-D24368598A1C}"/>
              </a:ext>
            </a:extLst>
          </p:cNvPr>
          <p:cNvSpPr>
            <a:spLocks noChangeArrowheads="1"/>
          </p:cNvSpPr>
          <p:nvPr/>
        </p:nvSpPr>
        <p:spPr bwMode="auto">
          <a:xfrm>
            <a:off x="870724" y="1362307"/>
            <a:ext cx="6123957" cy="2519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marR="0" lvl="0" indent="-342900"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charset="0"/>
                <a:cs typeface="Calibri" panose="020F0502020204030204" pitchFamily="34" charset="0"/>
              </a:rPr>
              <a:t>Scenario:</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access link rate: 1.54 Mbps</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RTT from institutional router to server: 2 sec</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web object size: 100K bits</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average request rate from browsers to origin servers: 15/sec</a:t>
            </a:r>
          </a:p>
          <a:p>
            <a:pPr marL="800100" marR="0" lvl="1"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avg data rate to browsers: 1.50 Mbps</a:t>
            </a:r>
          </a:p>
        </p:txBody>
      </p:sp>
      <p:sp>
        <p:nvSpPr>
          <p:cNvPr id="214" name="Oval 137">
            <a:extLst>
              <a:ext uri="{FF2B5EF4-FFF2-40B4-BE49-F238E27FC236}">
                <a16:creationId xmlns:a16="http://schemas.microsoft.com/office/drawing/2014/main" id="{23716FFF-6EE9-1D40-8627-3412B2DC1621}"/>
              </a:ext>
            </a:extLst>
          </p:cNvPr>
          <p:cNvSpPr>
            <a:spLocks noChangeArrowheads="1"/>
          </p:cNvSpPr>
          <p:nvPr/>
        </p:nvSpPr>
        <p:spPr bwMode="auto">
          <a:xfrm>
            <a:off x="4316250" y="5809673"/>
            <a:ext cx="1119350" cy="591127"/>
          </a:xfrm>
          <a:prstGeom prst="ellipse">
            <a:avLst/>
          </a:prstGeom>
          <a:noFill/>
          <a:ln w="1905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1" name="Text Box 138">
            <a:extLst>
              <a:ext uri="{FF2B5EF4-FFF2-40B4-BE49-F238E27FC236}">
                <a16:creationId xmlns:a16="http://schemas.microsoft.com/office/drawing/2014/main" id="{99974D39-E173-B849-B8ED-599FAF902A29}"/>
              </a:ext>
            </a:extLst>
          </p:cNvPr>
          <p:cNvSpPr txBox="1">
            <a:spLocks noChangeArrowheads="1"/>
          </p:cNvSpPr>
          <p:nvPr/>
        </p:nvSpPr>
        <p:spPr bwMode="auto">
          <a:xfrm>
            <a:off x="4884698" y="4320866"/>
            <a:ext cx="212570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9525" marR="0" lvl="0" indent="0" algn="l" defTabSz="914400" rtl="0" eaLnBrk="0" fontAlgn="base" latinLnBrk="0" hangingPunct="0">
              <a:lnSpc>
                <a:spcPct val="90000"/>
              </a:lnSpc>
              <a:spcBef>
                <a:spcPct val="20000"/>
              </a:spcBef>
              <a:spcAft>
                <a:spcPct val="0"/>
              </a:spcAft>
              <a:buClr>
                <a:srgbClr val="3333CC"/>
              </a:buClr>
              <a:buSzPct val="85000"/>
              <a:buFont typeface="ZapfDingbats" charset="2"/>
              <a:buNone/>
              <a:tabLst/>
              <a:defRPr/>
            </a:pPr>
            <a:r>
              <a:rPr kumimoji="0" lang="en-US" altLang="en-US" sz="2000" b="0" i="1" u="none" strike="noStrike" kern="0" cap="none" spc="0" normalizeH="0" baseline="0" noProof="0" dirty="0">
                <a:ln>
                  <a:noFill/>
                </a:ln>
                <a:solidFill>
                  <a:srgbClr val="CC0000"/>
                </a:solidFill>
                <a:effectLst/>
                <a:uLnTx/>
                <a:uFillTx/>
                <a:latin typeface="Calibri"/>
                <a:ea typeface="ＭＳ Ｐゴシック" panose="020B0600070205080204" pitchFamily="34" charset="-128"/>
                <a:cs typeface="+mn-cs"/>
              </a:rPr>
              <a:t>problem: </a:t>
            </a:r>
            <a:r>
              <a:rPr kumimoji="0" lang="en-US" altLang="en-US" sz="2000" b="0" i="0" u="none" strike="noStrike" kern="0" cap="none" spc="0" normalizeH="0" baseline="0" noProof="0" dirty="0">
                <a:ln>
                  <a:noFill/>
                </a:ln>
                <a:solidFill>
                  <a:srgbClr val="CC0000"/>
                </a:solidFill>
                <a:effectLst/>
                <a:uLnTx/>
                <a:uFillTx/>
                <a:latin typeface="Calibri"/>
                <a:ea typeface="ＭＳ Ｐゴシック" panose="020B0600070205080204" pitchFamily="34" charset="-128"/>
                <a:cs typeface="+mn-cs"/>
              </a:rPr>
              <a:t>large queueing delays at high utilization!</a:t>
            </a:r>
          </a:p>
        </p:txBody>
      </p:sp>
      <p:sp>
        <p:nvSpPr>
          <p:cNvPr id="216" name="Slide Number Placeholder 2">
            <a:extLst>
              <a:ext uri="{FF2B5EF4-FFF2-40B4-BE49-F238E27FC236}">
                <a16:creationId xmlns:a16="http://schemas.microsoft.com/office/drawing/2014/main" id="{FE5CDB2C-98A2-A94B-BF70-466F1E231685}"/>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42</a:t>
            </a:fld>
            <a:endParaRPr lang="en-US" dirty="0"/>
          </a:p>
        </p:txBody>
      </p:sp>
    </p:spTree>
    <p:extLst>
      <p:ext uri="{BB962C8B-B14F-4D97-AF65-F5344CB8AC3E}">
        <p14:creationId xmlns:p14="http://schemas.microsoft.com/office/powerpoint/2010/main" val="316156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29">
                                            <p:txEl>
                                              <p:pRg st="0" end="0"/>
                                            </p:txEl>
                                          </p:spTgt>
                                        </p:tgtEl>
                                        <p:attrNameLst>
                                          <p:attrName>style.visibility</p:attrName>
                                        </p:attrNameLst>
                                      </p:cBhvr>
                                      <p:to>
                                        <p:strVal val="visible"/>
                                      </p:to>
                                    </p:set>
                                    <p:animEffect transition="in" filter="dissolve">
                                      <p:cBhvr>
                                        <p:cTn id="7" dur="500"/>
                                        <p:tgtEl>
                                          <p:spTgt spid="529">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29">
                                            <p:txEl>
                                              <p:pRg st="1" end="1"/>
                                            </p:txEl>
                                          </p:spTgt>
                                        </p:tgtEl>
                                        <p:attrNameLst>
                                          <p:attrName>style.visibility</p:attrName>
                                        </p:attrNameLst>
                                      </p:cBhvr>
                                      <p:to>
                                        <p:strVal val="visible"/>
                                      </p:to>
                                    </p:set>
                                    <p:animEffect transition="in" filter="dissolve">
                                      <p:cBhvr>
                                        <p:cTn id="10" dur="500"/>
                                        <p:tgtEl>
                                          <p:spTgt spid="52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90"/>
                                        </p:tgtEl>
                                        <p:attrNameLst>
                                          <p:attrName>style.visibility</p:attrName>
                                        </p:attrNameLst>
                                      </p:cBhvr>
                                      <p:to>
                                        <p:strVal val="visible"/>
                                      </p:to>
                                    </p:set>
                                    <p:animEffect transition="in" filter="dissolve">
                                      <p:cBhvr>
                                        <p:cTn id="15" dur="500"/>
                                        <p:tgtEl>
                                          <p:spTgt spid="29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91"/>
                                        </p:tgtEl>
                                        <p:attrNameLst>
                                          <p:attrName>style.visibility</p:attrName>
                                        </p:attrNameLst>
                                      </p:cBhvr>
                                      <p:to>
                                        <p:strVal val="visible"/>
                                      </p:to>
                                    </p:set>
                                    <p:animEffect transition="in" filter="dissolve">
                                      <p:cBhvr>
                                        <p:cTn id="18" dur="500"/>
                                        <p:tgtEl>
                                          <p:spTgt spid="291"/>
                                        </p:tgtEl>
                                      </p:cBhvr>
                                    </p:animEffect>
                                  </p:childTnLst>
                                </p:cTn>
                              </p:par>
                              <p:par>
                                <p:cTn id="19" presetID="9"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animEffect transition="in" filter="dissolve">
                                      <p:cBhvr>
                                        <p:cTn id="21" dur="500"/>
                                        <p:tgtEl>
                                          <p:spTgt spid="1026"/>
                                        </p:tgtEl>
                                      </p:cBhvr>
                                    </p:animEffect>
                                  </p:childTnLst>
                                </p:cTn>
                              </p:par>
                              <p:par>
                                <p:cTn id="22" presetID="9"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dissolv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529">
                                            <p:txEl>
                                              <p:pRg st="2" end="2"/>
                                            </p:txEl>
                                          </p:spTgt>
                                        </p:tgtEl>
                                        <p:attrNameLst>
                                          <p:attrName>style.visibility</p:attrName>
                                        </p:attrNameLst>
                                      </p:cBhvr>
                                      <p:to>
                                        <p:strVal val="visible"/>
                                      </p:to>
                                    </p:set>
                                    <p:animEffect transition="in" filter="dissolve">
                                      <p:cBhvr>
                                        <p:cTn id="29" dur="500"/>
                                        <p:tgtEl>
                                          <p:spTgt spid="52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529">
                                            <p:txEl>
                                              <p:pRg st="3" end="3"/>
                                            </p:txEl>
                                          </p:spTgt>
                                        </p:tgtEl>
                                        <p:attrNameLst>
                                          <p:attrName>style.visibility</p:attrName>
                                        </p:attrNameLst>
                                      </p:cBhvr>
                                      <p:to>
                                        <p:strVal val="visible"/>
                                      </p:to>
                                    </p:set>
                                    <p:animEffect transition="in" filter="dissolve">
                                      <p:cBhvr>
                                        <p:cTn id="34" dur="500"/>
                                        <p:tgtEl>
                                          <p:spTgt spid="529">
                                            <p:txEl>
                                              <p:pRg st="3" end="3"/>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529">
                                            <p:txEl>
                                              <p:pRg st="4" end="4"/>
                                            </p:txEl>
                                          </p:spTgt>
                                        </p:tgtEl>
                                        <p:attrNameLst>
                                          <p:attrName>style.visibility</p:attrName>
                                        </p:attrNameLst>
                                      </p:cBhvr>
                                      <p:to>
                                        <p:strVal val="visible"/>
                                      </p:to>
                                    </p:set>
                                    <p:animEffect transition="in" filter="dissolve">
                                      <p:cBhvr>
                                        <p:cTn id="37" dur="500"/>
                                        <p:tgtEl>
                                          <p:spTgt spid="529">
                                            <p:txEl>
                                              <p:pRg st="4" end="4"/>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529">
                                            <p:txEl>
                                              <p:pRg st="5" end="5"/>
                                            </p:txEl>
                                          </p:spTgt>
                                        </p:tgtEl>
                                        <p:attrNameLst>
                                          <p:attrName>style.visibility</p:attrName>
                                        </p:attrNameLst>
                                      </p:cBhvr>
                                      <p:to>
                                        <p:strVal val="visible"/>
                                      </p:to>
                                    </p:set>
                                    <p:animEffect transition="in" filter="dissolve">
                                      <p:cBhvr>
                                        <p:cTn id="40" dur="500"/>
                                        <p:tgtEl>
                                          <p:spTgt spid="529">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14"/>
                                        </p:tgtEl>
                                        <p:attrNameLst>
                                          <p:attrName>style.visibility</p:attrName>
                                        </p:attrNameLst>
                                      </p:cBhvr>
                                      <p:to>
                                        <p:strVal val="visible"/>
                                      </p:to>
                                    </p:set>
                                    <p:animEffect transition="in" filter="dissolve">
                                      <p:cBhvr>
                                        <p:cTn id="45" dur="5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 grpId="0" animBg="1"/>
      <p:bldP spid="214" grpId="0" animBg="1"/>
      <p:bldP spid="29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Rectangle 4">
            <a:extLst>
              <a:ext uri="{FF2B5EF4-FFF2-40B4-BE49-F238E27FC236}">
                <a16:creationId xmlns:a16="http://schemas.microsoft.com/office/drawing/2014/main" id="{98A75405-209A-CD48-8E25-225D64187B47}"/>
              </a:ext>
            </a:extLst>
          </p:cNvPr>
          <p:cNvSpPr>
            <a:spLocks noChangeArrowheads="1"/>
          </p:cNvSpPr>
          <p:nvPr/>
        </p:nvSpPr>
        <p:spPr bwMode="auto">
          <a:xfrm>
            <a:off x="829733" y="4064001"/>
            <a:ext cx="6403933" cy="22979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marR="0" lvl="0" indent="-342900" algn="l" defTabSz="914400" rtl="0" eaLnBrk="0" fontAlgn="base" latinLnBrk="0" hangingPunct="0">
              <a:lnSpc>
                <a:spcPct val="85000"/>
              </a:lnSpc>
              <a:spcBef>
                <a:spcPct val="45000"/>
              </a:spcBef>
              <a:spcAft>
                <a:spcPct val="0"/>
              </a:spcAft>
              <a:buClr>
                <a:srgbClr val="000099"/>
              </a:buClr>
              <a:buSzPct val="65000"/>
              <a:buFont typeface="Wingdings" charset="0"/>
              <a:buNone/>
              <a:tabLst/>
              <a:defRPr/>
            </a:pPr>
            <a:r>
              <a:rPr kumimoji="0" lang="en-US" sz="24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charset="0"/>
                <a:cs typeface="Calibri" panose="020F0502020204030204" pitchFamily="34" charset="0"/>
              </a:rPr>
              <a:t>Performance:</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access link utilization = </a:t>
            </a:r>
            <a:r>
              <a:rPr kumimoji="0" lang="en-US" sz="2400" b="0" i="0" u="none" strike="noStrike" kern="1200" cap="none" spc="0" normalizeH="0" baseline="0" noProof="0" dirty="0">
                <a:ln>
                  <a:noFill/>
                </a:ln>
                <a:solidFill>
                  <a:srgbClr val="C00000"/>
                </a:solidFill>
                <a:effectLst/>
                <a:uLnTx/>
                <a:uFillTx/>
                <a:latin typeface="Calibri" panose="020F0502020204030204" pitchFamily="34" charset="0"/>
                <a:ea typeface="ＭＳ Ｐゴシック" charset="0"/>
                <a:cs typeface="Calibri" panose="020F0502020204030204" pitchFamily="34" charset="0"/>
              </a:rPr>
              <a:t>.97</a:t>
            </a:r>
          </a:p>
          <a:p>
            <a:pPr marL="342900" marR="0" lvl="0" indent="-342900" algn="l" defTabSz="914400" rtl="0" eaLnBrk="0" fontAlgn="base" latinLnBrk="0" hangingPunct="0">
              <a:lnSpc>
                <a:spcPct val="85000"/>
              </a:lnSpc>
              <a:spcBef>
                <a:spcPts val="6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LAN utilization: .0015</a:t>
            </a:r>
          </a:p>
          <a:p>
            <a:pPr marL="342900" marR="0" lvl="0" indent="-342900" algn="l" defTabSz="914400" rtl="0" eaLnBrk="0" fontAlgn="base" latinLnBrk="0" hangingPunct="0">
              <a:lnSpc>
                <a:spcPct val="85000"/>
              </a:lnSpc>
              <a:spcBef>
                <a:spcPts val="6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end-end delay  =  Internet delay +</a:t>
            </a:r>
          </a:p>
          <a:p>
            <a:pPr marL="0" marR="0" lvl="0" indent="0" algn="l" defTabSz="914400" rtl="0" eaLnBrk="0" fontAlgn="base" latinLnBrk="0" hangingPunct="0">
              <a:lnSpc>
                <a:spcPct val="85000"/>
              </a:lnSpc>
              <a:spcBef>
                <a:spcPts val="0"/>
              </a:spcBef>
              <a:spcAft>
                <a:spcPct val="0"/>
              </a:spcAft>
              <a:buClr>
                <a:srgbClr val="000099"/>
              </a:buClr>
              <a:buSzPct val="100000"/>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                                     access link delay + LAN delay </a:t>
            </a:r>
          </a:p>
          <a:p>
            <a:pPr marL="0" marR="0" lvl="0" indent="0" algn="l" defTabSz="914400" rtl="0" eaLnBrk="0" fontAlgn="base" latinLnBrk="0" hangingPunct="0">
              <a:lnSpc>
                <a:spcPct val="85000"/>
              </a:lnSpc>
              <a:spcBef>
                <a:spcPts val="600"/>
              </a:spcBef>
              <a:spcAft>
                <a:spcPct val="0"/>
              </a:spcAft>
              <a:buClr>
                <a:srgbClr val="000099"/>
              </a:buClr>
              <a:buSzPct val="100000"/>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                                 =  2 sec + minutes + usecs</a:t>
            </a:r>
          </a:p>
          <a:p>
            <a:pPr marL="342900" marR="0" lvl="0" indent="-342900" algn="l" defTabSz="914400" rtl="0" eaLnBrk="0" fontAlgn="base" latinLnBrk="0" hangingPunct="0">
              <a:lnSpc>
                <a:spcPct val="85000"/>
              </a:lnSpc>
              <a:spcBef>
                <a:spcPct val="20000"/>
              </a:spcBef>
              <a:spcAft>
                <a:spcPct val="0"/>
              </a:spcAft>
              <a:buClr>
                <a:srgbClr val="000099"/>
              </a:buClr>
              <a:buSzPct val="65000"/>
              <a:buFont typeface="Wingdings" charset="0"/>
              <a:buChar char="v"/>
              <a:tabLst/>
              <a:defRPr/>
            </a:pPr>
            <a:endPar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endParaRPr>
          </a:p>
        </p:txBody>
      </p:sp>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400" dirty="0">
                <a:ea typeface="ＭＳ Ｐゴシック" panose="020B0600070205080204" pitchFamily="34" charset="-128"/>
              </a:rPr>
              <a:t>Option 1: buy a faster access link</a:t>
            </a:r>
            <a:endParaRPr lang="en-US" sz="4400" dirty="0"/>
          </a:p>
        </p:txBody>
      </p:sp>
      <p:sp>
        <p:nvSpPr>
          <p:cNvPr id="254" name="Line 2">
            <a:extLst>
              <a:ext uri="{FF2B5EF4-FFF2-40B4-BE49-F238E27FC236}">
                <a16:creationId xmlns:a16="http://schemas.microsoft.com/office/drawing/2014/main" id="{774FD470-E109-844C-8A9E-6F5E6FD1EF6D}"/>
              </a:ext>
            </a:extLst>
          </p:cNvPr>
          <p:cNvSpPr>
            <a:spLocks noChangeShapeType="1"/>
          </p:cNvSpPr>
          <p:nvPr/>
        </p:nvSpPr>
        <p:spPr bwMode="auto">
          <a:xfrm>
            <a:off x="8083455" y="2487883"/>
            <a:ext cx="285750" cy="11430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 name="Text Box 50">
            <a:extLst>
              <a:ext uri="{FF2B5EF4-FFF2-40B4-BE49-F238E27FC236}">
                <a16:creationId xmlns:a16="http://schemas.microsoft.com/office/drawing/2014/main" id="{A32DDB4D-8BE1-2B43-89DB-1EA570D47161}"/>
              </a:ext>
            </a:extLst>
          </p:cNvPr>
          <p:cNvSpPr txBox="1">
            <a:spLocks noChangeArrowheads="1"/>
          </p:cNvSpPr>
          <p:nvPr/>
        </p:nvSpPr>
        <p:spPr bwMode="auto">
          <a:xfrm>
            <a:off x="10512330" y="1902096"/>
            <a:ext cx="933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origin</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servers</a:t>
            </a:r>
          </a:p>
        </p:txBody>
      </p:sp>
      <p:sp>
        <p:nvSpPr>
          <p:cNvPr id="256" name="Line 51">
            <a:extLst>
              <a:ext uri="{FF2B5EF4-FFF2-40B4-BE49-F238E27FC236}">
                <a16:creationId xmlns:a16="http://schemas.microsoft.com/office/drawing/2014/main" id="{D0BFCD11-A1DC-B64D-A23A-23C7A76C3DB1}"/>
              </a:ext>
            </a:extLst>
          </p:cNvPr>
          <p:cNvSpPr>
            <a:spLocks noChangeShapeType="1"/>
          </p:cNvSpPr>
          <p:nvPr/>
        </p:nvSpPr>
        <p:spPr bwMode="auto">
          <a:xfrm>
            <a:off x="8893080" y="2106883"/>
            <a:ext cx="66675" cy="2762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7" name="Line 52">
            <a:extLst>
              <a:ext uri="{FF2B5EF4-FFF2-40B4-BE49-F238E27FC236}">
                <a16:creationId xmlns:a16="http://schemas.microsoft.com/office/drawing/2014/main" id="{E39DF75E-B023-5548-A7F0-9C4A8ADBD41F}"/>
              </a:ext>
            </a:extLst>
          </p:cNvPr>
          <p:cNvSpPr>
            <a:spLocks noChangeShapeType="1"/>
          </p:cNvSpPr>
          <p:nvPr/>
        </p:nvSpPr>
        <p:spPr bwMode="auto">
          <a:xfrm flipH="1">
            <a:off x="9521730" y="2144983"/>
            <a:ext cx="9525" cy="2381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8" name="Line 53">
            <a:extLst>
              <a:ext uri="{FF2B5EF4-FFF2-40B4-BE49-F238E27FC236}">
                <a16:creationId xmlns:a16="http://schemas.microsoft.com/office/drawing/2014/main" id="{E3BFB499-7F23-164F-A225-CAAA7B80074B}"/>
              </a:ext>
            </a:extLst>
          </p:cNvPr>
          <p:cNvSpPr>
            <a:spLocks noChangeShapeType="1"/>
          </p:cNvSpPr>
          <p:nvPr/>
        </p:nvSpPr>
        <p:spPr bwMode="auto">
          <a:xfrm flipH="1">
            <a:off x="9978930" y="2306908"/>
            <a:ext cx="133350" cy="20955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9" name="Line 54">
            <a:extLst>
              <a:ext uri="{FF2B5EF4-FFF2-40B4-BE49-F238E27FC236}">
                <a16:creationId xmlns:a16="http://schemas.microsoft.com/office/drawing/2014/main" id="{24D51B99-FE66-D84E-AF2C-706F58BCCC3D}"/>
              </a:ext>
            </a:extLst>
          </p:cNvPr>
          <p:cNvSpPr>
            <a:spLocks noChangeShapeType="1"/>
          </p:cNvSpPr>
          <p:nvPr/>
        </p:nvSpPr>
        <p:spPr bwMode="auto">
          <a:xfrm flipH="1" flipV="1">
            <a:off x="10140855" y="3068908"/>
            <a:ext cx="247650" cy="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0" name="Freeform 55">
            <a:extLst>
              <a:ext uri="{FF2B5EF4-FFF2-40B4-BE49-F238E27FC236}">
                <a16:creationId xmlns:a16="http://schemas.microsoft.com/office/drawing/2014/main" id="{0AF0F7C2-E293-2A4E-B4A0-9966DF5B5243}"/>
              </a:ext>
            </a:extLst>
          </p:cNvPr>
          <p:cNvSpPr>
            <a:spLocks/>
          </p:cNvSpPr>
          <p:nvPr/>
        </p:nvSpPr>
        <p:spPr bwMode="auto">
          <a:xfrm>
            <a:off x="8158067" y="2111064"/>
            <a:ext cx="2174875" cy="1581150"/>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1" name="Text Box 70">
            <a:extLst>
              <a:ext uri="{FF2B5EF4-FFF2-40B4-BE49-F238E27FC236}">
                <a16:creationId xmlns:a16="http://schemas.microsoft.com/office/drawing/2014/main" id="{6E272ACE-5938-0646-A38F-6031C9F45819}"/>
              </a:ext>
            </a:extLst>
          </p:cNvPr>
          <p:cNvSpPr txBox="1">
            <a:spLocks noChangeArrowheads="1"/>
          </p:cNvSpPr>
          <p:nvPr/>
        </p:nvSpPr>
        <p:spPr bwMode="auto">
          <a:xfrm>
            <a:off x="8874030" y="2432321"/>
            <a:ext cx="9318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public</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 Internet</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62" name="Freeform 71">
            <a:extLst>
              <a:ext uri="{FF2B5EF4-FFF2-40B4-BE49-F238E27FC236}">
                <a16:creationId xmlns:a16="http://schemas.microsoft.com/office/drawing/2014/main" id="{A7C4DEB4-E3E6-8547-B127-1273B3D3EA69}"/>
              </a:ext>
            </a:extLst>
          </p:cNvPr>
          <p:cNvSpPr>
            <a:spLocks/>
          </p:cNvSpPr>
          <p:nvPr/>
        </p:nvSpPr>
        <p:spPr bwMode="auto">
          <a:xfrm>
            <a:off x="7762780" y="4516708"/>
            <a:ext cx="2965450" cy="1390650"/>
          </a:xfrm>
          <a:custGeom>
            <a:avLst/>
            <a:gdLst>
              <a:gd name="T0" fmla="*/ 2147483647 w 1868"/>
              <a:gd name="T1" fmla="*/ 2147483647 h 876"/>
              <a:gd name="T2" fmla="*/ 2147483647 w 1868"/>
              <a:gd name="T3" fmla="*/ 2147483647 h 876"/>
              <a:gd name="T4" fmla="*/ 2147483647 w 1868"/>
              <a:gd name="T5" fmla="*/ 2147483647 h 876"/>
              <a:gd name="T6" fmla="*/ 2147483647 w 1868"/>
              <a:gd name="T7" fmla="*/ 2147483647 h 876"/>
              <a:gd name="T8" fmla="*/ 2147483647 w 1868"/>
              <a:gd name="T9" fmla="*/ 2147483647 h 876"/>
              <a:gd name="T10" fmla="*/ 2147483647 w 1868"/>
              <a:gd name="T11" fmla="*/ 2147483647 h 876"/>
              <a:gd name="T12" fmla="*/ 2147483647 w 1868"/>
              <a:gd name="T13" fmla="*/ 2147483647 h 876"/>
              <a:gd name="T14" fmla="*/ 2147483647 w 1868"/>
              <a:gd name="T15" fmla="*/ 2147483647 h 876"/>
              <a:gd name="T16" fmla="*/ 2147483647 w 1868"/>
              <a:gd name="T17" fmla="*/ 2147483647 h 876"/>
              <a:gd name="T18" fmla="*/ 2147483647 w 1868"/>
              <a:gd name="T19" fmla="*/ 2147483647 h 876"/>
              <a:gd name="T20" fmla="*/ 2147483647 w 1868"/>
              <a:gd name="T21" fmla="*/ 214748364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Line 77">
            <a:extLst>
              <a:ext uri="{FF2B5EF4-FFF2-40B4-BE49-F238E27FC236}">
                <a16:creationId xmlns:a16="http://schemas.microsoft.com/office/drawing/2014/main" id="{0E1C7AA0-FA95-B844-83B1-903DF41A68D1}"/>
              </a:ext>
            </a:extLst>
          </p:cNvPr>
          <p:cNvSpPr>
            <a:spLocks noChangeShapeType="1"/>
          </p:cNvSpPr>
          <p:nvPr/>
        </p:nvSpPr>
        <p:spPr bwMode="auto">
          <a:xfrm flipH="1">
            <a:off x="8197755" y="4780233"/>
            <a:ext cx="855662" cy="431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Line 78">
            <a:extLst>
              <a:ext uri="{FF2B5EF4-FFF2-40B4-BE49-F238E27FC236}">
                <a16:creationId xmlns:a16="http://schemas.microsoft.com/office/drawing/2014/main" id="{0173F26E-AC6F-FD4F-995F-CADED52CD421}"/>
              </a:ext>
            </a:extLst>
          </p:cNvPr>
          <p:cNvSpPr>
            <a:spLocks noChangeShapeType="1"/>
          </p:cNvSpPr>
          <p:nvPr/>
        </p:nvSpPr>
        <p:spPr bwMode="auto">
          <a:xfrm flipH="1">
            <a:off x="8707342" y="4827858"/>
            <a:ext cx="563563" cy="3937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5" name="Line 79">
            <a:extLst>
              <a:ext uri="{FF2B5EF4-FFF2-40B4-BE49-F238E27FC236}">
                <a16:creationId xmlns:a16="http://schemas.microsoft.com/office/drawing/2014/main" id="{3CEA4312-2D22-9340-9D8D-17C8CC88AE05}"/>
              </a:ext>
            </a:extLst>
          </p:cNvPr>
          <p:cNvSpPr>
            <a:spLocks noChangeShapeType="1"/>
          </p:cNvSpPr>
          <p:nvPr/>
        </p:nvSpPr>
        <p:spPr bwMode="auto">
          <a:xfrm flipH="1">
            <a:off x="9245505" y="4834208"/>
            <a:ext cx="149225" cy="382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7" name="Line 95">
            <a:extLst>
              <a:ext uri="{FF2B5EF4-FFF2-40B4-BE49-F238E27FC236}">
                <a16:creationId xmlns:a16="http://schemas.microsoft.com/office/drawing/2014/main" id="{7E28B523-ED73-8C40-ACD2-43F86A8C48E6}"/>
              </a:ext>
            </a:extLst>
          </p:cNvPr>
          <p:cNvSpPr>
            <a:spLocks noChangeShapeType="1"/>
          </p:cNvSpPr>
          <p:nvPr/>
        </p:nvSpPr>
        <p:spPr bwMode="auto">
          <a:xfrm>
            <a:off x="9407430" y="3545158"/>
            <a:ext cx="0" cy="10620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8" name="Text Box 97">
            <a:extLst>
              <a:ext uri="{FF2B5EF4-FFF2-40B4-BE49-F238E27FC236}">
                <a16:creationId xmlns:a16="http://schemas.microsoft.com/office/drawing/2014/main" id="{C679E988-7156-B949-B8A6-F53CA81FBD00}"/>
              </a:ext>
            </a:extLst>
          </p:cNvPr>
          <p:cNvSpPr txBox="1">
            <a:spLocks noChangeArrowheads="1"/>
          </p:cNvSpPr>
          <p:nvPr/>
        </p:nvSpPr>
        <p:spPr bwMode="auto">
          <a:xfrm>
            <a:off x="7775480" y="4357958"/>
            <a:ext cx="11985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institutional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network</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69" name="Text Box 98">
            <a:extLst>
              <a:ext uri="{FF2B5EF4-FFF2-40B4-BE49-F238E27FC236}">
                <a16:creationId xmlns:a16="http://schemas.microsoft.com/office/drawing/2014/main" id="{67295E16-B892-F14C-929B-3E20FB10905C}"/>
              </a:ext>
            </a:extLst>
          </p:cNvPr>
          <p:cNvSpPr txBox="1">
            <a:spLocks noChangeArrowheads="1"/>
          </p:cNvSpPr>
          <p:nvPr/>
        </p:nvSpPr>
        <p:spPr bwMode="auto">
          <a:xfrm>
            <a:off x="9783667" y="4738958"/>
            <a:ext cx="1290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 Gbps LAN</a:t>
            </a:r>
            <a:endParaRPr kumimoji="0" lang="en-US" altLang="en-US" sz="2400" b="0" i="0" u="none" strike="noStrike" kern="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34" charset="-128"/>
              <a:cs typeface="+mn-cs"/>
            </a:endParaRPr>
          </a:p>
        </p:txBody>
      </p:sp>
      <p:sp>
        <p:nvSpPr>
          <p:cNvPr id="270" name="Text Box 99">
            <a:extLst>
              <a:ext uri="{FF2B5EF4-FFF2-40B4-BE49-F238E27FC236}">
                <a16:creationId xmlns:a16="http://schemas.microsoft.com/office/drawing/2014/main" id="{6A31B9E8-42B5-DA4F-BEEB-38A1A2168C47}"/>
              </a:ext>
            </a:extLst>
          </p:cNvPr>
          <p:cNvSpPr txBox="1">
            <a:spLocks noChangeArrowheads="1"/>
          </p:cNvSpPr>
          <p:nvPr/>
        </p:nvSpPr>
        <p:spPr bwMode="auto">
          <a:xfrm>
            <a:off x="9409017" y="3734071"/>
            <a:ext cx="11906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1.54 Mbps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access link</a:t>
            </a:r>
            <a:endParaRPr kumimoji="0" lang="en-US" altLang="en-US" sz="2400" b="0" i="0" u="none" strike="noStrike" kern="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34" charset="-128"/>
              <a:cs typeface="+mn-cs"/>
            </a:endParaRPr>
          </a:p>
        </p:txBody>
      </p:sp>
      <p:grpSp>
        <p:nvGrpSpPr>
          <p:cNvPr id="292" name="Group 139">
            <a:extLst>
              <a:ext uri="{FF2B5EF4-FFF2-40B4-BE49-F238E27FC236}">
                <a16:creationId xmlns:a16="http://schemas.microsoft.com/office/drawing/2014/main" id="{F9E9E22C-69D8-A847-9177-B4D5A14ECA28}"/>
              </a:ext>
            </a:extLst>
          </p:cNvPr>
          <p:cNvGrpSpPr>
            <a:grpSpLocks/>
          </p:cNvGrpSpPr>
          <p:nvPr/>
        </p:nvGrpSpPr>
        <p:grpSpPr bwMode="auto">
          <a:xfrm>
            <a:off x="7735792" y="2035446"/>
            <a:ext cx="377825" cy="576262"/>
            <a:chOff x="4140" y="429"/>
            <a:chExt cx="1425" cy="2396"/>
          </a:xfrm>
        </p:grpSpPr>
        <p:sp>
          <p:nvSpPr>
            <p:cNvPr id="293" name="Freeform 140">
              <a:extLst>
                <a:ext uri="{FF2B5EF4-FFF2-40B4-BE49-F238E27FC236}">
                  <a16:creationId xmlns:a16="http://schemas.microsoft.com/office/drawing/2014/main" id="{86EDF6AA-4B2E-6342-9BFA-CFF30B1C2908}"/>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Rectangle 141">
              <a:extLst>
                <a:ext uri="{FF2B5EF4-FFF2-40B4-BE49-F238E27FC236}">
                  <a16:creationId xmlns:a16="http://schemas.microsoft.com/office/drawing/2014/main" id="{6B9D834D-0DEE-9248-AD7A-C2D336AEBD50}"/>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Freeform 142">
              <a:extLst>
                <a:ext uri="{FF2B5EF4-FFF2-40B4-BE49-F238E27FC236}">
                  <a16:creationId xmlns:a16="http://schemas.microsoft.com/office/drawing/2014/main" id="{29245DF3-F7D6-B840-B253-23D4A8D2C197}"/>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Freeform 143">
              <a:extLst>
                <a:ext uri="{FF2B5EF4-FFF2-40B4-BE49-F238E27FC236}">
                  <a16:creationId xmlns:a16="http://schemas.microsoft.com/office/drawing/2014/main" id="{B747AC17-9BF4-BB41-A5DA-D229A9BA1A64}"/>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Rectangle 144">
              <a:extLst>
                <a:ext uri="{FF2B5EF4-FFF2-40B4-BE49-F238E27FC236}">
                  <a16:creationId xmlns:a16="http://schemas.microsoft.com/office/drawing/2014/main" id="{1B65D50E-A82B-7347-A7F6-556D3939DD4B}"/>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98" name="Group 145">
              <a:extLst>
                <a:ext uri="{FF2B5EF4-FFF2-40B4-BE49-F238E27FC236}">
                  <a16:creationId xmlns:a16="http://schemas.microsoft.com/office/drawing/2014/main" id="{E47B5BD8-DFF7-9441-92CB-80BB05AB6451}"/>
                </a:ext>
              </a:extLst>
            </p:cNvPr>
            <p:cNvGrpSpPr>
              <a:grpSpLocks/>
            </p:cNvGrpSpPr>
            <p:nvPr/>
          </p:nvGrpSpPr>
          <p:grpSpPr bwMode="auto">
            <a:xfrm>
              <a:off x="4749" y="668"/>
              <a:ext cx="581" cy="145"/>
              <a:chOff x="614" y="2568"/>
              <a:chExt cx="725" cy="139"/>
            </a:xfrm>
          </p:grpSpPr>
          <p:sp>
            <p:nvSpPr>
              <p:cNvPr id="323" name="AutoShape 146">
                <a:extLst>
                  <a:ext uri="{FF2B5EF4-FFF2-40B4-BE49-F238E27FC236}">
                    <a16:creationId xmlns:a16="http://schemas.microsoft.com/office/drawing/2014/main" id="{B75BF63D-E7E0-6640-A10B-E09175442A77}"/>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AutoShape 147">
                <a:extLst>
                  <a:ext uri="{FF2B5EF4-FFF2-40B4-BE49-F238E27FC236}">
                    <a16:creationId xmlns:a16="http://schemas.microsoft.com/office/drawing/2014/main" id="{074358F6-E1DA-D042-B053-9C4C54023FE2}"/>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99" name="Rectangle 148">
              <a:extLst>
                <a:ext uri="{FF2B5EF4-FFF2-40B4-BE49-F238E27FC236}">
                  <a16:creationId xmlns:a16="http://schemas.microsoft.com/office/drawing/2014/main" id="{DECDE972-9E25-674C-ACC1-43F55CD92F4E}"/>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0" name="Group 149">
              <a:extLst>
                <a:ext uri="{FF2B5EF4-FFF2-40B4-BE49-F238E27FC236}">
                  <a16:creationId xmlns:a16="http://schemas.microsoft.com/office/drawing/2014/main" id="{82296A06-752A-254D-8846-4D0F3F43F261}"/>
                </a:ext>
              </a:extLst>
            </p:cNvPr>
            <p:cNvGrpSpPr>
              <a:grpSpLocks/>
            </p:cNvGrpSpPr>
            <p:nvPr/>
          </p:nvGrpSpPr>
          <p:grpSpPr bwMode="auto">
            <a:xfrm>
              <a:off x="4747" y="994"/>
              <a:ext cx="581" cy="134"/>
              <a:chOff x="614" y="2568"/>
              <a:chExt cx="725" cy="139"/>
            </a:xfrm>
          </p:grpSpPr>
          <p:sp>
            <p:nvSpPr>
              <p:cNvPr id="321" name="AutoShape 150">
                <a:extLst>
                  <a:ext uri="{FF2B5EF4-FFF2-40B4-BE49-F238E27FC236}">
                    <a16:creationId xmlns:a16="http://schemas.microsoft.com/office/drawing/2014/main" id="{F5A8BC22-523A-4147-9575-B8F7D060F116}"/>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AutoShape 151">
                <a:extLst>
                  <a:ext uri="{FF2B5EF4-FFF2-40B4-BE49-F238E27FC236}">
                    <a16:creationId xmlns:a16="http://schemas.microsoft.com/office/drawing/2014/main" id="{EAF2AC7F-A8C0-FC4F-8C37-5D458F19BF62}"/>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1" name="Rectangle 152">
              <a:extLst>
                <a:ext uri="{FF2B5EF4-FFF2-40B4-BE49-F238E27FC236}">
                  <a16:creationId xmlns:a16="http://schemas.microsoft.com/office/drawing/2014/main" id="{4F90A69C-CEC4-A24D-9C82-52BA6FC8934D}"/>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Rectangle 153">
              <a:extLst>
                <a:ext uri="{FF2B5EF4-FFF2-40B4-BE49-F238E27FC236}">
                  <a16:creationId xmlns:a16="http://schemas.microsoft.com/office/drawing/2014/main" id="{4EAFCA72-25B7-7747-916E-327595FFDBCD}"/>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3" name="Group 154">
              <a:extLst>
                <a:ext uri="{FF2B5EF4-FFF2-40B4-BE49-F238E27FC236}">
                  <a16:creationId xmlns:a16="http://schemas.microsoft.com/office/drawing/2014/main" id="{8277CD38-8B7B-9748-AD3B-10D14BC1AA1D}"/>
                </a:ext>
              </a:extLst>
            </p:cNvPr>
            <p:cNvGrpSpPr>
              <a:grpSpLocks/>
            </p:cNvGrpSpPr>
            <p:nvPr/>
          </p:nvGrpSpPr>
          <p:grpSpPr bwMode="auto">
            <a:xfrm>
              <a:off x="4735" y="1627"/>
              <a:ext cx="582" cy="151"/>
              <a:chOff x="614" y="2568"/>
              <a:chExt cx="725" cy="139"/>
            </a:xfrm>
          </p:grpSpPr>
          <p:sp>
            <p:nvSpPr>
              <p:cNvPr id="319" name="AutoShape 155">
                <a:extLst>
                  <a:ext uri="{FF2B5EF4-FFF2-40B4-BE49-F238E27FC236}">
                    <a16:creationId xmlns:a16="http://schemas.microsoft.com/office/drawing/2014/main" id="{5B02472C-767E-8C4B-A1E5-693F9C4C2A6A}"/>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AutoShape 156">
                <a:extLst>
                  <a:ext uri="{FF2B5EF4-FFF2-40B4-BE49-F238E27FC236}">
                    <a16:creationId xmlns:a16="http://schemas.microsoft.com/office/drawing/2014/main" id="{DA6E1AA2-450F-174D-A85C-5D39B60ABD9D}"/>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4" name="Freeform 157">
              <a:extLst>
                <a:ext uri="{FF2B5EF4-FFF2-40B4-BE49-F238E27FC236}">
                  <a16:creationId xmlns:a16="http://schemas.microsoft.com/office/drawing/2014/main" id="{43557BDC-C555-5040-B5DB-5D425E9BFE16}"/>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5" name="Group 158">
              <a:extLst>
                <a:ext uri="{FF2B5EF4-FFF2-40B4-BE49-F238E27FC236}">
                  <a16:creationId xmlns:a16="http://schemas.microsoft.com/office/drawing/2014/main" id="{C333E870-3BD7-C645-AAC2-98508A7E36E9}"/>
                </a:ext>
              </a:extLst>
            </p:cNvPr>
            <p:cNvGrpSpPr>
              <a:grpSpLocks/>
            </p:cNvGrpSpPr>
            <p:nvPr/>
          </p:nvGrpSpPr>
          <p:grpSpPr bwMode="auto">
            <a:xfrm>
              <a:off x="4739" y="1327"/>
              <a:ext cx="582" cy="139"/>
              <a:chOff x="614" y="2568"/>
              <a:chExt cx="725" cy="139"/>
            </a:xfrm>
          </p:grpSpPr>
          <p:sp>
            <p:nvSpPr>
              <p:cNvPr id="317" name="AutoShape 159">
                <a:extLst>
                  <a:ext uri="{FF2B5EF4-FFF2-40B4-BE49-F238E27FC236}">
                    <a16:creationId xmlns:a16="http://schemas.microsoft.com/office/drawing/2014/main" id="{EFC968C4-6392-E247-9A44-0D21D80BC1C8}"/>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8" name="AutoShape 160">
                <a:extLst>
                  <a:ext uri="{FF2B5EF4-FFF2-40B4-BE49-F238E27FC236}">
                    <a16:creationId xmlns:a16="http://schemas.microsoft.com/office/drawing/2014/main" id="{9315F821-D903-1C43-B0DF-C13E1CFC6E95}"/>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6" name="Rectangle 161">
              <a:extLst>
                <a:ext uri="{FF2B5EF4-FFF2-40B4-BE49-F238E27FC236}">
                  <a16:creationId xmlns:a16="http://schemas.microsoft.com/office/drawing/2014/main" id="{4A93E05B-231B-8F4E-AC44-1E61C8779F78}"/>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7" name="Freeform 162">
              <a:extLst>
                <a:ext uri="{FF2B5EF4-FFF2-40B4-BE49-F238E27FC236}">
                  <a16:creationId xmlns:a16="http://schemas.microsoft.com/office/drawing/2014/main" id="{A81021FA-3B4B-8540-B233-88280DF917CD}"/>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8" name="Freeform 163">
              <a:extLst>
                <a:ext uri="{FF2B5EF4-FFF2-40B4-BE49-F238E27FC236}">
                  <a16:creationId xmlns:a16="http://schemas.microsoft.com/office/drawing/2014/main" id="{B4BBCFA8-CE65-3B46-B8C0-90C8E2A9FAE4}"/>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Oval 164">
              <a:extLst>
                <a:ext uri="{FF2B5EF4-FFF2-40B4-BE49-F238E27FC236}">
                  <a16:creationId xmlns:a16="http://schemas.microsoft.com/office/drawing/2014/main" id="{5BC0A35E-B59B-2747-AF4F-E2B7BF2E9D9B}"/>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165">
              <a:extLst>
                <a:ext uri="{FF2B5EF4-FFF2-40B4-BE49-F238E27FC236}">
                  <a16:creationId xmlns:a16="http://schemas.microsoft.com/office/drawing/2014/main" id="{18C56782-0533-9C40-9224-8F36130D8884}"/>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1" name="AutoShape 166">
              <a:extLst>
                <a:ext uri="{FF2B5EF4-FFF2-40B4-BE49-F238E27FC236}">
                  <a16:creationId xmlns:a16="http://schemas.microsoft.com/office/drawing/2014/main" id="{B68A6AC7-4ED2-D44E-90B8-E63CF73BBC97}"/>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2" name="AutoShape 167">
              <a:extLst>
                <a:ext uri="{FF2B5EF4-FFF2-40B4-BE49-F238E27FC236}">
                  <a16:creationId xmlns:a16="http://schemas.microsoft.com/office/drawing/2014/main" id="{906EF179-00FE-3F4F-AD8D-E9B8F23DE35F}"/>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Oval 168">
              <a:extLst>
                <a:ext uri="{FF2B5EF4-FFF2-40B4-BE49-F238E27FC236}">
                  <a16:creationId xmlns:a16="http://schemas.microsoft.com/office/drawing/2014/main" id="{714D65B7-5EDC-2840-9C29-D308D9655A6C}"/>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Oval 169">
              <a:extLst>
                <a:ext uri="{FF2B5EF4-FFF2-40B4-BE49-F238E27FC236}">
                  <a16:creationId xmlns:a16="http://schemas.microsoft.com/office/drawing/2014/main" id="{E64A117A-C67D-AB41-A8E7-4A508BB314F3}"/>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5" name="Oval 170">
              <a:extLst>
                <a:ext uri="{FF2B5EF4-FFF2-40B4-BE49-F238E27FC236}">
                  <a16:creationId xmlns:a16="http://schemas.microsoft.com/office/drawing/2014/main" id="{C59668D3-09F9-BD44-8596-C01818912BD0}"/>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Rectangle 171">
              <a:extLst>
                <a:ext uri="{FF2B5EF4-FFF2-40B4-BE49-F238E27FC236}">
                  <a16:creationId xmlns:a16="http://schemas.microsoft.com/office/drawing/2014/main" id="{8E530C7C-3D86-3C4B-891E-CB9AC883FCB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5" name="Group 172">
            <a:extLst>
              <a:ext uri="{FF2B5EF4-FFF2-40B4-BE49-F238E27FC236}">
                <a16:creationId xmlns:a16="http://schemas.microsoft.com/office/drawing/2014/main" id="{F34C0BB9-9ECA-9B40-B10C-16DEDBDC16C3}"/>
              </a:ext>
            </a:extLst>
          </p:cNvPr>
          <p:cNvGrpSpPr>
            <a:grpSpLocks/>
          </p:cNvGrpSpPr>
          <p:nvPr/>
        </p:nvGrpSpPr>
        <p:grpSpPr bwMode="auto">
          <a:xfrm>
            <a:off x="7885017" y="5148533"/>
            <a:ext cx="525463" cy="557213"/>
            <a:chOff x="-44" y="1473"/>
            <a:chExt cx="981" cy="1105"/>
          </a:xfrm>
        </p:grpSpPr>
        <p:pic>
          <p:nvPicPr>
            <p:cNvPr id="326" name="Picture 173" descr="desktop_computer_stylized_medium">
              <a:extLst>
                <a:ext uri="{FF2B5EF4-FFF2-40B4-BE49-F238E27FC236}">
                  <a16:creationId xmlns:a16="http://schemas.microsoft.com/office/drawing/2014/main" id="{58DEA6BA-6A8A-414B-A5D1-8C42E963B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 name="Freeform 174">
              <a:extLst>
                <a:ext uri="{FF2B5EF4-FFF2-40B4-BE49-F238E27FC236}">
                  <a16:creationId xmlns:a16="http://schemas.microsoft.com/office/drawing/2014/main" id="{5636D377-DB0D-6F40-811F-10EE64604D69}"/>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8" name="Group 175">
            <a:extLst>
              <a:ext uri="{FF2B5EF4-FFF2-40B4-BE49-F238E27FC236}">
                <a16:creationId xmlns:a16="http://schemas.microsoft.com/office/drawing/2014/main" id="{7306AC90-5B34-3F4E-B626-0E34022A31C8}"/>
              </a:ext>
            </a:extLst>
          </p:cNvPr>
          <p:cNvGrpSpPr>
            <a:grpSpLocks/>
          </p:cNvGrpSpPr>
          <p:nvPr/>
        </p:nvGrpSpPr>
        <p:grpSpPr bwMode="auto">
          <a:xfrm>
            <a:off x="8650192" y="1557608"/>
            <a:ext cx="377825" cy="576263"/>
            <a:chOff x="4140" y="429"/>
            <a:chExt cx="1425" cy="2396"/>
          </a:xfrm>
        </p:grpSpPr>
        <p:sp>
          <p:nvSpPr>
            <p:cNvPr id="329" name="Freeform 176">
              <a:extLst>
                <a:ext uri="{FF2B5EF4-FFF2-40B4-BE49-F238E27FC236}">
                  <a16:creationId xmlns:a16="http://schemas.microsoft.com/office/drawing/2014/main" id="{F3CFDF78-3F2C-B047-99D5-2F35E0D1B496}"/>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Rectangle 177">
              <a:extLst>
                <a:ext uri="{FF2B5EF4-FFF2-40B4-BE49-F238E27FC236}">
                  <a16:creationId xmlns:a16="http://schemas.microsoft.com/office/drawing/2014/main" id="{6D671750-A74B-B64E-8E68-C40948E6DE36}"/>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178">
              <a:extLst>
                <a:ext uri="{FF2B5EF4-FFF2-40B4-BE49-F238E27FC236}">
                  <a16:creationId xmlns:a16="http://schemas.microsoft.com/office/drawing/2014/main" id="{9438FA78-1938-514C-80BF-10ED666E38FE}"/>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Freeform 179">
              <a:extLst>
                <a:ext uri="{FF2B5EF4-FFF2-40B4-BE49-F238E27FC236}">
                  <a16:creationId xmlns:a16="http://schemas.microsoft.com/office/drawing/2014/main" id="{FD23EFF2-90E8-9045-936A-06124249A5E5}"/>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80">
              <a:extLst>
                <a:ext uri="{FF2B5EF4-FFF2-40B4-BE49-F238E27FC236}">
                  <a16:creationId xmlns:a16="http://schemas.microsoft.com/office/drawing/2014/main" id="{C3C9A679-FD27-EE4A-B715-049B9DDB6300}"/>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4" name="Group 181">
              <a:extLst>
                <a:ext uri="{FF2B5EF4-FFF2-40B4-BE49-F238E27FC236}">
                  <a16:creationId xmlns:a16="http://schemas.microsoft.com/office/drawing/2014/main" id="{F5C3481D-451B-B142-A35C-15C582D38E95}"/>
                </a:ext>
              </a:extLst>
            </p:cNvPr>
            <p:cNvGrpSpPr>
              <a:grpSpLocks/>
            </p:cNvGrpSpPr>
            <p:nvPr/>
          </p:nvGrpSpPr>
          <p:grpSpPr bwMode="auto">
            <a:xfrm>
              <a:off x="4749" y="668"/>
              <a:ext cx="581" cy="145"/>
              <a:chOff x="614" y="2568"/>
              <a:chExt cx="725" cy="139"/>
            </a:xfrm>
          </p:grpSpPr>
          <p:sp>
            <p:nvSpPr>
              <p:cNvPr id="359" name="AutoShape 182">
                <a:extLst>
                  <a:ext uri="{FF2B5EF4-FFF2-40B4-BE49-F238E27FC236}">
                    <a16:creationId xmlns:a16="http://schemas.microsoft.com/office/drawing/2014/main" id="{2C243628-F48B-0247-9C77-CADC193BA25B}"/>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AutoShape 183">
                <a:extLst>
                  <a:ext uri="{FF2B5EF4-FFF2-40B4-BE49-F238E27FC236}">
                    <a16:creationId xmlns:a16="http://schemas.microsoft.com/office/drawing/2014/main" id="{C3D71DA0-C793-D949-906B-887E37FD01C9}"/>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5" name="Rectangle 184">
              <a:extLst>
                <a:ext uri="{FF2B5EF4-FFF2-40B4-BE49-F238E27FC236}">
                  <a16:creationId xmlns:a16="http://schemas.microsoft.com/office/drawing/2014/main" id="{246902F9-C4DC-454E-9DA0-3D5842DB38D7}"/>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6" name="Group 185">
              <a:extLst>
                <a:ext uri="{FF2B5EF4-FFF2-40B4-BE49-F238E27FC236}">
                  <a16:creationId xmlns:a16="http://schemas.microsoft.com/office/drawing/2014/main" id="{7667DA9A-FE8F-654A-8B9E-218AADDABF18}"/>
                </a:ext>
              </a:extLst>
            </p:cNvPr>
            <p:cNvGrpSpPr>
              <a:grpSpLocks/>
            </p:cNvGrpSpPr>
            <p:nvPr/>
          </p:nvGrpSpPr>
          <p:grpSpPr bwMode="auto">
            <a:xfrm>
              <a:off x="4747" y="994"/>
              <a:ext cx="581" cy="134"/>
              <a:chOff x="614" y="2568"/>
              <a:chExt cx="725" cy="139"/>
            </a:xfrm>
          </p:grpSpPr>
          <p:sp>
            <p:nvSpPr>
              <p:cNvPr id="357" name="AutoShape 186">
                <a:extLst>
                  <a:ext uri="{FF2B5EF4-FFF2-40B4-BE49-F238E27FC236}">
                    <a16:creationId xmlns:a16="http://schemas.microsoft.com/office/drawing/2014/main" id="{89170F11-7571-2B45-8719-95E83BC651DC}"/>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 name="AutoShape 187">
                <a:extLst>
                  <a:ext uri="{FF2B5EF4-FFF2-40B4-BE49-F238E27FC236}">
                    <a16:creationId xmlns:a16="http://schemas.microsoft.com/office/drawing/2014/main" id="{E76D6632-4213-1A4C-994D-E58521FFA452}"/>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7" name="Rectangle 188">
              <a:extLst>
                <a:ext uri="{FF2B5EF4-FFF2-40B4-BE49-F238E27FC236}">
                  <a16:creationId xmlns:a16="http://schemas.microsoft.com/office/drawing/2014/main" id="{042D5530-947C-8042-964E-981127ADCA1C}"/>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89">
              <a:extLst>
                <a:ext uri="{FF2B5EF4-FFF2-40B4-BE49-F238E27FC236}">
                  <a16:creationId xmlns:a16="http://schemas.microsoft.com/office/drawing/2014/main" id="{2F89380A-7E24-A848-A517-F0FC736922E7}"/>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9" name="Group 190">
              <a:extLst>
                <a:ext uri="{FF2B5EF4-FFF2-40B4-BE49-F238E27FC236}">
                  <a16:creationId xmlns:a16="http://schemas.microsoft.com/office/drawing/2014/main" id="{38C1848A-3B99-B348-91C8-29218555E83A}"/>
                </a:ext>
              </a:extLst>
            </p:cNvPr>
            <p:cNvGrpSpPr>
              <a:grpSpLocks/>
            </p:cNvGrpSpPr>
            <p:nvPr/>
          </p:nvGrpSpPr>
          <p:grpSpPr bwMode="auto">
            <a:xfrm>
              <a:off x="4735" y="1627"/>
              <a:ext cx="582" cy="151"/>
              <a:chOff x="614" y="2568"/>
              <a:chExt cx="725" cy="139"/>
            </a:xfrm>
          </p:grpSpPr>
          <p:sp>
            <p:nvSpPr>
              <p:cNvPr id="355" name="AutoShape 191">
                <a:extLst>
                  <a:ext uri="{FF2B5EF4-FFF2-40B4-BE49-F238E27FC236}">
                    <a16:creationId xmlns:a16="http://schemas.microsoft.com/office/drawing/2014/main" id="{676776FA-ACE8-1B44-A3F2-EE744FFE1B2F}"/>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6" name="AutoShape 192">
                <a:extLst>
                  <a:ext uri="{FF2B5EF4-FFF2-40B4-BE49-F238E27FC236}">
                    <a16:creationId xmlns:a16="http://schemas.microsoft.com/office/drawing/2014/main" id="{642A052A-BC62-D049-9EBF-AC2B9D28A87C}"/>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0" name="Freeform 193">
              <a:extLst>
                <a:ext uri="{FF2B5EF4-FFF2-40B4-BE49-F238E27FC236}">
                  <a16:creationId xmlns:a16="http://schemas.microsoft.com/office/drawing/2014/main" id="{20022731-282E-5349-BD84-5AC931894117}"/>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41" name="Group 194">
              <a:extLst>
                <a:ext uri="{FF2B5EF4-FFF2-40B4-BE49-F238E27FC236}">
                  <a16:creationId xmlns:a16="http://schemas.microsoft.com/office/drawing/2014/main" id="{C8EEA896-B8C6-834F-9741-B4BC6894041D}"/>
                </a:ext>
              </a:extLst>
            </p:cNvPr>
            <p:cNvGrpSpPr>
              <a:grpSpLocks/>
            </p:cNvGrpSpPr>
            <p:nvPr/>
          </p:nvGrpSpPr>
          <p:grpSpPr bwMode="auto">
            <a:xfrm>
              <a:off x="4739" y="1327"/>
              <a:ext cx="582" cy="139"/>
              <a:chOff x="614" y="2568"/>
              <a:chExt cx="725" cy="139"/>
            </a:xfrm>
          </p:grpSpPr>
          <p:sp>
            <p:nvSpPr>
              <p:cNvPr id="353" name="AutoShape 195">
                <a:extLst>
                  <a:ext uri="{FF2B5EF4-FFF2-40B4-BE49-F238E27FC236}">
                    <a16:creationId xmlns:a16="http://schemas.microsoft.com/office/drawing/2014/main" id="{FAEB0127-5E88-8848-A1E8-FCDC82E85BB6}"/>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AutoShape 196">
                <a:extLst>
                  <a:ext uri="{FF2B5EF4-FFF2-40B4-BE49-F238E27FC236}">
                    <a16:creationId xmlns:a16="http://schemas.microsoft.com/office/drawing/2014/main" id="{F6C14D4D-54BC-0347-8DE7-8C387B0DE5D3}"/>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2" name="Rectangle 197">
              <a:extLst>
                <a:ext uri="{FF2B5EF4-FFF2-40B4-BE49-F238E27FC236}">
                  <a16:creationId xmlns:a16="http://schemas.microsoft.com/office/drawing/2014/main" id="{DE2B5795-02B3-824F-BFB7-9E4468C2E04A}"/>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3" name="Freeform 198">
              <a:extLst>
                <a:ext uri="{FF2B5EF4-FFF2-40B4-BE49-F238E27FC236}">
                  <a16:creationId xmlns:a16="http://schemas.microsoft.com/office/drawing/2014/main" id="{30654D98-FCC5-4940-8B89-40DEC14D245E}"/>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4" name="Freeform 199">
              <a:extLst>
                <a:ext uri="{FF2B5EF4-FFF2-40B4-BE49-F238E27FC236}">
                  <a16:creationId xmlns:a16="http://schemas.microsoft.com/office/drawing/2014/main" id="{DB2F1485-9F89-A14E-B2B0-E716B66FE509}"/>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5" name="Oval 200">
              <a:extLst>
                <a:ext uri="{FF2B5EF4-FFF2-40B4-BE49-F238E27FC236}">
                  <a16:creationId xmlns:a16="http://schemas.microsoft.com/office/drawing/2014/main" id="{0913F7BB-B350-6F4C-8E3C-B4373B6BBC1E}"/>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6" name="Freeform 201">
              <a:extLst>
                <a:ext uri="{FF2B5EF4-FFF2-40B4-BE49-F238E27FC236}">
                  <a16:creationId xmlns:a16="http://schemas.microsoft.com/office/drawing/2014/main" id="{D806CA0F-D39E-1044-8994-B3481BAC561C}"/>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7" name="AutoShape 202">
              <a:extLst>
                <a:ext uri="{FF2B5EF4-FFF2-40B4-BE49-F238E27FC236}">
                  <a16:creationId xmlns:a16="http://schemas.microsoft.com/office/drawing/2014/main" id="{653E2F84-88DD-4C48-9132-5E9C22D3C500}"/>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AutoShape 203">
              <a:extLst>
                <a:ext uri="{FF2B5EF4-FFF2-40B4-BE49-F238E27FC236}">
                  <a16:creationId xmlns:a16="http://schemas.microsoft.com/office/drawing/2014/main" id="{7C1622A3-9F30-FA42-9B80-C8BB00A05B8D}"/>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9" name="Oval 204">
              <a:extLst>
                <a:ext uri="{FF2B5EF4-FFF2-40B4-BE49-F238E27FC236}">
                  <a16:creationId xmlns:a16="http://schemas.microsoft.com/office/drawing/2014/main" id="{432A4179-C51B-DE48-94FC-B7412F4DD34C}"/>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Oval 205">
              <a:extLst>
                <a:ext uri="{FF2B5EF4-FFF2-40B4-BE49-F238E27FC236}">
                  <a16:creationId xmlns:a16="http://schemas.microsoft.com/office/drawing/2014/main" id="{9EF71E96-D069-134D-9318-D85F7FF2C50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51" name="Oval 206">
              <a:extLst>
                <a:ext uri="{FF2B5EF4-FFF2-40B4-BE49-F238E27FC236}">
                  <a16:creationId xmlns:a16="http://schemas.microsoft.com/office/drawing/2014/main" id="{3E78A6EB-9CEA-E74E-91AB-439D7171D3AA}"/>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207">
              <a:extLst>
                <a:ext uri="{FF2B5EF4-FFF2-40B4-BE49-F238E27FC236}">
                  <a16:creationId xmlns:a16="http://schemas.microsoft.com/office/drawing/2014/main" id="{1A62E052-D07D-6743-8E2D-F67E3E528E8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1" name="Group 208">
            <a:extLst>
              <a:ext uri="{FF2B5EF4-FFF2-40B4-BE49-F238E27FC236}">
                <a16:creationId xmlns:a16="http://schemas.microsoft.com/office/drawing/2014/main" id="{6A05235C-3E77-6F4F-8ADA-6D04AB8484D1}"/>
              </a:ext>
            </a:extLst>
          </p:cNvPr>
          <p:cNvGrpSpPr>
            <a:grpSpLocks/>
          </p:cNvGrpSpPr>
          <p:nvPr/>
        </p:nvGrpSpPr>
        <p:grpSpPr bwMode="auto">
          <a:xfrm>
            <a:off x="9402667" y="1589358"/>
            <a:ext cx="377825" cy="576263"/>
            <a:chOff x="4140" y="429"/>
            <a:chExt cx="1425" cy="2396"/>
          </a:xfrm>
        </p:grpSpPr>
        <p:sp>
          <p:nvSpPr>
            <p:cNvPr id="362" name="Freeform 209">
              <a:extLst>
                <a:ext uri="{FF2B5EF4-FFF2-40B4-BE49-F238E27FC236}">
                  <a16:creationId xmlns:a16="http://schemas.microsoft.com/office/drawing/2014/main" id="{D166875E-AD19-804C-965F-CDAED7A642D2}"/>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3" name="Rectangle 210">
              <a:extLst>
                <a:ext uri="{FF2B5EF4-FFF2-40B4-BE49-F238E27FC236}">
                  <a16:creationId xmlns:a16="http://schemas.microsoft.com/office/drawing/2014/main" id="{EC5E264D-98A2-B44D-B995-4CB53C25E2B4}"/>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4" name="Freeform 211">
              <a:extLst>
                <a:ext uri="{FF2B5EF4-FFF2-40B4-BE49-F238E27FC236}">
                  <a16:creationId xmlns:a16="http://schemas.microsoft.com/office/drawing/2014/main" id="{C1CF933D-FB73-3240-9F1D-5EED49E6AB45}"/>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Freeform 212">
              <a:extLst>
                <a:ext uri="{FF2B5EF4-FFF2-40B4-BE49-F238E27FC236}">
                  <a16:creationId xmlns:a16="http://schemas.microsoft.com/office/drawing/2014/main" id="{0FC67CB2-6BE1-1847-A437-D99084C5CC4E}"/>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Rectangle 213">
              <a:extLst>
                <a:ext uri="{FF2B5EF4-FFF2-40B4-BE49-F238E27FC236}">
                  <a16:creationId xmlns:a16="http://schemas.microsoft.com/office/drawing/2014/main" id="{14B7D932-BBFC-B74D-816C-440DB3FEB06E}"/>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7" name="Group 214">
              <a:extLst>
                <a:ext uri="{FF2B5EF4-FFF2-40B4-BE49-F238E27FC236}">
                  <a16:creationId xmlns:a16="http://schemas.microsoft.com/office/drawing/2014/main" id="{904783F7-C673-AC48-8DEC-45B791D2E0FD}"/>
                </a:ext>
              </a:extLst>
            </p:cNvPr>
            <p:cNvGrpSpPr>
              <a:grpSpLocks/>
            </p:cNvGrpSpPr>
            <p:nvPr/>
          </p:nvGrpSpPr>
          <p:grpSpPr bwMode="auto">
            <a:xfrm>
              <a:off x="4749" y="668"/>
              <a:ext cx="581" cy="145"/>
              <a:chOff x="614" y="2568"/>
              <a:chExt cx="725" cy="139"/>
            </a:xfrm>
          </p:grpSpPr>
          <p:sp>
            <p:nvSpPr>
              <p:cNvPr id="392" name="AutoShape 215">
                <a:extLst>
                  <a:ext uri="{FF2B5EF4-FFF2-40B4-BE49-F238E27FC236}">
                    <a16:creationId xmlns:a16="http://schemas.microsoft.com/office/drawing/2014/main" id="{259ABA3E-950D-BF40-AF00-89747854A5FD}"/>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3" name="AutoShape 216">
                <a:extLst>
                  <a:ext uri="{FF2B5EF4-FFF2-40B4-BE49-F238E27FC236}">
                    <a16:creationId xmlns:a16="http://schemas.microsoft.com/office/drawing/2014/main" id="{D537C256-5556-E84D-BFD9-801601AF6D06}"/>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68" name="Rectangle 217">
              <a:extLst>
                <a:ext uri="{FF2B5EF4-FFF2-40B4-BE49-F238E27FC236}">
                  <a16:creationId xmlns:a16="http://schemas.microsoft.com/office/drawing/2014/main" id="{6A16D193-BA00-FA4C-84D3-5F7B5C0311B4}"/>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9" name="Group 218">
              <a:extLst>
                <a:ext uri="{FF2B5EF4-FFF2-40B4-BE49-F238E27FC236}">
                  <a16:creationId xmlns:a16="http://schemas.microsoft.com/office/drawing/2014/main" id="{7151F57C-7772-D741-B346-9FD22AFEAC1C}"/>
                </a:ext>
              </a:extLst>
            </p:cNvPr>
            <p:cNvGrpSpPr>
              <a:grpSpLocks/>
            </p:cNvGrpSpPr>
            <p:nvPr/>
          </p:nvGrpSpPr>
          <p:grpSpPr bwMode="auto">
            <a:xfrm>
              <a:off x="4747" y="994"/>
              <a:ext cx="581" cy="134"/>
              <a:chOff x="614" y="2568"/>
              <a:chExt cx="725" cy="139"/>
            </a:xfrm>
          </p:grpSpPr>
          <p:sp>
            <p:nvSpPr>
              <p:cNvPr id="390" name="AutoShape 219">
                <a:extLst>
                  <a:ext uri="{FF2B5EF4-FFF2-40B4-BE49-F238E27FC236}">
                    <a16:creationId xmlns:a16="http://schemas.microsoft.com/office/drawing/2014/main" id="{28A8406C-AFA4-F94B-A2C4-E4FFB185C64F}"/>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AutoShape 220">
                <a:extLst>
                  <a:ext uri="{FF2B5EF4-FFF2-40B4-BE49-F238E27FC236}">
                    <a16:creationId xmlns:a16="http://schemas.microsoft.com/office/drawing/2014/main" id="{9A186499-2183-C24F-89D0-ACB1D39A2787}"/>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0" name="Rectangle 221">
              <a:extLst>
                <a:ext uri="{FF2B5EF4-FFF2-40B4-BE49-F238E27FC236}">
                  <a16:creationId xmlns:a16="http://schemas.microsoft.com/office/drawing/2014/main" id="{6959C99C-8685-CE45-B4A0-BEEBD9CE6FDF}"/>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Rectangle 222">
              <a:extLst>
                <a:ext uri="{FF2B5EF4-FFF2-40B4-BE49-F238E27FC236}">
                  <a16:creationId xmlns:a16="http://schemas.microsoft.com/office/drawing/2014/main" id="{0CEC0CDC-F36A-E147-800E-4BFDDC412C2D}"/>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2" name="Group 223">
              <a:extLst>
                <a:ext uri="{FF2B5EF4-FFF2-40B4-BE49-F238E27FC236}">
                  <a16:creationId xmlns:a16="http://schemas.microsoft.com/office/drawing/2014/main" id="{07BF1C14-2C6F-B94F-8289-1C37D6C61529}"/>
                </a:ext>
              </a:extLst>
            </p:cNvPr>
            <p:cNvGrpSpPr>
              <a:grpSpLocks/>
            </p:cNvGrpSpPr>
            <p:nvPr/>
          </p:nvGrpSpPr>
          <p:grpSpPr bwMode="auto">
            <a:xfrm>
              <a:off x="4735" y="1627"/>
              <a:ext cx="582" cy="151"/>
              <a:chOff x="614" y="2568"/>
              <a:chExt cx="725" cy="139"/>
            </a:xfrm>
          </p:grpSpPr>
          <p:sp>
            <p:nvSpPr>
              <p:cNvPr id="388" name="AutoShape 224">
                <a:extLst>
                  <a:ext uri="{FF2B5EF4-FFF2-40B4-BE49-F238E27FC236}">
                    <a16:creationId xmlns:a16="http://schemas.microsoft.com/office/drawing/2014/main" id="{B660D864-E6AF-2A4B-AF6E-15E67C246146}"/>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9" name="AutoShape 225">
                <a:extLst>
                  <a:ext uri="{FF2B5EF4-FFF2-40B4-BE49-F238E27FC236}">
                    <a16:creationId xmlns:a16="http://schemas.microsoft.com/office/drawing/2014/main" id="{A5592FCE-B8EB-CD42-BD69-D7E95DA3E255}"/>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3" name="Freeform 226">
              <a:extLst>
                <a:ext uri="{FF2B5EF4-FFF2-40B4-BE49-F238E27FC236}">
                  <a16:creationId xmlns:a16="http://schemas.microsoft.com/office/drawing/2014/main" id="{176C9152-AD9C-0043-999D-97BF01B75C5D}"/>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4" name="Group 227">
              <a:extLst>
                <a:ext uri="{FF2B5EF4-FFF2-40B4-BE49-F238E27FC236}">
                  <a16:creationId xmlns:a16="http://schemas.microsoft.com/office/drawing/2014/main" id="{DB7553BD-7EEF-1144-A10E-45052E753529}"/>
                </a:ext>
              </a:extLst>
            </p:cNvPr>
            <p:cNvGrpSpPr>
              <a:grpSpLocks/>
            </p:cNvGrpSpPr>
            <p:nvPr/>
          </p:nvGrpSpPr>
          <p:grpSpPr bwMode="auto">
            <a:xfrm>
              <a:off x="4739" y="1327"/>
              <a:ext cx="582" cy="139"/>
              <a:chOff x="614" y="2568"/>
              <a:chExt cx="725" cy="139"/>
            </a:xfrm>
          </p:grpSpPr>
          <p:sp>
            <p:nvSpPr>
              <p:cNvPr id="386" name="AutoShape 228">
                <a:extLst>
                  <a:ext uri="{FF2B5EF4-FFF2-40B4-BE49-F238E27FC236}">
                    <a16:creationId xmlns:a16="http://schemas.microsoft.com/office/drawing/2014/main" id="{209B423B-7C84-A444-BC5D-A11FD15670F9}"/>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7" name="AutoShape 229">
                <a:extLst>
                  <a:ext uri="{FF2B5EF4-FFF2-40B4-BE49-F238E27FC236}">
                    <a16:creationId xmlns:a16="http://schemas.microsoft.com/office/drawing/2014/main" id="{5AE73D33-B566-9A49-9DC6-C5469487BDCF}"/>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5" name="Rectangle 230">
              <a:extLst>
                <a:ext uri="{FF2B5EF4-FFF2-40B4-BE49-F238E27FC236}">
                  <a16:creationId xmlns:a16="http://schemas.microsoft.com/office/drawing/2014/main" id="{F54FB1FA-BA67-4B47-8CD0-DC612A86E69A}"/>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6" name="Freeform 231">
              <a:extLst>
                <a:ext uri="{FF2B5EF4-FFF2-40B4-BE49-F238E27FC236}">
                  <a16:creationId xmlns:a16="http://schemas.microsoft.com/office/drawing/2014/main" id="{A3240397-6B0C-654E-88F1-F3F3AD6232E7}"/>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7" name="Freeform 232">
              <a:extLst>
                <a:ext uri="{FF2B5EF4-FFF2-40B4-BE49-F238E27FC236}">
                  <a16:creationId xmlns:a16="http://schemas.microsoft.com/office/drawing/2014/main" id="{1A86C13D-4B43-504E-B61C-E2C65477525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 name="Oval 233">
              <a:extLst>
                <a:ext uri="{FF2B5EF4-FFF2-40B4-BE49-F238E27FC236}">
                  <a16:creationId xmlns:a16="http://schemas.microsoft.com/office/drawing/2014/main" id="{A925E2BE-2521-064E-94A2-F5B3CE2A61D8}"/>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9" name="Freeform 234">
              <a:extLst>
                <a:ext uri="{FF2B5EF4-FFF2-40B4-BE49-F238E27FC236}">
                  <a16:creationId xmlns:a16="http://schemas.microsoft.com/office/drawing/2014/main" id="{D0F8527B-9979-9843-B950-02EEB33AD61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0" name="AutoShape 235">
              <a:extLst>
                <a:ext uri="{FF2B5EF4-FFF2-40B4-BE49-F238E27FC236}">
                  <a16:creationId xmlns:a16="http://schemas.microsoft.com/office/drawing/2014/main" id="{01246D65-1D83-514D-96A0-3F53F7E62D09}"/>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1" name="AutoShape 236">
              <a:extLst>
                <a:ext uri="{FF2B5EF4-FFF2-40B4-BE49-F238E27FC236}">
                  <a16:creationId xmlns:a16="http://schemas.microsoft.com/office/drawing/2014/main" id="{EE09E67D-74DE-8E41-B31D-30EBA899EA8C}"/>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2" name="Oval 237">
              <a:extLst>
                <a:ext uri="{FF2B5EF4-FFF2-40B4-BE49-F238E27FC236}">
                  <a16:creationId xmlns:a16="http://schemas.microsoft.com/office/drawing/2014/main" id="{1BAA3765-A4A2-D249-B5E6-B37A650693CE}"/>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3" name="Oval 238">
              <a:extLst>
                <a:ext uri="{FF2B5EF4-FFF2-40B4-BE49-F238E27FC236}">
                  <a16:creationId xmlns:a16="http://schemas.microsoft.com/office/drawing/2014/main" id="{B5829A6B-5209-D644-82E1-A9C2A8D9A01D}"/>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84" name="Oval 239">
              <a:extLst>
                <a:ext uri="{FF2B5EF4-FFF2-40B4-BE49-F238E27FC236}">
                  <a16:creationId xmlns:a16="http://schemas.microsoft.com/office/drawing/2014/main" id="{95394ED4-DC3D-F146-9AEE-0FC4AFC88A7F}"/>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5" name="Rectangle 240">
              <a:extLst>
                <a:ext uri="{FF2B5EF4-FFF2-40B4-BE49-F238E27FC236}">
                  <a16:creationId xmlns:a16="http://schemas.microsoft.com/office/drawing/2014/main" id="{A039A534-5AD2-354C-8072-85670484B5B5}"/>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94" name="Group 241">
            <a:extLst>
              <a:ext uri="{FF2B5EF4-FFF2-40B4-BE49-F238E27FC236}">
                <a16:creationId xmlns:a16="http://schemas.microsoft.com/office/drawing/2014/main" id="{9BE96710-6956-1941-96D5-89D2082B85BD}"/>
              </a:ext>
            </a:extLst>
          </p:cNvPr>
          <p:cNvGrpSpPr>
            <a:grpSpLocks/>
          </p:cNvGrpSpPr>
          <p:nvPr/>
        </p:nvGrpSpPr>
        <p:grpSpPr bwMode="auto">
          <a:xfrm>
            <a:off x="10012267" y="1741758"/>
            <a:ext cx="377825" cy="576263"/>
            <a:chOff x="4140" y="429"/>
            <a:chExt cx="1425" cy="2396"/>
          </a:xfrm>
        </p:grpSpPr>
        <p:sp>
          <p:nvSpPr>
            <p:cNvPr id="395" name="Freeform 242">
              <a:extLst>
                <a:ext uri="{FF2B5EF4-FFF2-40B4-BE49-F238E27FC236}">
                  <a16:creationId xmlns:a16="http://schemas.microsoft.com/office/drawing/2014/main" id="{98FED06C-86AC-174D-897A-AF88782AB34D}"/>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6" name="Rectangle 243">
              <a:extLst>
                <a:ext uri="{FF2B5EF4-FFF2-40B4-BE49-F238E27FC236}">
                  <a16:creationId xmlns:a16="http://schemas.microsoft.com/office/drawing/2014/main" id="{7BCB3493-2EA3-894F-95D3-4BD9689BC0B5}"/>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7" name="Freeform 244">
              <a:extLst>
                <a:ext uri="{FF2B5EF4-FFF2-40B4-BE49-F238E27FC236}">
                  <a16:creationId xmlns:a16="http://schemas.microsoft.com/office/drawing/2014/main" id="{04E3D02B-467F-7F4F-8DC3-9D363101FB1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8" name="Freeform 245">
              <a:extLst>
                <a:ext uri="{FF2B5EF4-FFF2-40B4-BE49-F238E27FC236}">
                  <a16:creationId xmlns:a16="http://schemas.microsoft.com/office/drawing/2014/main" id="{DA94A9FA-D5B5-214A-8D37-34D4B61F600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9" name="Rectangle 246">
              <a:extLst>
                <a:ext uri="{FF2B5EF4-FFF2-40B4-BE49-F238E27FC236}">
                  <a16:creationId xmlns:a16="http://schemas.microsoft.com/office/drawing/2014/main" id="{50539DB1-8D20-F44A-8958-354C5B49CA22}"/>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0" name="Group 247">
              <a:extLst>
                <a:ext uri="{FF2B5EF4-FFF2-40B4-BE49-F238E27FC236}">
                  <a16:creationId xmlns:a16="http://schemas.microsoft.com/office/drawing/2014/main" id="{ABC4B2B5-E127-B14E-8370-5BCDD85E2944}"/>
                </a:ext>
              </a:extLst>
            </p:cNvPr>
            <p:cNvGrpSpPr>
              <a:grpSpLocks/>
            </p:cNvGrpSpPr>
            <p:nvPr/>
          </p:nvGrpSpPr>
          <p:grpSpPr bwMode="auto">
            <a:xfrm>
              <a:off x="4749" y="668"/>
              <a:ext cx="581" cy="145"/>
              <a:chOff x="614" y="2568"/>
              <a:chExt cx="725" cy="139"/>
            </a:xfrm>
          </p:grpSpPr>
          <p:sp>
            <p:nvSpPr>
              <p:cNvPr id="425" name="AutoShape 248">
                <a:extLst>
                  <a:ext uri="{FF2B5EF4-FFF2-40B4-BE49-F238E27FC236}">
                    <a16:creationId xmlns:a16="http://schemas.microsoft.com/office/drawing/2014/main" id="{2544F03E-3822-9142-840A-4600BC4923CF}"/>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6" name="AutoShape 249">
                <a:extLst>
                  <a:ext uri="{FF2B5EF4-FFF2-40B4-BE49-F238E27FC236}">
                    <a16:creationId xmlns:a16="http://schemas.microsoft.com/office/drawing/2014/main" id="{0D6C988D-2CAC-3A4A-8FAC-72B8697E7B94}"/>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1" name="Rectangle 250">
              <a:extLst>
                <a:ext uri="{FF2B5EF4-FFF2-40B4-BE49-F238E27FC236}">
                  <a16:creationId xmlns:a16="http://schemas.microsoft.com/office/drawing/2014/main" id="{FA55D5A2-C0A3-7741-814B-310A28BDD9AE}"/>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2" name="Group 251">
              <a:extLst>
                <a:ext uri="{FF2B5EF4-FFF2-40B4-BE49-F238E27FC236}">
                  <a16:creationId xmlns:a16="http://schemas.microsoft.com/office/drawing/2014/main" id="{DC8A3227-B450-FB4D-852D-DC7E66FF6603}"/>
                </a:ext>
              </a:extLst>
            </p:cNvPr>
            <p:cNvGrpSpPr>
              <a:grpSpLocks/>
            </p:cNvGrpSpPr>
            <p:nvPr/>
          </p:nvGrpSpPr>
          <p:grpSpPr bwMode="auto">
            <a:xfrm>
              <a:off x="4747" y="994"/>
              <a:ext cx="581" cy="134"/>
              <a:chOff x="614" y="2568"/>
              <a:chExt cx="725" cy="139"/>
            </a:xfrm>
          </p:grpSpPr>
          <p:sp>
            <p:nvSpPr>
              <p:cNvPr id="423" name="AutoShape 252">
                <a:extLst>
                  <a:ext uri="{FF2B5EF4-FFF2-40B4-BE49-F238E27FC236}">
                    <a16:creationId xmlns:a16="http://schemas.microsoft.com/office/drawing/2014/main" id="{07F021BE-923D-804C-AB1C-CB812D97B76C}"/>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4" name="AutoShape 253">
                <a:extLst>
                  <a:ext uri="{FF2B5EF4-FFF2-40B4-BE49-F238E27FC236}">
                    <a16:creationId xmlns:a16="http://schemas.microsoft.com/office/drawing/2014/main" id="{3A5C7537-D941-954D-9024-BF32F6D13451}"/>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3" name="Rectangle 254">
              <a:extLst>
                <a:ext uri="{FF2B5EF4-FFF2-40B4-BE49-F238E27FC236}">
                  <a16:creationId xmlns:a16="http://schemas.microsoft.com/office/drawing/2014/main" id="{855ECB0D-BAD2-724F-8296-56F037E689A6}"/>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4" name="Rectangle 255">
              <a:extLst>
                <a:ext uri="{FF2B5EF4-FFF2-40B4-BE49-F238E27FC236}">
                  <a16:creationId xmlns:a16="http://schemas.microsoft.com/office/drawing/2014/main" id="{6D021B7D-23B8-4545-B682-3F0C4BAB5EBA}"/>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5" name="Group 256">
              <a:extLst>
                <a:ext uri="{FF2B5EF4-FFF2-40B4-BE49-F238E27FC236}">
                  <a16:creationId xmlns:a16="http://schemas.microsoft.com/office/drawing/2014/main" id="{431DAF1F-4CC8-1C41-8EEC-05F7D5D789CB}"/>
                </a:ext>
              </a:extLst>
            </p:cNvPr>
            <p:cNvGrpSpPr>
              <a:grpSpLocks/>
            </p:cNvGrpSpPr>
            <p:nvPr/>
          </p:nvGrpSpPr>
          <p:grpSpPr bwMode="auto">
            <a:xfrm>
              <a:off x="4735" y="1627"/>
              <a:ext cx="582" cy="151"/>
              <a:chOff x="614" y="2568"/>
              <a:chExt cx="725" cy="139"/>
            </a:xfrm>
          </p:grpSpPr>
          <p:sp>
            <p:nvSpPr>
              <p:cNvPr id="421" name="AutoShape 257">
                <a:extLst>
                  <a:ext uri="{FF2B5EF4-FFF2-40B4-BE49-F238E27FC236}">
                    <a16:creationId xmlns:a16="http://schemas.microsoft.com/office/drawing/2014/main" id="{18C2CCBA-D707-A24B-A885-97D020E7BE08}"/>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2" name="AutoShape 258">
                <a:extLst>
                  <a:ext uri="{FF2B5EF4-FFF2-40B4-BE49-F238E27FC236}">
                    <a16:creationId xmlns:a16="http://schemas.microsoft.com/office/drawing/2014/main" id="{D7E10C1F-D1F0-7148-A44B-7FEC28811D39}"/>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6" name="Freeform 259">
              <a:extLst>
                <a:ext uri="{FF2B5EF4-FFF2-40B4-BE49-F238E27FC236}">
                  <a16:creationId xmlns:a16="http://schemas.microsoft.com/office/drawing/2014/main" id="{0365C11C-6E47-864E-8122-6C27C34F003E}"/>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7" name="Group 260">
              <a:extLst>
                <a:ext uri="{FF2B5EF4-FFF2-40B4-BE49-F238E27FC236}">
                  <a16:creationId xmlns:a16="http://schemas.microsoft.com/office/drawing/2014/main" id="{27B41BB0-4231-F248-B65A-1A45AD2C9CD7}"/>
                </a:ext>
              </a:extLst>
            </p:cNvPr>
            <p:cNvGrpSpPr>
              <a:grpSpLocks/>
            </p:cNvGrpSpPr>
            <p:nvPr/>
          </p:nvGrpSpPr>
          <p:grpSpPr bwMode="auto">
            <a:xfrm>
              <a:off x="4739" y="1327"/>
              <a:ext cx="582" cy="139"/>
              <a:chOff x="614" y="2568"/>
              <a:chExt cx="725" cy="139"/>
            </a:xfrm>
          </p:grpSpPr>
          <p:sp>
            <p:nvSpPr>
              <p:cNvPr id="419" name="AutoShape 261">
                <a:extLst>
                  <a:ext uri="{FF2B5EF4-FFF2-40B4-BE49-F238E27FC236}">
                    <a16:creationId xmlns:a16="http://schemas.microsoft.com/office/drawing/2014/main" id="{CEAEF38F-92BA-B54F-82FB-C23A106C0988}"/>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0" name="AutoShape 262">
                <a:extLst>
                  <a:ext uri="{FF2B5EF4-FFF2-40B4-BE49-F238E27FC236}">
                    <a16:creationId xmlns:a16="http://schemas.microsoft.com/office/drawing/2014/main" id="{77559B45-47D4-F047-A0E1-3FD4F77050A5}"/>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8" name="Rectangle 263">
              <a:extLst>
                <a:ext uri="{FF2B5EF4-FFF2-40B4-BE49-F238E27FC236}">
                  <a16:creationId xmlns:a16="http://schemas.microsoft.com/office/drawing/2014/main" id="{2BB4AB2F-1E19-ED46-91D0-686A5791A857}"/>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 name="Freeform 264">
              <a:extLst>
                <a:ext uri="{FF2B5EF4-FFF2-40B4-BE49-F238E27FC236}">
                  <a16:creationId xmlns:a16="http://schemas.microsoft.com/office/drawing/2014/main" id="{EFA4165B-2B89-EA44-AAFD-284DDE325634}"/>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0" name="Freeform 265">
              <a:extLst>
                <a:ext uri="{FF2B5EF4-FFF2-40B4-BE49-F238E27FC236}">
                  <a16:creationId xmlns:a16="http://schemas.microsoft.com/office/drawing/2014/main" id="{BF31806F-E19D-6643-B3AB-FCD24491260B}"/>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1" name="Oval 266">
              <a:extLst>
                <a:ext uri="{FF2B5EF4-FFF2-40B4-BE49-F238E27FC236}">
                  <a16:creationId xmlns:a16="http://schemas.microsoft.com/office/drawing/2014/main" id="{297B65E1-F9B5-1942-BAE5-456457D2ADC7}"/>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2" name="Freeform 267">
              <a:extLst>
                <a:ext uri="{FF2B5EF4-FFF2-40B4-BE49-F238E27FC236}">
                  <a16:creationId xmlns:a16="http://schemas.microsoft.com/office/drawing/2014/main" id="{D1451455-90D3-7B4E-9A6C-AC54A2B18BAA}"/>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3" name="AutoShape 268">
              <a:extLst>
                <a:ext uri="{FF2B5EF4-FFF2-40B4-BE49-F238E27FC236}">
                  <a16:creationId xmlns:a16="http://schemas.microsoft.com/office/drawing/2014/main" id="{B96820D1-74F4-9A4F-81C3-99D80AA66D04}"/>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4" name="AutoShape 269">
              <a:extLst>
                <a:ext uri="{FF2B5EF4-FFF2-40B4-BE49-F238E27FC236}">
                  <a16:creationId xmlns:a16="http://schemas.microsoft.com/office/drawing/2014/main" id="{24247BD6-F113-7F46-93F5-34E742E7FA69}"/>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5" name="Oval 270">
              <a:extLst>
                <a:ext uri="{FF2B5EF4-FFF2-40B4-BE49-F238E27FC236}">
                  <a16:creationId xmlns:a16="http://schemas.microsoft.com/office/drawing/2014/main" id="{4716773C-A574-8342-86DD-F8046121F015}"/>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6" name="Oval 271">
              <a:extLst>
                <a:ext uri="{FF2B5EF4-FFF2-40B4-BE49-F238E27FC236}">
                  <a16:creationId xmlns:a16="http://schemas.microsoft.com/office/drawing/2014/main" id="{9F959D50-71EC-0F46-8ED3-4FE4C63D6BFA}"/>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17" name="Oval 272">
              <a:extLst>
                <a:ext uri="{FF2B5EF4-FFF2-40B4-BE49-F238E27FC236}">
                  <a16:creationId xmlns:a16="http://schemas.microsoft.com/office/drawing/2014/main" id="{E6997777-676B-9145-9B53-650C5990989F}"/>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8" name="Rectangle 273">
              <a:extLst>
                <a:ext uri="{FF2B5EF4-FFF2-40B4-BE49-F238E27FC236}">
                  <a16:creationId xmlns:a16="http://schemas.microsoft.com/office/drawing/2014/main" id="{80128537-C0E9-B945-A472-82EC596F177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27" name="Group 274">
            <a:extLst>
              <a:ext uri="{FF2B5EF4-FFF2-40B4-BE49-F238E27FC236}">
                <a16:creationId xmlns:a16="http://schemas.microsoft.com/office/drawing/2014/main" id="{637BEA6D-6926-F241-A7B7-63FD120295AA}"/>
              </a:ext>
            </a:extLst>
          </p:cNvPr>
          <p:cNvGrpSpPr>
            <a:grpSpLocks/>
          </p:cNvGrpSpPr>
          <p:nvPr/>
        </p:nvGrpSpPr>
        <p:grpSpPr bwMode="auto">
          <a:xfrm>
            <a:off x="10340880" y="2687908"/>
            <a:ext cx="377825" cy="576263"/>
            <a:chOff x="4140" y="429"/>
            <a:chExt cx="1425" cy="2396"/>
          </a:xfrm>
        </p:grpSpPr>
        <p:sp>
          <p:nvSpPr>
            <p:cNvPr id="428" name="Freeform 275">
              <a:extLst>
                <a:ext uri="{FF2B5EF4-FFF2-40B4-BE49-F238E27FC236}">
                  <a16:creationId xmlns:a16="http://schemas.microsoft.com/office/drawing/2014/main" id="{B73B5122-7AC1-A541-A7CB-7C92E34FE743}"/>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9" name="Rectangle 276">
              <a:extLst>
                <a:ext uri="{FF2B5EF4-FFF2-40B4-BE49-F238E27FC236}">
                  <a16:creationId xmlns:a16="http://schemas.microsoft.com/office/drawing/2014/main" id="{618AFC31-125F-CC41-8835-357B8CF4007B}"/>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0" name="Freeform 277">
              <a:extLst>
                <a:ext uri="{FF2B5EF4-FFF2-40B4-BE49-F238E27FC236}">
                  <a16:creationId xmlns:a16="http://schemas.microsoft.com/office/drawing/2014/main" id="{BA586EC9-AFB5-864C-A8D5-50566D38218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1" name="Freeform 278">
              <a:extLst>
                <a:ext uri="{FF2B5EF4-FFF2-40B4-BE49-F238E27FC236}">
                  <a16:creationId xmlns:a16="http://schemas.microsoft.com/office/drawing/2014/main" id="{988FA82D-26DD-2446-871B-4FBCD5FE61E3}"/>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2" name="Rectangle 279">
              <a:extLst>
                <a:ext uri="{FF2B5EF4-FFF2-40B4-BE49-F238E27FC236}">
                  <a16:creationId xmlns:a16="http://schemas.microsoft.com/office/drawing/2014/main" id="{E4B9CCE7-0279-6143-BB4D-1198F3326355}"/>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3" name="Group 280">
              <a:extLst>
                <a:ext uri="{FF2B5EF4-FFF2-40B4-BE49-F238E27FC236}">
                  <a16:creationId xmlns:a16="http://schemas.microsoft.com/office/drawing/2014/main" id="{2924B866-539E-1244-B043-D51911A29528}"/>
                </a:ext>
              </a:extLst>
            </p:cNvPr>
            <p:cNvGrpSpPr>
              <a:grpSpLocks/>
            </p:cNvGrpSpPr>
            <p:nvPr/>
          </p:nvGrpSpPr>
          <p:grpSpPr bwMode="auto">
            <a:xfrm>
              <a:off x="4749" y="668"/>
              <a:ext cx="581" cy="145"/>
              <a:chOff x="614" y="2568"/>
              <a:chExt cx="725" cy="139"/>
            </a:xfrm>
          </p:grpSpPr>
          <p:sp>
            <p:nvSpPr>
              <p:cNvPr id="458" name="AutoShape 281">
                <a:extLst>
                  <a:ext uri="{FF2B5EF4-FFF2-40B4-BE49-F238E27FC236}">
                    <a16:creationId xmlns:a16="http://schemas.microsoft.com/office/drawing/2014/main" id="{BDE3646A-4204-5046-942C-15C1653380B6}"/>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9" name="AutoShape 282">
                <a:extLst>
                  <a:ext uri="{FF2B5EF4-FFF2-40B4-BE49-F238E27FC236}">
                    <a16:creationId xmlns:a16="http://schemas.microsoft.com/office/drawing/2014/main" id="{6DE9F0CF-D5ED-704E-8142-3345FC3BBC6F}"/>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4" name="Rectangle 283">
              <a:extLst>
                <a:ext uri="{FF2B5EF4-FFF2-40B4-BE49-F238E27FC236}">
                  <a16:creationId xmlns:a16="http://schemas.microsoft.com/office/drawing/2014/main" id="{657D3494-75CD-034E-9543-25692744465F}"/>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5" name="Group 284">
              <a:extLst>
                <a:ext uri="{FF2B5EF4-FFF2-40B4-BE49-F238E27FC236}">
                  <a16:creationId xmlns:a16="http://schemas.microsoft.com/office/drawing/2014/main" id="{3B21D6B8-9A13-CB4D-A567-07369736D726}"/>
                </a:ext>
              </a:extLst>
            </p:cNvPr>
            <p:cNvGrpSpPr>
              <a:grpSpLocks/>
            </p:cNvGrpSpPr>
            <p:nvPr/>
          </p:nvGrpSpPr>
          <p:grpSpPr bwMode="auto">
            <a:xfrm>
              <a:off x="4747" y="994"/>
              <a:ext cx="581" cy="134"/>
              <a:chOff x="614" y="2568"/>
              <a:chExt cx="725" cy="139"/>
            </a:xfrm>
          </p:grpSpPr>
          <p:sp>
            <p:nvSpPr>
              <p:cNvPr id="456" name="AutoShape 285">
                <a:extLst>
                  <a:ext uri="{FF2B5EF4-FFF2-40B4-BE49-F238E27FC236}">
                    <a16:creationId xmlns:a16="http://schemas.microsoft.com/office/drawing/2014/main" id="{6F0CB466-469D-3F45-BE66-39F561D60958}"/>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7" name="AutoShape 286">
                <a:extLst>
                  <a:ext uri="{FF2B5EF4-FFF2-40B4-BE49-F238E27FC236}">
                    <a16:creationId xmlns:a16="http://schemas.microsoft.com/office/drawing/2014/main" id="{29D719D4-E1C6-604A-8870-549D67683095}"/>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6" name="Rectangle 287">
              <a:extLst>
                <a:ext uri="{FF2B5EF4-FFF2-40B4-BE49-F238E27FC236}">
                  <a16:creationId xmlns:a16="http://schemas.microsoft.com/office/drawing/2014/main" id="{0D71907F-6787-7144-A19B-418733EE17E3}"/>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7" name="Rectangle 288">
              <a:extLst>
                <a:ext uri="{FF2B5EF4-FFF2-40B4-BE49-F238E27FC236}">
                  <a16:creationId xmlns:a16="http://schemas.microsoft.com/office/drawing/2014/main" id="{35AED19C-A1F1-AC46-914C-8F5D6F4BCEB8}"/>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8" name="Group 289">
              <a:extLst>
                <a:ext uri="{FF2B5EF4-FFF2-40B4-BE49-F238E27FC236}">
                  <a16:creationId xmlns:a16="http://schemas.microsoft.com/office/drawing/2014/main" id="{45D31D32-5A14-5742-954A-BA17509AC6ED}"/>
                </a:ext>
              </a:extLst>
            </p:cNvPr>
            <p:cNvGrpSpPr>
              <a:grpSpLocks/>
            </p:cNvGrpSpPr>
            <p:nvPr/>
          </p:nvGrpSpPr>
          <p:grpSpPr bwMode="auto">
            <a:xfrm>
              <a:off x="4735" y="1627"/>
              <a:ext cx="582" cy="151"/>
              <a:chOff x="614" y="2568"/>
              <a:chExt cx="725" cy="139"/>
            </a:xfrm>
          </p:grpSpPr>
          <p:sp>
            <p:nvSpPr>
              <p:cNvPr id="454" name="AutoShape 290">
                <a:extLst>
                  <a:ext uri="{FF2B5EF4-FFF2-40B4-BE49-F238E27FC236}">
                    <a16:creationId xmlns:a16="http://schemas.microsoft.com/office/drawing/2014/main" id="{FBB57FC3-B7A2-A541-9EC0-D57A59BBEF9D}"/>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AutoShape 291">
                <a:extLst>
                  <a:ext uri="{FF2B5EF4-FFF2-40B4-BE49-F238E27FC236}">
                    <a16:creationId xmlns:a16="http://schemas.microsoft.com/office/drawing/2014/main" id="{52BE3087-7497-914D-B468-02CDAA58DBD9}"/>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9" name="Freeform 292">
              <a:extLst>
                <a:ext uri="{FF2B5EF4-FFF2-40B4-BE49-F238E27FC236}">
                  <a16:creationId xmlns:a16="http://schemas.microsoft.com/office/drawing/2014/main" id="{5070ED80-559E-4540-964B-D73009E42A4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40" name="Group 293">
              <a:extLst>
                <a:ext uri="{FF2B5EF4-FFF2-40B4-BE49-F238E27FC236}">
                  <a16:creationId xmlns:a16="http://schemas.microsoft.com/office/drawing/2014/main" id="{30993F73-047D-CD47-96E3-F7599404305B}"/>
                </a:ext>
              </a:extLst>
            </p:cNvPr>
            <p:cNvGrpSpPr>
              <a:grpSpLocks/>
            </p:cNvGrpSpPr>
            <p:nvPr/>
          </p:nvGrpSpPr>
          <p:grpSpPr bwMode="auto">
            <a:xfrm>
              <a:off x="4739" y="1327"/>
              <a:ext cx="582" cy="139"/>
              <a:chOff x="614" y="2568"/>
              <a:chExt cx="725" cy="139"/>
            </a:xfrm>
          </p:grpSpPr>
          <p:sp>
            <p:nvSpPr>
              <p:cNvPr id="452" name="AutoShape 294">
                <a:extLst>
                  <a:ext uri="{FF2B5EF4-FFF2-40B4-BE49-F238E27FC236}">
                    <a16:creationId xmlns:a16="http://schemas.microsoft.com/office/drawing/2014/main" id="{F253CC19-7627-6043-A479-C0AADFD1B00A}"/>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3" name="AutoShape 295">
                <a:extLst>
                  <a:ext uri="{FF2B5EF4-FFF2-40B4-BE49-F238E27FC236}">
                    <a16:creationId xmlns:a16="http://schemas.microsoft.com/office/drawing/2014/main" id="{9818C9E1-67F5-5D42-8D8A-BFA5671949F0}"/>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1" name="Rectangle 296">
              <a:extLst>
                <a:ext uri="{FF2B5EF4-FFF2-40B4-BE49-F238E27FC236}">
                  <a16:creationId xmlns:a16="http://schemas.microsoft.com/office/drawing/2014/main" id="{D263AAA2-92D9-9A4A-9D5F-0CEC89CD02FB}"/>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2" name="Freeform 297">
              <a:extLst>
                <a:ext uri="{FF2B5EF4-FFF2-40B4-BE49-F238E27FC236}">
                  <a16:creationId xmlns:a16="http://schemas.microsoft.com/office/drawing/2014/main" id="{51AD4C3A-6939-3B47-91CC-E1A0D3A3ED25}"/>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3" name="Freeform 298">
              <a:extLst>
                <a:ext uri="{FF2B5EF4-FFF2-40B4-BE49-F238E27FC236}">
                  <a16:creationId xmlns:a16="http://schemas.microsoft.com/office/drawing/2014/main" id="{023E9D5F-D41C-8A48-B73A-4E4F43755A28}"/>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4" name="Oval 299">
              <a:extLst>
                <a:ext uri="{FF2B5EF4-FFF2-40B4-BE49-F238E27FC236}">
                  <a16:creationId xmlns:a16="http://schemas.microsoft.com/office/drawing/2014/main" id="{C4126737-BE73-B444-BC40-5B679E6E13B1}"/>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5" name="Freeform 300">
              <a:extLst>
                <a:ext uri="{FF2B5EF4-FFF2-40B4-BE49-F238E27FC236}">
                  <a16:creationId xmlns:a16="http://schemas.microsoft.com/office/drawing/2014/main" id="{567B6CFD-A1A1-094D-8F7C-5A9EF1AB027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6" name="AutoShape 301">
              <a:extLst>
                <a:ext uri="{FF2B5EF4-FFF2-40B4-BE49-F238E27FC236}">
                  <a16:creationId xmlns:a16="http://schemas.microsoft.com/office/drawing/2014/main" id="{3B7B7519-C492-8348-B873-C01A2103E47E}"/>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7" name="AutoShape 302">
              <a:extLst>
                <a:ext uri="{FF2B5EF4-FFF2-40B4-BE49-F238E27FC236}">
                  <a16:creationId xmlns:a16="http://schemas.microsoft.com/office/drawing/2014/main" id="{0AEDB1EF-7012-ED44-8FBC-F1B714A63DD2}"/>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8" name="Oval 303">
              <a:extLst>
                <a:ext uri="{FF2B5EF4-FFF2-40B4-BE49-F238E27FC236}">
                  <a16:creationId xmlns:a16="http://schemas.microsoft.com/office/drawing/2014/main" id="{BA640DBB-C29F-A54E-BE9A-180B14269FA4}"/>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9" name="Oval 304">
              <a:extLst>
                <a:ext uri="{FF2B5EF4-FFF2-40B4-BE49-F238E27FC236}">
                  <a16:creationId xmlns:a16="http://schemas.microsoft.com/office/drawing/2014/main" id="{2F7F78D4-9C68-A84C-8801-9C057B8C145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50" name="Oval 305">
              <a:extLst>
                <a:ext uri="{FF2B5EF4-FFF2-40B4-BE49-F238E27FC236}">
                  <a16:creationId xmlns:a16="http://schemas.microsoft.com/office/drawing/2014/main" id="{3D213A7E-B9E9-694B-8ED3-47609E49D2F1}"/>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1" name="Rectangle 306">
              <a:extLst>
                <a:ext uri="{FF2B5EF4-FFF2-40B4-BE49-F238E27FC236}">
                  <a16:creationId xmlns:a16="http://schemas.microsoft.com/office/drawing/2014/main" id="{4F8B5B78-3482-8142-BC2B-1825AA302880}"/>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3" name="Group 340">
            <a:extLst>
              <a:ext uri="{FF2B5EF4-FFF2-40B4-BE49-F238E27FC236}">
                <a16:creationId xmlns:a16="http://schemas.microsoft.com/office/drawing/2014/main" id="{3B951C82-D444-224D-9348-99C19D9166DC}"/>
              </a:ext>
            </a:extLst>
          </p:cNvPr>
          <p:cNvGrpSpPr>
            <a:grpSpLocks/>
          </p:cNvGrpSpPr>
          <p:nvPr/>
        </p:nvGrpSpPr>
        <p:grpSpPr bwMode="auto">
          <a:xfrm>
            <a:off x="8396192" y="5170758"/>
            <a:ext cx="525463" cy="557213"/>
            <a:chOff x="-44" y="1473"/>
            <a:chExt cx="981" cy="1105"/>
          </a:xfrm>
        </p:grpSpPr>
        <p:pic>
          <p:nvPicPr>
            <p:cNvPr id="494" name="Picture 341" descr="desktop_computer_stylized_medium">
              <a:extLst>
                <a:ext uri="{FF2B5EF4-FFF2-40B4-BE49-F238E27FC236}">
                  <a16:creationId xmlns:a16="http://schemas.microsoft.com/office/drawing/2014/main" id="{A2EB07C0-0A48-8944-B12C-316C163FF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 name="Freeform 342">
              <a:extLst>
                <a:ext uri="{FF2B5EF4-FFF2-40B4-BE49-F238E27FC236}">
                  <a16:creationId xmlns:a16="http://schemas.microsoft.com/office/drawing/2014/main" id="{2E93558C-0361-464A-9337-3AA86EC1D4B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6" name="Group 343">
            <a:extLst>
              <a:ext uri="{FF2B5EF4-FFF2-40B4-BE49-F238E27FC236}">
                <a16:creationId xmlns:a16="http://schemas.microsoft.com/office/drawing/2014/main" id="{B96E9301-59D5-4D4B-95C3-D8F5D00E370A}"/>
              </a:ext>
            </a:extLst>
          </p:cNvPr>
          <p:cNvGrpSpPr>
            <a:grpSpLocks/>
          </p:cNvGrpSpPr>
          <p:nvPr/>
        </p:nvGrpSpPr>
        <p:grpSpPr bwMode="auto">
          <a:xfrm>
            <a:off x="8920067" y="5159646"/>
            <a:ext cx="525463" cy="557212"/>
            <a:chOff x="-44" y="1473"/>
            <a:chExt cx="981" cy="1105"/>
          </a:xfrm>
        </p:grpSpPr>
        <p:pic>
          <p:nvPicPr>
            <p:cNvPr id="497" name="Picture 344" descr="desktop_computer_stylized_medium">
              <a:extLst>
                <a:ext uri="{FF2B5EF4-FFF2-40B4-BE49-F238E27FC236}">
                  <a16:creationId xmlns:a16="http://schemas.microsoft.com/office/drawing/2014/main" id="{A8402C6A-6509-0642-B84E-51B8097E1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8" name="Freeform 345">
              <a:extLst>
                <a:ext uri="{FF2B5EF4-FFF2-40B4-BE49-F238E27FC236}">
                  <a16:creationId xmlns:a16="http://schemas.microsoft.com/office/drawing/2014/main" id="{6E7E5B0F-1FE1-6A4B-BCDC-96E210FCE585}"/>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02" name="Group 501">
            <a:extLst>
              <a:ext uri="{FF2B5EF4-FFF2-40B4-BE49-F238E27FC236}">
                <a16:creationId xmlns:a16="http://schemas.microsoft.com/office/drawing/2014/main" id="{B2C32989-94BE-1349-908C-1DF72CEEA243}"/>
              </a:ext>
            </a:extLst>
          </p:cNvPr>
          <p:cNvGrpSpPr/>
          <p:nvPr/>
        </p:nvGrpSpPr>
        <p:grpSpPr>
          <a:xfrm>
            <a:off x="8967576" y="4437217"/>
            <a:ext cx="889089" cy="466491"/>
            <a:chOff x="7493876" y="2774731"/>
            <a:chExt cx="1481958" cy="894622"/>
          </a:xfrm>
        </p:grpSpPr>
        <p:sp>
          <p:nvSpPr>
            <p:cNvPr id="511" name="Freeform 510">
              <a:extLst>
                <a:ext uri="{FF2B5EF4-FFF2-40B4-BE49-F238E27FC236}">
                  <a16:creationId xmlns:a16="http://schemas.microsoft.com/office/drawing/2014/main" id="{C2991A41-3005-6140-8488-3B5A28439BE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512" name="Oval 511">
              <a:extLst>
                <a:ext uri="{FF2B5EF4-FFF2-40B4-BE49-F238E27FC236}">
                  <a16:creationId xmlns:a16="http://schemas.microsoft.com/office/drawing/2014/main" id="{49B8AB88-8810-704D-9300-A83DE18C86C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513" name="Group 512">
              <a:extLst>
                <a:ext uri="{FF2B5EF4-FFF2-40B4-BE49-F238E27FC236}">
                  <a16:creationId xmlns:a16="http://schemas.microsoft.com/office/drawing/2014/main" id="{9DCFAF85-9D5F-BD4E-92DB-E7931A4466B4}"/>
                </a:ext>
              </a:extLst>
            </p:cNvPr>
            <p:cNvGrpSpPr/>
            <p:nvPr/>
          </p:nvGrpSpPr>
          <p:grpSpPr>
            <a:xfrm>
              <a:off x="7713663" y="2848339"/>
              <a:ext cx="1042107" cy="425543"/>
              <a:chOff x="7786941" y="2884917"/>
              <a:chExt cx="897649" cy="353919"/>
            </a:xfrm>
          </p:grpSpPr>
          <p:sp>
            <p:nvSpPr>
              <p:cNvPr id="514" name="Freeform 513">
                <a:extLst>
                  <a:ext uri="{FF2B5EF4-FFF2-40B4-BE49-F238E27FC236}">
                    <a16:creationId xmlns:a16="http://schemas.microsoft.com/office/drawing/2014/main" id="{EB001B67-F654-CF4C-934D-354F339EBA6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5" name="Freeform 514">
                <a:extLst>
                  <a:ext uri="{FF2B5EF4-FFF2-40B4-BE49-F238E27FC236}">
                    <a16:creationId xmlns:a16="http://schemas.microsoft.com/office/drawing/2014/main" id="{C0D4D273-34F9-9640-8CF6-6EF497AEF3E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6" name="Freeform 515">
                <a:extLst>
                  <a:ext uri="{FF2B5EF4-FFF2-40B4-BE49-F238E27FC236}">
                    <a16:creationId xmlns:a16="http://schemas.microsoft.com/office/drawing/2014/main" id="{14D9297A-8D94-304C-9142-46F6B69902F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7" name="Freeform 516">
                <a:extLst>
                  <a:ext uri="{FF2B5EF4-FFF2-40B4-BE49-F238E27FC236}">
                    <a16:creationId xmlns:a16="http://schemas.microsoft.com/office/drawing/2014/main" id="{18D26BD9-84B6-C74F-8936-105C5777BBC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21" name="Group 520">
            <a:extLst>
              <a:ext uri="{FF2B5EF4-FFF2-40B4-BE49-F238E27FC236}">
                <a16:creationId xmlns:a16="http://schemas.microsoft.com/office/drawing/2014/main" id="{8E1A0307-E695-FC42-983B-9915B98768EC}"/>
              </a:ext>
            </a:extLst>
          </p:cNvPr>
          <p:cNvGrpSpPr/>
          <p:nvPr/>
        </p:nvGrpSpPr>
        <p:grpSpPr>
          <a:xfrm>
            <a:off x="8988913" y="3095664"/>
            <a:ext cx="889089" cy="466491"/>
            <a:chOff x="7493876" y="2774731"/>
            <a:chExt cx="1481958" cy="894622"/>
          </a:xfrm>
        </p:grpSpPr>
        <p:sp>
          <p:nvSpPr>
            <p:cNvPr id="522" name="Freeform 521">
              <a:extLst>
                <a:ext uri="{FF2B5EF4-FFF2-40B4-BE49-F238E27FC236}">
                  <a16:creationId xmlns:a16="http://schemas.microsoft.com/office/drawing/2014/main" id="{DC9856E7-1969-524C-8F21-65D77697BD0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523" name="Oval 522">
              <a:extLst>
                <a:ext uri="{FF2B5EF4-FFF2-40B4-BE49-F238E27FC236}">
                  <a16:creationId xmlns:a16="http://schemas.microsoft.com/office/drawing/2014/main" id="{FFDA8F93-2C48-6A4A-9D27-9AECFC5B94B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524" name="Group 523">
              <a:extLst>
                <a:ext uri="{FF2B5EF4-FFF2-40B4-BE49-F238E27FC236}">
                  <a16:creationId xmlns:a16="http://schemas.microsoft.com/office/drawing/2014/main" id="{C7EC4B67-EB13-E647-A5CD-E91C5D1F4094}"/>
                </a:ext>
              </a:extLst>
            </p:cNvPr>
            <p:cNvGrpSpPr/>
            <p:nvPr/>
          </p:nvGrpSpPr>
          <p:grpSpPr>
            <a:xfrm>
              <a:off x="7713663" y="2848339"/>
              <a:ext cx="1042107" cy="425543"/>
              <a:chOff x="7786941" y="2884917"/>
              <a:chExt cx="897649" cy="353919"/>
            </a:xfrm>
          </p:grpSpPr>
          <p:sp>
            <p:nvSpPr>
              <p:cNvPr id="525" name="Freeform 524">
                <a:extLst>
                  <a:ext uri="{FF2B5EF4-FFF2-40B4-BE49-F238E27FC236}">
                    <a16:creationId xmlns:a16="http://schemas.microsoft.com/office/drawing/2014/main" id="{6145C3A8-D719-B744-9DC6-51E7FB72118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6" name="Freeform 525">
                <a:extLst>
                  <a:ext uri="{FF2B5EF4-FFF2-40B4-BE49-F238E27FC236}">
                    <a16:creationId xmlns:a16="http://schemas.microsoft.com/office/drawing/2014/main" id="{92F9C394-34C8-3D42-ACE0-014520ED0D5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7" name="Freeform 526">
                <a:extLst>
                  <a:ext uri="{FF2B5EF4-FFF2-40B4-BE49-F238E27FC236}">
                    <a16:creationId xmlns:a16="http://schemas.microsoft.com/office/drawing/2014/main" id="{3E34F096-DAE4-6D4F-9026-F07CB5FB9F7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8" name="Freeform 527">
                <a:extLst>
                  <a:ext uri="{FF2B5EF4-FFF2-40B4-BE49-F238E27FC236}">
                    <a16:creationId xmlns:a16="http://schemas.microsoft.com/office/drawing/2014/main" id="{3D175E3D-A4A7-3F4E-8C6B-A59321AD72E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530" name="Rectangle 4">
            <a:extLst>
              <a:ext uri="{FF2B5EF4-FFF2-40B4-BE49-F238E27FC236}">
                <a16:creationId xmlns:a16="http://schemas.microsoft.com/office/drawing/2014/main" id="{0F198874-EC24-3849-8C53-D24368598A1C}"/>
              </a:ext>
            </a:extLst>
          </p:cNvPr>
          <p:cNvSpPr>
            <a:spLocks noChangeArrowheads="1"/>
          </p:cNvSpPr>
          <p:nvPr/>
        </p:nvSpPr>
        <p:spPr bwMode="auto">
          <a:xfrm>
            <a:off x="870724" y="1362307"/>
            <a:ext cx="6123957" cy="2519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marR="0" lvl="0" indent="-342900"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charset="0"/>
                <a:cs typeface="Calibri" panose="020F0502020204030204" pitchFamily="34" charset="0"/>
              </a:rPr>
              <a:t>Scenario:</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access link rate: 1.54 Mbps</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RTT from institutional router to server: 2 sec</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web object size: 100K bits</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average request rate from browsers to origin servers: 15/sec</a:t>
            </a:r>
          </a:p>
          <a:p>
            <a:pPr marL="800100" marR="0" lvl="1"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avg data rate to browsers: 1.50 Mbps</a:t>
            </a:r>
          </a:p>
        </p:txBody>
      </p:sp>
      <p:grpSp>
        <p:nvGrpSpPr>
          <p:cNvPr id="2" name="Group 1">
            <a:extLst>
              <a:ext uri="{FF2B5EF4-FFF2-40B4-BE49-F238E27FC236}">
                <a16:creationId xmlns:a16="http://schemas.microsoft.com/office/drawing/2014/main" id="{2FF3AF6D-4CBE-BE4A-AF26-B6F34DC9EF33}"/>
              </a:ext>
            </a:extLst>
          </p:cNvPr>
          <p:cNvGrpSpPr/>
          <p:nvPr/>
        </p:nvGrpSpPr>
        <p:grpSpPr>
          <a:xfrm>
            <a:off x="3269205" y="1370475"/>
            <a:ext cx="7974440" cy="2642996"/>
            <a:chOff x="3269205" y="1370475"/>
            <a:chExt cx="7974440" cy="2642996"/>
          </a:xfrm>
        </p:grpSpPr>
        <p:grpSp>
          <p:nvGrpSpPr>
            <p:cNvPr id="214" name="Group 213">
              <a:extLst>
                <a:ext uri="{FF2B5EF4-FFF2-40B4-BE49-F238E27FC236}">
                  <a16:creationId xmlns:a16="http://schemas.microsoft.com/office/drawing/2014/main" id="{9AFA7B76-427C-134D-90BC-D4693AEF2136}"/>
                </a:ext>
              </a:extLst>
            </p:cNvPr>
            <p:cNvGrpSpPr/>
            <p:nvPr/>
          </p:nvGrpSpPr>
          <p:grpSpPr>
            <a:xfrm>
              <a:off x="3269205" y="1370475"/>
              <a:ext cx="2248984" cy="736408"/>
              <a:chOff x="4785771" y="3827302"/>
              <a:chExt cx="2248984" cy="736408"/>
            </a:xfrm>
          </p:grpSpPr>
          <p:sp>
            <p:nvSpPr>
              <p:cNvPr id="215" name="Text Box 52">
                <a:extLst>
                  <a:ext uri="{FF2B5EF4-FFF2-40B4-BE49-F238E27FC236}">
                    <a16:creationId xmlns:a16="http://schemas.microsoft.com/office/drawing/2014/main" id="{D9BA6C4C-0CF0-8742-ACB2-584114381882}"/>
                  </a:ext>
                </a:extLst>
              </p:cNvPr>
              <p:cNvSpPr txBox="1">
                <a:spLocks noChangeArrowheads="1"/>
              </p:cNvSpPr>
              <p:nvPr/>
            </p:nvSpPr>
            <p:spPr bwMode="auto">
              <a:xfrm>
                <a:off x="5449268" y="3827302"/>
                <a:ext cx="15854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154 Mbps</a:t>
                </a:r>
              </a:p>
            </p:txBody>
          </p:sp>
          <p:sp>
            <p:nvSpPr>
              <p:cNvPr id="216" name="Rectangle 215">
                <a:extLst>
                  <a:ext uri="{FF2B5EF4-FFF2-40B4-BE49-F238E27FC236}">
                    <a16:creationId xmlns:a16="http://schemas.microsoft.com/office/drawing/2014/main" id="{1FA396C6-E0DB-E54B-9564-C46EF025F0E3}"/>
                  </a:ext>
                </a:extLst>
              </p:cNvPr>
              <p:cNvSpPr/>
              <p:nvPr/>
            </p:nvSpPr>
            <p:spPr>
              <a:xfrm>
                <a:off x="4785771" y="4223523"/>
                <a:ext cx="611420" cy="340187"/>
              </a:xfrm>
              <a:prstGeom prst="rect">
                <a:avLst/>
              </a:prstGeom>
              <a:solidFill>
                <a:schemeClr val="bg1">
                  <a:alpha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7" name="Line 51">
                <a:extLst>
                  <a:ext uri="{FF2B5EF4-FFF2-40B4-BE49-F238E27FC236}">
                    <a16:creationId xmlns:a16="http://schemas.microsoft.com/office/drawing/2014/main" id="{5DC119B0-D3C1-9741-8399-6E949D96195E}"/>
                  </a:ext>
                </a:extLst>
              </p:cNvPr>
              <p:cNvSpPr>
                <a:spLocks noChangeShapeType="1"/>
              </p:cNvSpPr>
              <p:nvPr/>
            </p:nvSpPr>
            <p:spPr bwMode="auto">
              <a:xfrm flipV="1">
                <a:off x="4828478" y="4140660"/>
                <a:ext cx="680225" cy="423048"/>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18" name="Group 217">
              <a:extLst>
                <a:ext uri="{FF2B5EF4-FFF2-40B4-BE49-F238E27FC236}">
                  <a16:creationId xmlns:a16="http://schemas.microsoft.com/office/drawing/2014/main" id="{43EB18F1-EB9B-AB4E-9315-D47FB051A2D9}"/>
                </a:ext>
              </a:extLst>
            </p:cNvPr>
            <p:cNvGrpSpPr/>
            <p:nvPr/>
          </p:nvGrpSpPr>
          <p:grpSpPr>
            <a:xfrm>
              <a:off x="9113107" y="3496571"/>
              <a:ext cx="2130538" cy="516900"/>
              <a:chOff x="4352719" y="3567941"/>
              <a:chExt cx="2130538" cy="516900"/>
            </a:xfrm>
          </p:grpSpPr>
          <p:sp>
            <p:nvSpPr>
              <p:cNvPr id="219" name="Text Box 52">
                <a:extLst>
                  <a:ext uri="{FF2B5EF4-FFF2-40B4-BE49-F238E27FC236}">
                    <a16:creationId xmlns:a16="http://schemas.microsoft.com/office/drawing/2014/main" id="{414BD24A-A827-744B-8CF6-F9EAA2D920A9}"/>
                  </a:ext>
                </a:extLst>
              </p:cNvPr>
              <p:cNvSpPr txBox="1">
                <a:spLocks noChangeArrowheads="1"/>
              </p:cNvSpPr>
              <p:nvPr/>
            </p:nvSpPr>
            <p:spPr bwMode="auto">
              <a:xfrm>
                <a:off x="4897770" y="3567941"/>
                <a:ext cx="15854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154 Mbps</a:t>
                </a:r>
              </a:p>
            </p:txBody>
          </p:sp>
          <p:sp>
            <p:nvSpPr>
              <p:cNvPr id="220" name="Rectangle 219">
                <a:extLst>
                  <a:ext uri="{FF2B5EF4-FFF2-40B4-BE49-F238E27FC236}">
                    <a16:creationId xmlns:a16="http://schemas.microsoft.com/office/drawing/2014/main" id="{C3E3E743-58A9-D543-ABF2-E8D950F0D5C4}"/>
                  </a:ext>
                </a:extLst>
              </p:cNvPr>
              <p:cNvSpPr/>
              <p:nvPr/>
            </p:nvSpPr>
            <p:spPr>
              <a:xfrm>
                <a:off x="4352719" y="3822059"/>
                <a:ext cx="527164" cy="262782"/>
              </a:xfrm>
              <a:prstGeom prst="rect">
                <a:avLst/>
              </a:prstGeom>
              <a:solidFill>
                <a:schemeClr val="bg1">
                  <a:alpha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1" name="Line 51">
                <a:extLst>
                  <a:ext uri="{FF2B5EF4-FFF2-40B4-BE49-F238E27FC236}">
                    <a16:creationId xmlns:a16="http://schemas.microsoft.com/office/drawing/2014/main" id="{C012F3C8-BFC0-0C46-8D2D-992B1C38C6A6}"/>
                  </a:ext>
                </a:extLst>
              </p:cNvPr>
              <p:cNvSpPr>
                <a:spLocks noChangeShapeType="1"/>
              </p:cNvSpPr>
              <p:nvPr/>
            </p:nvSpPr>
            <p:spPr bwMode="auto">
              <a:xfrm flipV="1">
                <a:off x="4459229" y="3805441"/>
                <a:ext cx="554004" cy="237118"/>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grpSp>
        <p:nvGrpSpPr>
          <p:cNvPr id="222" name="Group 221">
            <a:extLst>
              <a:ext uri="{FF2B5EF4-FFF2-40B4-BE49-F238E27FC236}">
                <a16:creationId xmlns:a16="http://schemas.microsoft.com/office/drawing/2014/main" id="{173CBB2E-654A-474B-8238-296B81F89068}"/>
              </a:ext>
            </a:extLst>
          </p:cNvPr>
          <p:cNvGrpSpPr/>
          <p:nvPr/>
        </p:nvGrpSpPr>
        <p:grpSpPr>
          <a:xfrm>
            <a:off x="4067394" y="4387359"/>
            <a:ext cx="2583033" cy="461665"/>
            <a:chOff x="4114801" y="3880785"/>
            <a:chExt cx="2583033" cy="461665"/>
          </a:xfrm>
        </p:grpSpPr>
        <p:sp>
          <p:nvSpPr>
            <p:cNvPr id="223" name="Text Box 52">
              <a:extLst>
                <a:ext uri="{FF2B5EF4-FFF2-40B4-BE49-F238E27FC236}">
                  <a16:creationId xmlns:a16="http://schemas.microsoft.com/office/drawing/2014/main" id="{FA193B58-E942-8A47-9F5D-3A2B58608DBB}"/>
                </a:ext>
              </a:extLst>
            </p:cNvPr>
            <p:cNvSpPr txBox="1">
              <a:spLocks noChangeArrowheads="1"/>
            </p:cNvSpPr>
            <p:nvPr/>
          </p:nvSpPr>
          <p:spPr bwMode="auto">
            <a:xfrm>
              <a:off x="5112347" y="3880785"/>
              <a:ext cx="15854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.0097</a:t>
              </a:r>
            </a:p>
          </p:txBody>
        </p:sp>
        <p:sp>
          <p:nvSpPr>
            <p:cNvPr id="224" name="Rectangle 223">
              <a:extLst>
                <a:ext uri="{FF2B5EF4-FFF2-40B4-BE49-F238E27FC236}">
                  <a16:creationId xmlns:a16="http://schemas.microsoft.com/office/drawing/2014/main" id="{84682AEF-F684-9F45-A3DA-FEDE9ED18429}"/>
                </a:ext>
              </a:extLst>
            </p:cNvPr>
            <p:cNvSpPr/>
            <p:nvPr/>
          </p:nvSpPr>
          <p:spPr>
            <a:xfrm>
              <a:off x="4114801" y="3955100"/>
              <a:ext cx="498412" cy="340187"/>
            </a:xfrm>
            <a:prstGeom prst="rect">
              <a:avLst/>
            </a:prstGeom>
            <a:solidFill>
              <a:schemeClr val="bg1">
                <a:alpha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5" name="Line 51">
              <a:extLst>
                <a:ext uri="{FF2B5EF4-FFF2-40B4-BE49-F238E27FC236}">
                  <a16:creationId xmlns:a16="http://schemas.microsoft.com/office/drawing/2014/main" id="{8F3A165F-08A0-9D4B-B82D-B603502A13F3}"/>
                </a:ext>
              </a:extLst>
            </p:cNvPr>
            <p:cNvSpPr>
              <a:spLocks noChangeShapeType="1"/>
            </p:cNvSpPr>
            <p:nvPr/>
          </p:nvSpPr>
          <p:spPr bwMode="auto">
            <a:xfrm>
              <a:off x="4234070" y="4117024"/>
              <a:ext cx="936703" cy="1"/>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26" name="Group 225">
            <a:extLst>
              <a:ext uri="{FF2B5EF4-FFF2-40B4-BE49-F238E27FC236}">
                <a16:creationId xmlns:a16="http://schemas.microsoft.com/office/drawing/2014/main" id="{598125F6-3C0E-B64C-9CC2-9EFB4DA6980E}"/>
              </a:ext>
            </a:extLst>
          </p:cNvPr>
          <p:cNvGrpSpPr/>
          <p:nvPr/>
        </p:nvGrpSpPr>
        <p:grpSpPr>
          <a:xfrm>
            <a:off x="4351868" y="5927346"/>
            <a:ext cx="3101886" cy="698305"/>
            <a:chOff x="3557204" y="3415545"/>
            <a:chExt cx="3101886" cy="698305"/>
          </a:xfrm>
        </p:grpSpPr>
        <p:sp>
          <p:nvSpPr>
            <p:cNvPr id="227" name="Text Box 52">
              <a:extLst>
                <a:ext uri="{FF2B5EF4-FFF2-40B4-BE49-F238E27FC236}">
                  <a16:creationId xmlns:a16="http://schemas.microsoft.com/office/drawing/2014/main" id="{5B815C0E-E9AF-964A-AB0C-F8220D77B6A8}"/>
                </a:ext>
              </a:extLst>
            </p:cNvPr>
            <p:cNvSpPr txBox="1">
              <a:spLocks noChangeArrowheads="1"/>
            </p:cNvSpPr>
            <p:nvPr/>
          </p:nvSpPr>
          <p:spPr bwMode="auto">
            <a:xfrm>
              <a:off x="5555973" y="3652185"/>
              <a:ext cx="11031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msecs</a:t>
              </a:r>
            </a:p>
          </p:txBody>
        </p:sp>
        <p:sp>
          <p:nvSpPr>
            <p:cNvPr id="228" name="Rectangle 227">
              <a:extLst>
                <a:ext uri="{FF2B5EF4-FFF2-40B4-BE49-F238E27FC236}">
                  <a16:creationId xmlns:a16="http://schemas.microsoft.com/office/drawing/2014/main" id="{4EE7EB05-EB77-DA46-8D82-2C1B89B59FCD}"/>
                </a:ext>
              </a:extLst>
            </p:cNvPr>
            <p:cNvSpPr/>
            <p:nvPr/>
          </p:nvSpPr>
          <p:spPr>
            <a:xfrm>
              <a:off x="3557204" y="3415545"/>
              <a:ext cx="1041334" cy="337988"/>
            </a:xfrm>
            <a:prstGeom prst="rect">
              <a:avLst/>
            </a:prstGeom>
            <a:solidFill>
              <a:schemeClr val="bg1">
                <a:alpha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9" name="Line 51">
              <a:extLst>
                <a:ext uri="{FF2B5EF4-FFF2-40B4-BE49-F238E27FC236}">
                  <a16:creationId xmlns:a16="http://schemas.microsoft.com/office/drawing/2014/main" id="{45B58613-BF72-9847-A603-92F5F10A9D91}"/>
                </a:ext>
              </a:extLst>
            </p:cNvPr>
            <p:cNvSpPr>
              <a:spLocks noChangeShapeType="1"/>
            </p:cNvSpPr>
            <p:nvPr/>
          </p:nvSpPr>
          <p:spPr bwMode="auto">
            <a:xfrm>
              <a:off x="3662316" y="3504654"/>
              <a:ext cx="1983056" cy="46166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30" name="Text Box 83">
            <a:extLst>
              <a:ext uri="{FF2B5EF4-FFF2-40B4-BE49-F238E27FC236}">
                <a16:creationId xmlns:a16="http://schemas.microsoft.com/office/drawing/2014/main" id="{3A71517F-2630-E14F-B4A5-B7AD1A3332AB}"/>
              </a:ext>
            </a:extLst>
          </p:cNvPr>
          <p:cNvSpPr txBox="1">
            <a:spLocks noChangeArrowheads="1"/>
          </p:cNvSpPr>
          <p:nvPr/>
        </p:nvSpPr>
        <p:spPr bwMode="auto">
          <a:xfrm>
            <a:off x="870724" y="6212256"/>
            <a:ext cx="45657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Cost:</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faster access link (expensive!)</a:t>
            </a:r>
          </a:p>
        </p:txBody>
      </p:sp>
      <p:sp>
        <p:nvSpPr>
          <p:cNvPr id="231" name="Slide Number Placeholder 2">
            <a:extLst>
              <a:ext uri="{FF2B5EF4-FFF2-40B4-BE49-F238E27FC236}">
                <a16:creationId xmlns:a16="http://schemas.microsoft.com/office/drawing/2014/main" id="{FF0ECF32-52FF-7941-8B38-AE471D68A419}"/>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43</a:t>
            </a:fld>
            <a:endParaRPr lang="en-US" dirty="0"/>
          </a:p>
        </p:txBody>
      </p:sp>
    </p:spTree>
    <p:extLst>
      <p:ext uri="{BB962C8B-B14F-4D97-AF65-F5344CB8AC3E}">
        <p14:creationId xmlns:p14="http://schemas.microsoft.com/office/powerpoint/2010/main" val="384993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2"/>
                                        </p:tgtEl>
                                        <p:attrNameLst>
                                          <p:attrName>style.visibility</p:attrName>
                                        </p:attrNameLst>
                                      </p:cBhvr>
                                      <p:to>
                                        <p:strVal val="visible"/>
                                      </p:to>
                                    </p:set>
                                    <p:animEffect transition="in" filter="dissolve">
                                      <p:cBhvr>
                                        <p:cTn id="12" dur="500"/>
                                        <p:tgtEl>
                                          <p:spTgt spid="22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26"/>
                                        </p:tgtEl>
                                        <p:attrNameLst>
                                          <p:attrName>style.visibility</p:attrName>
                                        </p:attrNameLst>
                                      </p:cBhvr>
                                      <p:to>
                                        <p:strVal val="visible"/>
                                      </p:to>
                                    </p:set>
                                    <p:animEffect transition="in" filter="dissolve">
                                      <p:cBhvr>
                                        <p:cTn id="17" dur="500"/>
                                        <p:tgtEl>
                                          <p:spTgt spid="2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30"/>
                                        </p:tgtEl>
                                        <p:attrNameLst>
                                          <p:attrName>style.visibility</p:attrName>
                                        </p:attrNameLst>
                                      </p:cBhvr>
                                      <p:to>
                                        <p:strVal val="visible"/>
                                      </p:to>
                                    </p:set>
                                    <p:animEffect transition="in" filter="dissolve">
                                      <p:cBhvr>
                                        <p:cTn id="22"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Rectangle 4">
            <a:extLst>
              <a:ext uri="{FF2B5EF4-FFF2-40B4-BE49-F238E27FC236}">
                <a16:creationId xmlns:a16="http://schemas.microsoft.com/office/drawing/2014/main" id="{3F40E6FA-56EE-4440-AD4E-B2DDBBC696EF}"/>
              </a:ext>
            </a:extLst>
          </p:cNvPr>
          <p:cNvSpPr>
            <a:spLocks noChangeArrowheads="1"/>
          </p:cNvSpPr>
          <p:nvPr/>
        </p:nvSpPr>
        <p:spPr bwMode="auto">
          <a:xfrm>
            <a:off x="922868" y="4719957"/>
            <a:ext cx="6361287" cy="23024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marR="0" lvl="0" indent="-342900" algn="l" defTabSz="914400" rtl="0" eaLnBrk="0" fontAlgn="base" latinLnBrk="0" hangingPunct="0">
              <a:lnSpc>
                <a:spcPct val="85000"/>
              </a:lnSpc>
              <a:spcBef>
                <a:spcPct val="45000"/>
              </a:spcBef>
              <a:spcAft>
                <a:spcPct val="0"/>
              </a:spcAft>
              <a:buClr>
                <a:srgbClr val="000099"/>
              </a:buClr>
              <a:buSzPct val="65000"/>
              <a:buFont typeface="Wingdings" charset="0"/>
              <a:buNone/>
              <a:tabLst/>
              <a:defRPr/>
            </a:pPr>
            <a:r>
              <a:rPr kumimoji="0" lang="en-US" sz="24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charset="0"/>
                <a:cs typeface="Calibri" panose="020F0502020204030204" pitchFamily="34" charset="0"/>
              </a:rPr>
              <a:t>Performance:</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LAN utilization: .</a:t>
            </a:r>
            <a:r>
              <a:rPr kumimoji="0" lang="en-US" sz="2400" b="0" i="0" u="none" strike="noStrike" kern="1200" cap="none" spc="0" normalizeH="0" baseline="0" noProof="0" dirty="0">
                <a:ln>
                  <a:noFill/>
                </a:ln>
                <a:solidFill>
                  <a:srgbClr val="C00000"/>
                </a:solidFill>
                <a:effectLst/>
                <a:uLnTx/>
                <a:uFillTx/>
                <a:latin typeface="Calibri" panose="020F0502020204030204" pitchFamily="34" charset="0"/>
                <a:ea typeface="ＭＳ Ｐゴシック" charset="0"/>
                <a:cs typeface="Calibri" panose="020F0502020204030204" pitchFamily="34" charset="0"/>
              </a:rPr>
              <a:t>?</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access link utilization = </a:t>
            </a:r>
            <a:r>
              <a:rPr kumimoji="0" lang="en-US" sz="2400" b="0" i="0" u="none" strike="noStrike" kern="1200" cap="none" spc="0" normalizeH="0" baseline="0" noProof="0" dirty="0">
                <a:ln>
                  <a:noFill/>
                </a:ln>
                <a:solidFill>
                  <a:srgbClr val="C00000"/>
                </a:solidFill>
                <a:effectLst/>
                <a:uLnTx/>
                <a:uFillTx/>
                <a:latin typeface="Calibri" panose="020F0502020204030204" pitchFamily="34" charset="0"/>
                <a:ea typeface="ＭＳ Ｐゴシック" charset="0"/>
                <a:cs typeface="Calibri" panose="020F0502020204030204" pitchFamily="34" charset="0"/>
              </a:rPr>
              <a:t>?</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average end-end delay  = </a:t>
            </a:r>
            <a:r>
              <a:rPr kumimoji="0" lang="en-US" sz="2400" b="0" i="0" u="none" strike="noStrike" kern="1200" cap="none" spc="0" normalizeH="0" baseline="0" noProof="0" dirty="0">
                <a:ln>
                  <a:noFill/>
                </a:ln>
                <a:solidFill>
                  <a:srgbClr val="C00000"/>
                </a:solidFill>
                <a:effectLst/>
                <a:uLnTx/>
                <a:uFillTx/>
                <a:latin typeface="Calibri" panose="020F0502020204030204" pitchFamily="34" charset="0"/>
                <a:ea typeface="ＭＳ Ｐゴシック" charset="0"/>
                <a:cs typeface="Calibri" panose="020F0502020204030204" pitchFamily="34" charset="0"/>
              </a:rPr>
              <a:t>?</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 </a:t>
            </a:r>
          </a:p>
        </p:txBody>
      </p:sp>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400" dirty="0">
                <a:ea typeface="ＭＳ Ｐゴシック" panose="020B0600070205080204" pitchFamily="34" charset="-128"/>
              </a:rPr>
              <a:t>Option 2: install a web cache</a:t>
            </a:r>
            <a:endParaRPr lang="en-US" sz="4400" dirty="0"/>
          </a:p>
        </p:txBody>
      </p:sp>
      <p:sp>
        <p:nvSpPr>
          <p:cNvPr id="254" name="Line 2">
            <a:extLst>
              <a:ext uri="{FF2B5EF4-FFF2-40B4-BE49-F238E27FC236}">
                <a16:creationId xmlns:a16="http://schemas.microsoft.com/office/drawing/2014/main" id="{774FD470-E109-844C-8A9E-6F5E6FD1EF6D}"/>
              </a:ext>
            </a:extLst>
          </p:cNvPr>
          <p:cNvSpPr>
            <a:spLocks noChangeShapeType="1"/>
          </p:cNvSpPr>
          <p:nvPr/>
        </p:nvSpPr>
        <p:spPr bwMode="auto">
          <a:xfrm>
            <a:off x="8083455" y="2487883"/>
            <a:ext cx="285750" cy="11430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 name="Text Box 50">
            <a:extLst>
              <a:ext uri="{FF2B5EF4-FFF2-40B4-BE49-F238E27FC236}">
                <a16:creationId xmlns:a16="http://schemas.microsoft.com/office/drawing/2014/main" id="{A32DDB4D-8BE1-2B43-89DB-1EA570D47161}"/>
              </a:ext>
            </a:extLst>
          </p:cNvPr>
          <p:cNvSpPr txBox="1">
            <a:spLocks noChangeArrowheads="1"/>
          </p:cNvSpPr>
          <p:nvPr/>
        </p:nvSpPr>
        <p:spPr bwMode="auto">
          <a:xfrm>
            <a:off x="10512330" y="1902096"/>
            <a:ext cx="933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origin</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servers</a:t>
            </a:r>
          </a:p>
        </p:txBody>
      </p:sp>
      <p:sp>
        <p:nvSpPr>
          <p:cNvPr id="256" name="Line 51">
            <a:extLst>
              <a:ext uri="{FF2B5EF4-FFF2-40B4-BE49-F238E27FC236}">
                <a16:creationId xmlns:a16="http://schemas.microsoft.com/office/drawing/2014/main" id="{D0BFCD11-A1DC-B64D-A23A-23C7A76C3DB1}"/>
              </a:ext>
            </a:extLst>
          </p:cNvPr>
          <p:cNvSpPr>
            <a:spLocks noChangeShapeType="1"/>
          </p:cNvSpPr>
          <p:nvPr/>
        </p:nvSpPr>
        <p:spPr bwMode="auto">
          <a:xfrm>
            <a:off x="8893080" y="2106883"/>
            <a:ext cx="66675" cy="2762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7" name="Line 52">
            <a:extLst>
              <a:ext uri="{FF2B5EF4-FFF2-40B4-BE49-F238E27FC236}">
                <a16:creationId xmlns:a16="http://schemas.microsoft.com/office/drawing/2014/main" id="{E39DF75E-B023-5548-A7F0-9C4A8ADBD41F}"/>
              </a:ext>
            </a:extLst>
          </p:cNvPr>
          <p:cNvSpPr>
            <a:spLocks noChangeShapeType="1"/>
          </p:cNvSpPr>
          <p:nvPr/>
        </p:nvSpPr>
        <p:spPr bwMode="auto">
          <a:xfrm flipH="1">
            <a:off x="9521730" y="2144983"/>
            <a:ext cx="9525" cy="2381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8" name="Line 53">
            <a:extLst>
              <a:ext uri="{FF2B5EF4-FFF2-40B4-BE49-F238E27FC236}">
                <a16:creationId xmlns:a16="http://schemas.microsoft.com/office/drawing/2014/main" id="{E3BFB499-7F23-164F-A225-CAAA7B80074B}"/>
              </a:ext>
            </a:extLst>
          </p:cNvPr>
          <p:cNvSpPr>
            <a:spLocks noChangeShapeType="1"/>
          </p:cNvSpPr>
          <p:nvPr/>
        </p:nvSpPr>
        <p:spPr bwMode="auto">
          <a:xfrm flipH="1">
            <a:off x="9978930" y="2306908"/>
            <a:ext cx="133350" cy="20955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9" name="Line 54">
            <a:extLst>
              <a:ext uri="{FF2B5EF4-FFF2-40B4-BE49-F238E27FC236}">
                <a16:creationId xmlns:a16="http://schemas.microsoft.com/office/drawing/2014/main" id="{24D51B99-FE66-D84E-AF2C-706F58BCCC3D}"/>
              </a:ext>
            </a:extLst>
          </p:cNvPr>
          <p:cNvSpPr>
            <a:spLocks noChangeShapeType="1"/>
          </p:cNvSpPr>
          <p:nvPr/>
        </p:nvSpPr>
        <p:spPr bwMode="auto">
          <a:xfrm flipH="1" flipV="1">
            <a:off x="10140855" y="3068908"/>
            <a:ext cx="247650" cy="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0" name="Freeform 55">
            <a:extLst>
              <a:ext uri="{FF2B5EF4-FFF2-40B4-BE49-F238E27FC236}">
                <a16:creationId xmlns:a16="http://schemas.microsoft.com/office/drawing/2014/main" id="{0AF0F7C2-E293-2A4E-B4A0-9966DF5B5243}"/>
              </a:ext>
            </a:extLst>
          </p:cNvPr>
          <p:cNvSpPr>
            <a:spLocks/>
          </p:cNvSpPr>
          <p:nvPr/>
        </p:nvSpPr>
        <p:spPr bwMode="auto">
          <a:xfrm>
            <a:off x="8158067" y="2111064"/>
            <a:ext cx="2174875" cy="1581150"/>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1" name="Text Box 70">
            <a:extLst>
              <a:ext uri="{FF2B5EF4-FFF2-40B4-BE49-F238E27FC236}">
                <a16:creationId xmlns:a16="http://schemas.microsoft.com/office/drawing/2014/main" id="{6E272ACE-5938-0646-A38F-6031C9F45819}"/>
              </a:ext>
            </a:extLst>
          </p:cNvPr>
          <p:cNvSpPr txBox="1">
            <a:spLocks noChangeArrowheads="1"/>
          </p:cNvSpPr>
          <p:nvPr/>
        </p:nvSpPr>
        <p:spPr bwMode="auto">
          <a:xfrm>
            <a:off x="8874030" y="2432321"/>
            <a:ext cx="9318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public</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 Internet</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62" name="Freeform 71">
            <a:extLst>
              <a:ext uri="{FF2B5EF4-FFF2-40B4-BE49-F238E27FC236}">
                <a16:creationId xmlns:a16="http://schemas.microsoft.com/office/drawing/2014/main" id="{A7C4DEB4-E3E6-8547-B127-1273B3D3EA69}"/>
              </a:ext>
            </a:extLst>
          </p:cNvPr>
          <p:cNvSpPr>
            <a:spLocks/>
          </p:cNvSpPr>
          <p:nvPr/>
        </p:nvSpPr>
        <p:spPr bwMode="auto">
          <a:xfrm>
            <a:off x="7763006" y="4514213"/>
            <a:ext cx="2965450" cy="1390650"/>
          </a:xfrm>
          <a:custGeom>
            <a:avLst/>
            <a:gdLst>
              <a:gd name="T0" fmla="*/ 2147483647 w 1868"/>
              <a:gd name="T1" fmla="*/ 2147483647 h 876"/>
              <a:gd name="T2" fmla="*/ 2147483647 w 1868"/>
              <a:gd name="T3" fmla="*/ 2147483647 h 876"/>
              <a:gd name="T4" fmla="*/ 2147483647 w 1868"/>
              <a:gd name="T5" fmla="*/ 2147483647 h 876"/>
              <a:gd name="T6" fmla="*/ 2147483647 w 1868"/>
              <a:gd name="T7" fmla="*/ 2147483647 h 876"/>
              <a:gd name="T8" fmla="*/ 2147483647 w 1868"/>
              <a:gd name="T9" fmla="*/ 2147483647 h 876"/>
              <a:gd name="T10" fmla="*/ 2147483647 w 1868"/>
              <a:gd name="T11" fmla="*/ 2147483647 h 876"/>
              <a:gd name="T12" fmla="*/ 2147483647 w 1868"/>
              <a:gd name="T13" fmla="*/ 2147483647 h 876"/>
              <a:gd name="T14" fmla="*/ 2147483647 w 1868"/>
              <a:gd name="T15" fmla="*/ 2147483647 h 876"/>
              <a:gd name="T16" fmla="*/ 2147483647 w 1868"/>
              <a:gd name="T17" fmla="*/ 2147483647 h 876"/>
              <a:gd name="T18" fmla="*/ 2147483647 w 1868"/>
              <a:gd name="T19" fmla="*/ 2147483647 h 876"/>
              <a:gd name="T20" fmla="*/ 2147483647 w 1868"/>
              <a:gd name="T21" fmla="*/ 214748364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Line 77">
            <a:extLst>
              <a:ext uri="{FF2B5EF4-FFF2-40B4-BE49-F238E27FC236}">
                <a16:creationId xmlns:a16="http://schemas.microsoft.com/office/drawing/2014/main" id="{0E1C7AA0-FA95-B844-83B1-903DF41A68D1}"/>
              </a:ext>
            </a:extLst>
          </p:cNvPr>
          <p:cNvSpPr>
            <a:spLocks noChangeShapeType="1"/>
          </p:cNvSpPr>
          <p:nvPr/>
        </p:nvSpPr>
        <p:spPr bwMode="auto">
          <a:xfrm flipH="1">
            <a:off x="8197755" y="4780233"/>
            <a:ext cx="855662" cy="431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Line 78">
            <a:extLst>
              <a:ext uri="{FF2B5EF4-FFF2-40B4-BE49-F238E27FC236}">
                <a16:creationId xmlns:a16="http://schemas.microsoft.com/office/drawing/2014/main" id="{0173F26E-AC6F-FD4F-995F-CADED52CD421}"/>
              </a:ext>
            </a:extLst>
          </p:cNvPr>
          <p:cNvSpPr>
            <a:spLocks noChangeShapeType="1"/>
          </p:cNvSpPr>
          <p:nvPr/>
        </p:nvSpPr>
        <p:spPr bwMode="auto">
          <a:xfrm flipH="1">
            <a:off x="8707342" y="4827858"/>
            <a:ext cx="563563" cy="3937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5" name="Line 79">
            <a:extLst>
              <a:ext uri="{FF2B5EF4-FFF2-40B4-BE49-F238E27FC236}">
                <a16:creationId xmlns:a16="http://schemas.microsoft.com/office/drawing/2014/main" id="{3CEA4312-2D22-9340-9D8D-17C8CC88AE05}"/>
              </a:ext>
            </a:extLst>
          </p:cNvPr>
          <p:cNvSpPr>
            <a:spLocks noChangeShapeType="1"/>
          </p:cNvSpPr>
          <p:nvPr/>
        </p:nvSpPr>
        <p:spPr bwMode="auto">
          <a:xfrm flipH="1">
            <a:off x="9245505" y="4834208"/>
            <a:ext cx="149225" cy="382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7" name="Line 95">
            <a:extLst>
              <a:ext uri="{FF2B5EF4-FFF2-40B4-BE49-F238E27FC236}">
                <a16:creationId xmlns:a16="http://schemas.microsoft.com/office/drawing/2014/main" id="{7E28B523-ED73-8C40-ACD2-43F86A8C48E6}"/>
              </a:ext>
            </a:extLst>
          </p:cNvPr>
          <p:cNvSpPr>
            <a:spLocks noChangeShapeType="1"/>
          </p:cNvSpPr>
          <p:nvPr/>
        </p:nvSpPr>
        <p:spPr bwMode="auto">
          <a:xfrm>
            <a:off x="9407430" y="3545158"/>
            <a:ext cx="0" cy="10620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8" name="Text Box 97">
            <a:extLst>
              <a:ext uri="{FF2B5EF4-FFF2-40B4-BE49-F238E27FC236}">
                <a16:creationId xmlns:a16="http://schemas.microsoft.com/office/drawing/2014/main" id="{C679E988-7156-B949-B8A6-F53CA81FBD00}"/>
              </a:ext>
            </a:extLst>
          </p:cNvPr>
          <p:cNvSpPr txBox="1">
            <a:spLocks noChangeArrowheads="1"/>
          </p:cNvSpPr>
          <p:nvPr/>
        </p:nvSpPr>
        <p:spPr bwMode="auto">
          <a:xfrm>
            <a:off x="7775480" y="4357958"/>
            <a:ext cx="11985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institutional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network</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69" name="Text Box 98">
            <a:extLst>
              <a:ext uri="{FF2B5EF4-FFF2-40B4-BE49-F238E27FC236}">
                <a16:creationId xmlns:a16="http://schemas.microsoft.com/office/drawing/2014/main" id="{67295E16-B892-F14C-929B-3E20FB10905C}"/>
              </a:ext>
            </a:extLst>
          </p:cNvPr>
          <p:cNvSpPr txBox="1">
            <a:spLocks noChangeArrowheads="1"/>
          </p:cNvSpPr>
          <p:nvPr/>
        </p:nvSpPr>
        <p:spPr bwMode="auto">
          <a:xfrm>
            <a:off x="9783667" y="4738958"/>
            <a:ext cx="1290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 Gbps LAN</a:t>
            </a:r>
            <a:endParaRPr kumimoji="0" lang="en-US" altLang="en-US" sz="2400" b="0" i="0" u="none" strike="noStrike" kern="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34" charset="-128"/>
              <a:cs typeface="+mn-cs"/>
            </a:endParaRPr>
          </a:p>
        </p:txBody>
      </p:sp>
      <p:sp>
        <p:nvSpPr>
          <p:cNvPr id="270" name="Text Box 99">
            <a:extLst>
              <a:ext uri="{FF2B5EF4-FFF2-40B4-BE49-F238E27FC236}">
                <a16:creationId xmlns:a16="http://schemas.microsoft.com/office/drawing/2014/main" id="{6A31B9E8-42B5-DA4F-BEEB-38A1A2168C47}"/>
              </a:ext>
            </a:extLst>
          </p:cNvPr>
          <p:cNvSpPr txBox="1">
            <a:spLocks noChangeArrowheads="1"/>
          </p:cNvSpPr>
          <p:nvPr/>
        </p:nvSpPr>
        <p:spPr bwMode="auto">
          <a:xfrm>
            <a:off x="9409017" y="3734071"/>
            <a:ext cx="11906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1.54 Mbps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access link</a:t>
            </a:r>
            <a:endParaRPr kumimoji="0" lang="en-US" altLang="en-US" sz="2400" b="0" i="0" u="none" strike="noStrike" kern="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34" charset="-128"/>
              <a:cs typeface="+mn-cs"/>
            </a:endParaRPr>
          </a:p>
        </p:txBody>
      </p:sp>
      <p:grpSp>
        <p:nvGrpSpPr>
          <p:cNvPr id="292" name="Group 139">
            <a:extLst>
              <a:ext uri="{FF2B5EF4-FFF2-40B4-BE49-F238E27FC236}">
                <a16:creationId xmlns:a16="http://schemas.microsoft.com/office/drawing/2014/main" id="{F9E9E22C-69D8-A847-9177-B4D5A14ECA28}"/>
              </a:ext>
            </a:extLst>
          </p:cNvPr>
          <p:cNvGrpSpPr>
            <a:grpSpLocks/>
          </p:cNvGrpSpPr>
          <p:nvPr/>
        </p:nvGrpSpPr>
        <p:grpSpPr bwMode="auto">
          <a:xfrm>
            <a:off x="7735792" y="2035446"/>
            <a:ext cx="377825" cy="576262"/>
            <a:chOff x="4140" y="429"/>
            <a:chExt cx="1425" cy="2396"/>
          </a:xfrm>
        </p:grpSpPr>
        <p:sp>
          <p:nvSpPr>
            <p:cNvPr id="293" name="Freeform 140">
              <a:extLst>
                <a:ext uri="{FF2B5EF4-FFF2-40B4-BE49-F238E27FC236}">
                  <a16:creationId xmlns:a16="http://schemas.microsoft.com/office/drawing/2014/main" id="{86EDF6AA-4B2E-6342-9BFA-CFF30B1C2908}"/>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Rectangle 141">
              <a:extLst>
                <a:ext uri="{FF2B5EF4-FFF2-40B4-BE49-F238E27FC236}">
                  <a16:creationId xmlns:a16="http://schemas.microsoft.com/office/drawing/2014/main" id="{6B9D834D-0DEE-9248-AD7A-C2D336AEBD50}"/>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Freeform 142">
              <a:extLst>
                <a:ext uri="{FF2B5EF4-FFF2-40B4-BE49-F238E27FC236}">
                  <a16:creationId xmlns:a16="http://schemas.microsoft.com/office/drawing/2014/main" id="{29245DF3-F7D6-B840-B253-23D4A8D2C197}"/>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Freeform 143">
              <a:extLst>
                <a:ext uri="{FF2B5EF4-FFF2-40B4-BE49-F238E27FC236}">
                  <a16:creationId xmlns:a16="http://schemas.microsoft.com/office/drawing/2014/main" id="{B747AC17-9BF4-BB41-A5DA-D229A9BA1A64}"/>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Rectangle 144">
              <a:extLst>
                <a:ext uri="{FF2B5EF4-FFF2-40B4-BE49-F238E27FC236}">
                  <a16:creationId xmlns:a16="http://schemas.microsoft.com/office/drawing/2014/main" id="{1B65D50E-A82B-7347-A7F6-556D3939DD4B}"/>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98" name="Group 145">
              <a:extLst>
                <a:ext uri="{FF2B5EF4-FFF2-40B4-BE49-F238E27FC236}">
                  <a16:creationId xmlns:a16="http://schemas.microsoft.com/office/drawing/2014/main" id="{E47B5BD8-DFF7-9441-92CB-80BB05AB6451}"/>
                </a:ext>
              </a:extLst>
            </p:cNvPr>
            <p:cNvGrpSpPr>
              <a:grpSpLocks/>
            </p:cNvGrpSpPr>
            <p:nvPr/>
          </p:nvGrpSpPr>
          <p:grpSpPr bwMode="auto">
            <a:xfrm>
              <a:off x="4749" y="668"/>
              <a:ext cx="581" cy="145"/>
              <a:chOff x="614" y="2568"/>
              <a:chExt cx="725" cy="139"/>
            </a:xfrm>
          </p:grpSpPr>
          <p:sp>
            <p:nvSpPr>
              <p:cNvPr id="323" name="AutoShape 146">
                <a:extLst>
                  <a:ext uri="{FF2B5EF4-FFF2-40B4-BE49-F238E27FC236}">
                    <a16:creationId xmlns:a16="http://schemas.microsoft.com/office/drawing/2014/main" id="{B75BF63D-E7E0-6640-A10B-E09175442A77}"/>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AutoShape 147">
                <a:extLst>
                  <a:ext uri="{FF2B5EF4-FFF2-40B4-BE49-F238E27FC236}">
                    <a16:creationId xmlns:a16="http://schemas.microsoft.com/office/drawing/2014/main" id="{074358F6-E1DA-D042-B053-9C4C54023FE2}"/>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99" name="Rectangle 148">
              <a:extLst>
                <a:ext uri="{FF2B5EF4-FFF2-40B4-BE49-F238E27FC236}">
                  <a16:creationId xmlns:a16="http://schemas.microsoft.com/office/drawing/2014/main" id="{DECDE972-9E25-674C-ACC1-43F55CD92F4E}"/>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0" name="Group 149">
              <a:extLst>
                <a:ext uri="{FF2B5EF4-FFF2-40B4-BE49-F238E27FC236}">
                  <a16:creationId xmlns:a16="http://schemas.microsoft.com/office/drawing/2014/main" id="{82296A06-752A-254D-8846-4D0F3F43F261}"/>
                </a:ext>
              </a:extLst>
            </p:cNvPr>
            <p:cNvGrpSpPr>
              <a:grpSpLocks/>
            </p:cNvGrpSpPr>
            <p:nvPr/>
          </p:nvGrpSpPr>
          <p:grpSpPr bwMode="auto">
            <a:xfrm>
              <a:off x="4747" y="994"/>
              <a:ext cx="581" cy="134"/>
              <a:chOff x="614" y="2568"/>
              <a:chExt cx="725" cy="139"/>
            </a:xfrm>
          </p:grpSpPr>
          <p:sp>
            <p:nvSpPr>
              <p:cNvPr id="321" name="AutoShape 150">
                <a:extLst>
                  <a:ext uri="{FF2B5EF4-FFF2-40B4-BE49-F238E27FC236}">
                    <a16:creationId xmlns:a16="http://schemas.microsoft.com/office/drawing/2014/main" id="{F5A8BC22-523A-4147-9575-B8F7D060F116}"/>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AutoShape 151">
                <a:extLst>
                  <a:ext uri="{FF2B5EF4-FFF2-40B4-BE49-F238E27FC236}">
                    <a16:creationId xmlns:a16="http://schemas.microsoft.com/office/drawing/2014/main" id="{EAF2AC7F-A8C0-FC4F-8C37-5D458F19BF62}"/>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1" name="Rectangle 152">
              <a:extLst>
                <a:ext uri="{FF2B5EF4-FFF2-40B4-BE49-F238E27FC236}">
                  <a16:creationId xmlns:a16="http://schemas.microsoft.com/office/drawing/2014/main" id="{4F90A69C-CEC4-A24D-9C82-52BA6FC8934D}"/>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Rectangle 153">
              <a:extLst>
                <a:ext uri="{FF2B5EF4-FFF2-40B4-BE49-F238E27FC236}">
                  <a16:creationId xmlns:a16="http://schemas.microsoft.com/office/drawing/2014/main" id="{4EAFCA72-25B7-7747-916E-327595FFDBCD}"/>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3" name="Group 154">
              <a:extLst>
                <a:ext uri="{FF2B5EF4-FFF2-40B4-BE49-F238E27FC236}">
                  <a16:creationId xmlns:a16="http://schemas.microsoft.com/office/drawing/2014/main" id="{8277CD38-8B7B-9748-AD3B-10D14BC1AA1D}"/>
                </a:ext>
              </a:extLst>
            </p:cNvPr>
            <p:cNvGrpSpPr>
              <a:grpSpLocks/>
            </p:cNvGrpSpPr>
            <p:nvPr/>
          </p:nvGrpSpPr>
          <p:grpSpPr bwMode="auto">
            <a:xfrm>
              <a:off x="4735" y="1627"/>
              <a:ext cx="582" cy="151"/>
              <a:chOff x="614" y="2568"/>
              <a:chExt cx="725" cy="139"/>
            </a:xfrm>
          </p:grpSpPr>
          <p:sp>
            <p:nvSpPr>
              <p:cNvPr id="319" name="AutoShape 155">
                <a:extLst>
                  <a:ext uri="{FF2B5EF4-FFF2-40B4-BE49-F238E27FC236}">
                    <a16:creationId xmlns:a16="http://schemas.microsoft.com/office/drawing/2014/main" id="{5B02472C-767E-8C4B-A1E5-693F9C4C2A6A}"/>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AutoShape 156">
                <a:extLst>
                  <a:ext uri="{FF2B5EF4-FFF2-40B4-BE49-F238E27FC236}">
                    <a16:creationId xmlns:a16="http://schemas.microsoft.com/office/drawing/2014/main" id="{DA6E1AA2-450F-174D-A85C-5D39B60ABD9D}"/>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4" name="Freeform 157">
              <a:extLst>
                <a:ext uri="{FF2B5EF4-FFF2-40B4-BE49-F238E27FC236}">
                  <a16:creationId xmlns:a16="http://schemas.microsoft.com/office/drawing/2014/main" id="{43557BDC-C555-5040-B5DB-5D425E9BFE16}"/>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5" name="Group 158">
              <a:extLst>
                <a:ext uri="{FF2B5EF4-FFF2-40B4-BE49-F238E27FC236}">
                  <a16:creationId xmlns:a16="http://schemas.microsoft.com/office/drawing/2014/main" id="{C333E870-3BD7-C645-AAC2-98508A7E36E9}"/>
                </a:ext>
              </a:extLst>
            </p:cNvPr>
            <p:cNvGrpSpPr>
              <a:grpSpLocks/>
            </p:cNvGrpSpPr>
            <p:nvPr/>
          </p:nvGrpSpPr>
          <p:grpSpPr bwMode="auto">
            <a:xfrm>
              <a:off x="4739" y="1327"/>
              <a:ext cx="582" cy="139"/>
              <a:chOff x="614" y="2568"/>
              <a:chExt cx="725" cy="139"/>
            </a:xfrm>
          </p:grpSpPr>
          <p:sp>
            <p:nvSpPr>
              <p:cNvPr id="317" name="AutoShape 159">
                <a:extLst>
                  <a:ext uri="{FF2B5EF4-FFF2-40B4-BE49-F238E27FC236}">
                    <a16:creationId xmlns:a16="http://schemas.microsoft.com/office/drawing/2014/main" id="{EFC968C4-6392-E247-9A44-0D21D80BC1C8}"/>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8" name="AutoShape 160">
                <a:extLst>
                  <a:ext uri="{FF2B5EF4-FFF2-40B4-BE49-F238E27FC236}">
                    <a16:creationId xmlns:a16="http://schemas.microsoft.com/office/drawing/2014/main" id="{9315F821-D903-1C43-B0DF-C13E1CFC6E95}"/>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6" name="Rectangle 161">
              <a:extLst>
                <a:ext uri="{FF2B5EF4-FFF2-40B4-BE49-F238E27FC236}">
                  <a16:creationId xmlns:a16="http://schemas.microsoft.com/office/drawing/2014/main" id="{4A93E05B-231B-8F4E-AC44-1E61C8779F78}"/>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7" name="Freeform 162">
              <a:extLst>
                <a:ext uri="{FF2B5EF4-FFF2-40B4-BE49-F238E27FC236}">
                  <a16:creationId xmlns:a16="http://schemas.microsoft.com/office/drawing/2014/main" id="{A81021FA-3B4B-8540-B233-88280DF917CD}"/>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8" name="Freeform 163">
              <a:extLst>
                <a:ext uri="{FF2B5EF4-FFF2-40B4-BE49-F238E27FC236}">
                  <a16:creationId xmlns:a16="http://schemas.microsoft.com/office/drawing/2014/main" id="{B4BBCFA8-CE65-3B46-B8C0-90C8E2A9FAE4}"/>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Oval 164">
              <a:extLst>
                <a:ext uri="{FF2B5EF4-FFF2-40B4-BE49-F238E27FC236}">
                  <a16:creationId xmlns:a16="http://schemas.microsoft.com/office/drawing/2014/main" id="{5BC0A35E-B59B-2747-AF4F-E2B7BF2E9D9B}"/>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165">
              <a:extLst>
                <a:ext uri="{FF2B5EF4-FFF2-40B4-BE49-F238E27FC236}">
                  <a16:creationId xmlns:a16="http://schemas.microsoft.com/office/drawing/2014/main" id="{18C56782-0533-9C40-9224-8F36130D8884}"/>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1" name="AutoShape 166">
              <a:extLst>
                <a:ext uri="{FF2B5EF4-FFF2-40B4-BE49-F238E27FC236}">
                  <a16:creationId xmlns:a16="http://schemas.microsoft.com/office/drawing/2014/main" id="{B68A6AC7-4ED2-D44E-90B8-E63CF73BBC97}"/>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2" name="AutoShape 167">
              <a:extLst>
                <a:ext uri="{FF2B5EF4-FFF2-40B4-BE49-F238E27FC236}">
                  <a16:creationId xmlns:a16="http://schemas.microsoft.com/office/drawing/2014/main" id="{906EF179-00FE-3F4F-AD8D-E9B8F23DE35F}"/>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Oval 168">
              <a:extLst>
                <a:ext uri="{FF2B5EF4-FFF2-40B4-BE49-F238E27FC236}">
                  <a16:creationId xmlns:a16="http://schemas.microsoft.com/office/drawing/2014/main" id="{714D65B7-5EDC-2840-9C29-D308D9655A6C}"/>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Oval 169">
              <a:extLst>
                <a:ext uri="{FF2B5EF4-FFF2-40B4-BE49-F238E27FC236}">
                  <a16:creationId xmlns:a16="http://schemas.microsoft.com/office/drawing/2014/main" id="{E64A117A-C67D-AB41-A8E7-4A508BB314F3}"/>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5" name="Oval 170">
              <a:extLst>
                <a:ext uri="{FF2B5EF4-FFF2-40B4-BE49-F238E27FC236}">
                  <a16:creationId xmlns:a16="http://schemas.microsoft.com/office/drawing/2014/main" id="{C59668D3-09F9-BD44-8596-C01818912BD0}"/>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Rectangle 171">
              <a:extLst>
                <a:ext uri="{FF2B5EF4-FFF2-40B4-BE49-F238E27FC236}">
                  <a16:creationId xmlns:a16="http://schemas.microsoft.com/office/drawing/2014/main" id="{8E530C7C-3D86-3C4B-891E-CB9AC883FCB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5" name="Group 172">
            <a:extLst>
              <a:ext uri="{FF2B5EF4-FFF2-40B4-BE49-F238E27FC236}">
                <a16:creationId xmlns:a16="http://schemas.microsoft.com/office/drawing/2014/main" id="{F34C0BB9-9ECA-9B40-B10C-16DEDBDC16C3}"/>
              </a:ext>
            </a:extLst>
          </p:cNvPr>
          <p:cNvGrpSpPr>
            <a:grpSpLocks/>
          </p:cNvGrpSpPr>
          <p:nvPr/>
        </p:nvGrpSpPr>
        <p:grpSpPr bwMode="auto">
          <a:xfrm>
            <a:off x="7885017" y="5148533"/>
            <a:ext cx="525463" cy="557213"/>
            <a:chOff x="-44" y="1473"/>
            <a:chExt cx="981" cy="1105"/>
          </a:xfrm>
        </p:grpSpPr>
        <p:pic>
          <p:nvPicPr>
            <p:cNvPr id="326" name="Picture 173" descr="desktop_computer_stylized_medium">
              <a:extLst>
                <a:ext uri="{FF2B5EF4-FFF2-40B4-BE49-F238E27FC236}">
                  <a16:creationId xmlns:a16="http://schemas.microsoft.com/office/drawing/2014/main" id="{58DEA6BA-6A8A-414B-A5D1-8C42E963B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 name="Freeform 174">
              <a:extLst>
                <a:ext uri="{FF2B5EF4-FFF2-40B4-BE49-F238E27FC236}">
                  <a16:creationId xmlns:a16="http://schemas.microsoft.com/office/drawing/2014/main" id="{5636D377-DB0D-6F40-811F-10EE64604D69}"/>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8" name="Group 175">
            <a:extLst>
              <a:ext uri="{FF2B5EF4-FFF2-40B4-BE49-F238E27FC236}">
                <a16:creationId xmlns:a16="http://schemas.microsoft.com/office/drawing/2014/main" id="{7306AC90-5B34-3F4E-B626-0E34022A31C8}"/>
              </a:ext>
            </a:extLst>
          </p:cNvPr>
          <p:cNvGrpSpPr>
            <a:grpSpLocks/>
          </p:cNvGrpSpPr>
          <p:nvPr/>
        </p:nvGrpSpPr>
        <p:grpSpPr bwMode="auto">
          <a:xfrm>
            <a:off x="8650192" y="1557608"/>
            <a:ext cx="377825" cy="576263"/>
            <a:chOff x="4140" y="429"/>
            <a:chExt cx="1425" cy="2396"/>
          </a:xfrm>
        </p:grpSpPr>
        <p:sp>
          <p:nvSpPr>
            <p:cNvPr id="329" name="Freeform 176">
              <a:extLst>
                <a:ext uri="{FF2B5EF4-FFF2-40B4-BE49-F238E27FC236}">
                  <a16:creationId xmlns:a16="http://schemas.microsoft.com/office/drawing/2014/main" id="{F3CFDF78-3F2C-B047-99D5-2F35E0D1B496}"/>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Rectangle 177">
              <a:extLst>
                <a:ext uri="{FF2B5EF4-FFF2-40B4-BE49-F238E27FC236}">
                  <a16:creationId xmlns:a16="http://schemas.microsoft.com/office/drawing/2014/main" id="{6D671750-A74B-B64E-8E68-C40948E6DE36}"/>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178">
              <a:extLst>
                <a:ext uri="{FF2B5EF4-FFF2-40B4-BE49-F238E27FC236}">
                  <a16:creationId xmlns:a16="http://schemas.microsoft.com/office/drawing/2014/main" id="{9438FA78-1938-514C-80BF-10ED666E38FE}"/>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Freeform 179">
              <a:extLst>
                <a:ext uri="{FF2B5EF4-FFF2-40B4-BE49-F238E27FC236}">
                  <a16:creationId xmlns:a16="http://schemas.microsoft.com/office/drawing/2014/main" id="{FD23EFF2-90E8-9045-936A-06124249A5E5}"/>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80">
              <a:extLst>
                <a:ext uri="{FF2B5EF4-FFF2-40B4-BE49-F238E27FC236}">
                  <a16:creationId xmlns:a16="http://schemas.microsoft.com/office/drawing/2014/main" id="{C3C9A679-FD27-EE4A-B715-049B9DDB6300}"/>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4" name="Group 181">
              <a:extLst>
                <a:ext uri="{FF2B5EF4-FFF2-40B4-BE49-F238E27FC236}">
                  <a16:creationId xmlns:a16="http://schemas.microsoft.com/office/drawing/2014/main" id="{F5C3481D-451B-B142-A35C-15C582D38E95}"/>
                </a:ext>
              </a:extLst>
            </p:cNvPr>
            <p:cNvGrpSpPr>
              <a:grpSpLocks/>
            </p:cNvGrpSpPr>
            <p:nvPr/>
          </p:nvGrpSpPr>
          <p:grpSpPr bwMode="auto">
            <a:xfrm>
              <a:off x="4749" y="668"/>
              <a:ext cx="581" cy="145"/>
              <a:chOff x="614" y="2568"/>
              <a:chExt cx="725" cy="139"/>
            </a:xfrm>
          </p:grpSpPr>
          <p:sp>
            <p:nvSpPr>
              <p:cNvPr id="359" name="AutoShape 182">
                <a:extLst>
                  <a:ext uri="{FF2B5EF4-FFF2-40B4-BE49-F238E27FC236}">
                    <a16:creationId xmlns:a16="http://schemas.microsoft.com/office/drawing/2014/main" id="{2C243628-F48B-0247-9C77-CADC193BA25B}"/>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AutoShape 183">
                <a:extLst>
                  <a:ext uri="{FF2B5EF4-FFF2-40B4-BE49-F238E27FC236}">
                    <a16:creationId xmlns:a16="http://schemas.microsoft.com/office/drawing/2014/main" id="{C3D71DA0-C793-D949-906B-887E37FD01C9}"/>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5" name="Rectangle 184">
              <a:extLst>
                <a:ext uri="{FF2B5EF4-FFF2-40B4-BE49-F238E27FC236}">
                  <a16:creationId xmlns:a16="http://schemas.microsoft.com/office/drawing/2014/main" id="{246902F9-C4DC-454E-9DA0-3D5842DB38D7}"/>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6" name="Group 185">
              <a:extLst>
                <a:ext uri="{FF2B5EF4-FFF2-40B4-BE49-F238E27FC236}">
                  <a16:creationId xmlns:a16="http://schemas.microsoft.com/office/drawing/2014/main" id="{7667DA9A-FE8F-654A-8B9E-218AADDABF18}"/>
                </a:ext>
              </a:extLst>
            </p:cNvPr>
            <p:cNvGrpSpPr>
              <a:grpSpLocks/>
            </p:cNvGrpSpPr>
            <p:nvPr/>
          </p:nvGrpSpPr>
          <p:grpSpPr bwMode="auto">
            <a:xfrm>
              <a:off x="4747" y="994"/>
              <a:ext cx="581" cy="134"/>
              <a:chOff x="614" y="2568"/>
              <a:chExt cx="725" cy="139"/>
            </a:xfrm>
          </p:grpSpPr>
          <p:sp>
            <p:nvSpPr>
              <p:cNvPr id="357" name="AutoShape 186">
                <a:extLst>
                  <a:ext uri="{FF2B5EF4-FFF2-40B4-BE49-F238E27FC236}">
                    <a16:creationId xmlns:a16="http://schemas.microsoft.com/office/drawing/2014/main" id="{89170F11-7571-2B45-8719-95E83BC651DC}"/>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 name="AutoShape 187">
                <a:extLst>
                  <a:ext uri="{FF2B5EF4-FFF2-40B4-BE49-F238E27FC236}">
                    <a16:creationId xmlns:a16="http://schemas.microsoft.com/office/drawing/2014/main" id="{E76D6632-4213-1A4C-994D-E58521FFA452}"/>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7" name="Rectangle 188">
              <a:extLst>
                <a:ext uri="{FF2B5EF4-FFF2-40B4-BE49-F238E27FC236}">
                  <a16:creationId xmlns:a16="http://schemas.microsoft.com/office/drawing/2014/main" id="{042D5530-947C-8042-964E-981127ADCA1C}"/>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89">
              <a:extLst>
                <a:ext uri="{FF2B5EF4-FFF2-40B4-BE49-F238E27FC236}">
                  <a16:creationId xmlns:a16="http://schemas.microsoft.com/office/drawing/2014/main" id="{2F89380A-7E24-A848-A517-F0FC736922E7}"/>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9" name="Group 190">
              <a:extLst>
                <a:ext uri="{FF2B5EF4-FFF2-40B4-BE49-F238E27FC236}">
                  <a16:creationId xmlns:a16="http://schemas.microsoft.com/office/drawing/2014/main" id="{38C1848A-3B99-B348-91C8-29218555E83A}"/>
                </a:ext>
              </a:extLst>
            </p:cNvPr>
            <p:cNvGrpSpPr>
              <a:grpSpLocks/>
            </p:cNvGrpSpPr>
            <p:nvPr/>
          </p:nvGrpSpPr>
          <p:grpSpPr bwMode="auto">
            <a:xfrm>
              <a:off x="4735" y="1627"/>
              <a:ext cx="582" cy="151"/>
              <a:chOff x="614" y="2568"/>
              <a:chExt cx="725" cy="139"/>
            </a:xfrm>
          </p:grpSpPr>
          <p:sp>
            <p:nvSpPr>
              <p:cNvPr id="355" name="AutoShape 191">
                <a:extLst>
                  <a:ext uri="{FF2B5EF4-FFF2-40B4-BE49-F238E27FC236}">
                    <a16:creationId xmlns:a16="http://schemas.microsoft.com/office/drawing/2014/main" id="{676776FA-ACE8-1B44-A3F2-EE744FFE1B2F}"/>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6" name="AutoShape 192">
                <a:extLst>
                  <a:ext uri="{FF2B5EF4-FFF2-40B4-BE49-F238E27FC236}">
                    <a16:creationId xmlns:a16="http://schemas.microsoft.com/office/drawing/2014/main" id="{642A052A-BC62-D049-9EBF-AC2B9D28A87C}"/>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0" name="Freeform 193">
              <a:extLst>
                <a:ext uri="{FF2B5EF4-FFF2-40B4-BE49-F238E27FC236}">
                  <a16:creationId xmlns:a16="http://schemas.microsoft.com/office/drawing/2014/main" id="{20022731-282E-5349-BD84-5AC931894117}"/>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41" name="Group 194">
              <a:extLst>
                <a:ext uri="{FF2B5EF4-FFF2-40B4-BE49-F238E27FC236}">
                  <a16:creationId xmlns:a16="http://schemas.microsoft.com/office/drawing/2014/main" id="{C8EEA896-B8C6-834F-9741-B4BC6894041D}"/>
                </a:ext>
              </a:extLst>
            </p:cNvPr>
            <p:cNvGrpSpPr>
              <a:grpSpLocks/>
            </p:cNvGrpSpPr>
            <p:nvPr/>
          </p:nvGrpSpPr>
          <p:grpSpPr bwMode="auto">
            <a:xfrm>
              <a:off x="4739" y="1327"/>
              <a:ext cx="582" cy="139"/>
              <a:chOff x="614" y="2568"/>
              <a:chExt cx="725" cy="139"/>
            </a:xfrm>
          </p:grpSpPr>
          <p:sp>
            <p:nvSpPr>
              <p:cNvPr id="353" name="AutoShape 195">
                <a:extLst>
                  <a:ext uri="{FF2B5EF4-FFF2-40B4-BE49-F238E27FC236}">
                    <a16:creationId xmlns:a16="http://schemas.microsoft.com/office/drawing/2014/main" id="{FAEB0127-5E88-8848-A1E8-FCDC82E85BB6}"/>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AutoShape 196">
                <a:extLst>
                  <a:ext uri="{FF2B5EF4-FFF2-40B4-BE49-F238E27FC236}">
                    <a16:creationId xmlns:a16="http://schemas.microsoft.com/office/drawing/2014/main" id="{F6C14D4D-54BC-0347-8DE7-8C387B0DE5D3}"/>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2" name="Rectangle 197">
              <a:extLst>
                <a:ext uri="{FF2B5EF4-FFF2-40B4-BE49-F238E27FC236}">
                  <a16:creationId xmlns:a16="http://schemas.microsoft.com/office/drawing/2014/main" id="{DE2B5795-02B3-824F-BFB7-9E4468C2E04A}"/>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3" name="Freeform 198">
              <a:extLst>
                <a:ext uri="{FF2B5EF4-FFF2-40B4-BE49-F238E27FC236}">
                  <a16:creationId xmlns:a16="http://schemas.microsoft.com/office/drawing/2014/main" id="{30654D98-FCC5-4940-8B89-40DEC14D245E}"/>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4" name="Freeform 199">
              <a:extLst>
                <a:ext uri="{FF2B5EF4-FFF2-40B4-BE49-F238E27FC236}">
                  <a16:creationId xmlns:a16="http://schemas.microsoft.com/office/drawing/2014/main" id="{DB2F1485-9F89-A14E-B2B0-E716B66FE509}"/>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5" name="Oval 200">
              <a:extLst>
                <a:ext uri="{FF2B5EF4-FFF2-40B4-BE49-F238E27FC236}">
                  <a16:creationId xmlns:a16="http://schemas.microsoft.com/office/drawing/2014/main" id="{0913F7BB-B350-6F4C-8E3C-B4373B6BBC1E}"/>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6" name="Freeform 201">
              <a:extLst>
                <a:ext uri="{FF2B5EF4-FFF2-40B4-BE49-F238E27FC236}">
                  <a16:creationId xmlns:a16="http://schemas.microsoft.com/office/drawing/2014/main" id="{D806CA0F-D39E-1044-8994-B3481BAC561C}"/>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7" name="AutoShape 202">
              <a:extLst>
                <a:ext uri="{FF2B5EF4-FFF2-40B4-BE49-F238E27FC236}">
                  <a16:creationId xmlns:a16="http://schemas.microsoft.com/office/drawing/2014/main" id="{653E2F84-88DD-4C48-9132-5E9C22D3C500}"/>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AutoShape 203">
              <a:extLst>
                <a:ext uri="{FF2B5EF4-FFF2-40B4-BE49-F238E27FC236}">
                  <a16:creationId xmlns:a16="http://schemas.microsoft.com/office/drawing/2014/main" id="{7C1622A3-9F30-FA42-9B80-C8BB00A05B8D}"/>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9" name="Oval 204">
              <a:extLst>
                <a:ext uri="{FF2B5EF4-FFF2-40B4-BE49-F238E27FC236}">
                  <a16:creationId xmlns:a16="http://schemas.microsoft.com/office/drawing/2014/main" id="{432A4179-C51B-DE48-94FC-B7412F4DD34C}"/>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Oval 205">
              <a:extLst>
                <a:ext uri="{FF2B5EF4-FFF2-40B4-BE49-F238E27FC236}">
                  <a16:creationId xmlns:a16="http://schemas.microsoft.com/office/drawing/2014/main" id="{9EF71E96-D069-134D-9318-D85F7FF2C50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51" name="Oval 206">
              <a:extLst>
                <a:ext uri="{FF2B5EF4-FFF2-40B4-BE49-F238E27FC236}">
                  <a16:creationId xmlns:a16="http://schemas.microsoft.com/office/drawing/2014/main" id="{3E78A6EB-9CEA-E74E-91AB-439D7171D3AA}"/>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207">
              <a:extLst>
                <a:ext uri="{FF2B5EF4-FFF2-40B4-BE49-F238E27FC236}">
                  <a16:creationId xmlns:a16="http://schemas.microsoft.com/office/drawing/2014/main" id="{1A62E052-D07D-6743-8E2D-F67E3E528E8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1" name="Group 208">
            <a:extLst>
              <a:ext uri="{FF2B5EF4-FFF2-40B4-BE49-F238E27FC236}">
                <a16:creationId xmlns:a16="http://schemas.microsoft.com/office/drawing/2014/main" id="{6A05235C-3E77-6F4F-8ADA-6D04AB8484D1}"/>
              </a:ext>
            </a:extLst>
          </p:cNvPr>
          <p:cNvGrpSpPr>
            <a:grpSpLocks/>
          </p:cNvGrpSpPr>
          <p:nvPr/>
        </p:nvGrpSpPr>
        <p:grpSpPr bwMode="auto">
          <a:xfrm>
            <a:off x="9402667" y="1589358"/>
            <a:ext cx="377825" cy="576263"/>
            <a:chOff x="4140" y="429"/>
            <a:chExt cx="1425" cy="2396"/>
          </a:xfrm>
        </p:grpSpPr>
        <p:sp>
          <p:nvSpPr>
            <p:cNvPr id="362" name="Freeform 209">
              <a:extLst>
                <a:ext uri="{FF2B5EF4-FFF2-40B4-BE49-F238E27FC236}">
                  <a16:creationId xmlns:a16="http://schemas.microsoft.com/office/drawing/2014/main" id="{D166875E-AD19-804C-965F-CDAED7A642D2}"/>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3" name="Rectangle 210">
              <a:extLst>
                <a:ext uri="{FF2B5EF4-FFF2-40B4-BE49-F238E27FC236}">
                  <a16:creationId xmlns:a16="http://schemas.microsoft.com/office/drawing/2014/main" id="{EC5E264D-98A2-B44D-B995-4CB53C25E2B4}"/>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4" name="Freeform 211">
              <a:extLst>
                <a:ext uri="{FF2B5EF4-FFF2-40B4-BE49-F238E27FC236}">
                  <a16:creationId xmlns:a16="http://schemas.microsoft.com/office/drawing/2014/main" id="{C1CF933D-FB73-3240-9F1D-5EED49E6AB45}"/>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Freeform 212">
              <a:extLst>
                <a:ext uri="{FF2B5EF4-FFF2-40B4-BE49-F238E27FC236}">
                  <a16:creationId xmlns:a16="http://schemas.microsoft.com/office/drawing/2014/main" id="{0FC67CB2-6BE1-1847-A437-D99084C5CC4E}"/>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Rectangle 213">
              <a:extLst>
                <a:ext uri="{FF2B5EF4-FFF2-40B4-BE49-F238E27FC236}">
                  <a16:creationId xmlns:a16="http://schemas.microsoft.com/office/drawing/2014/main" id="{14B7D932-BBFC-B74D-816C-440DB3FEB06E}"/>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7" name="Group 214">
              <a:extLst>
                <a:ext uri="{FF2B5EF4-FFF2-40B4-BE49-F238E27FC236}">
                  <a16:creationId xmlns:a16="http://schemas.microsoft.com/office/drawing/2014/main" id="{904783F7-C673-AC48-8DEC-45B791D2E0FD}"/>
                </a:ext>
              </a:extLst>
            </p:cNvPr>
            <p:cNvGrpSpPr>
              <a:grpSpLocks/>
            </p:cNvGrpSpPr>
            <p:nvPr/>
          </p:nvGrpSpPr>
          <p:grpSpPr bwMode="auto">
            <a:xfrm>
              <a:off x="4749" y="668"/>
              <a:ext cx="581" cy="145"/>
              <a:chOff x="614" y="2568"/>
              <a:chExt cx="725" cy="139"/>
            </a:xfrm>
          </p:grpSpPr>
          <p:sp>
            <p:nvSpPr>
              <p:cNvPr id="392" name="AutoShape 215">
                <a:extLst>
                  <a:ext uri="{FF2B5EF4-FFF2-40B4-BE49-F238E27FC236}">
                    <a16:creationId xmlns:a16="http://schemas.microsoft.com/office/drawing/2014/main" id="{259ABA3E-950D-BF40-AF00-89747854A5FD}"/>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3" name="AutoShape 216">
                <a:extLst>
                  <a:ext uri="{FF2B5EF4-FFF2-40B4-BE49-F238E27FC236}">
                    <a16:creationId xmlns:a16="http://schemas.microsoft.com/office/drawing/2014/main" id="{D537C256-5556-E84D-BFD9-801601AF6D06}"/>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68" name="Rectangle 217">
              <a:extLst>
                <a:ext uri="{FF2B5EF4-FFF2-40B4-BE49-F238E27FC236}">
                  <a16:creationId xmlns:a16="http://schemas.microsoft.com/office/drawing/2014/main" id="{6A16D193-BA00-FA4C-84D3-5F7B5C0311B4}"/>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9" name="Group 218">
              <a:extLst>
                <a:ext uri="{FF2B5EF4-FFF2-40B4-BE49-F238E27FC236}">
                  <a16:creationId xmlns:a16="http://schemas.microsoft.com/office/drawing/2014/main" id="{7151F57C-7772-D741-B346-9FD22AFEAC1C}"/>
                </a:ext>
              </a:extLst>
            </p:cNvPr>
            <p:cNvGrpSpPr>
              <a:grpSpLocks/>
            </p:cNvGrpSpPr>
            <p:nvPr/>
          </p:nvGrpSpPr>
          <p:grpSpPr bwMode="auto">
            <a:xfrm>
              <a:off x="4747" y="994"/>
              <a:ext cx="581" cy="134"/>
              <a:chOff x="614" y="2568"/>
              <a:chExt cx="725" cy="139"/>
            </a:xfrm>
          </p:grpSpPr>
          <p:sp>
            <p:nvSpPr>
              <p:cNvPr id="390" name="AutoShape 219">
                <a:extLst>
                  <a:ext uri="{FF2B5EF4-FFF2-40B4-BE49-F238E27FC236}">
                    <a16:creationId xmlns:a16="http://schemas.microsoft.com/office/drawing/2014/main" id="{28A8406C-AFA4-F94B-A2C4-E4FFB185C64F}"/>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AutoShape 220">
                <a:extLst>
                  <a:ext uri="{FF2B5EF4-FFF2-40B4-BE49-F238E27FC236}">
                    <a16:creationId xmlns:a16="http://schemas.microsoft.com/office/drawing/2014/main" id="{9A186499-2183-C24F-89D0-ACB1D39A2787}"/>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0" name="Rectangle 221">
              <a:extLst>
                <a:ext uri="{FF2B5EF4-FFF2-40B4-BE49-F238E27FC236}">
                  <a16:creationId xmlns:a16="http://schemas.microsoft.com/office/drawing/2014/main" id="{6959C99C-8685-CE45-B4A0-BEEBD9CE6FDF}"/>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Rectangle 222">
              <a:extLst>
                <a:ext uri="{FF2B5EF4-FFF2-40B4-BE49-F238E27FC236}">
                  <a16:creationId xmlns:a16="http://schemas.microsoft.com/office/drawing/2014/main" id="{0CEC0CDC-F36A-E147-800E-4BFDDC412C2D}"/>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2" name="Group 223">
              <a:extLst>
                <a:ext uri="{FF2B5EF4-FFF2-40B4-BE49-F238E27FC236}">
                  <a16:creationId xmlns:a16="http://schemas.microsoft.com/office/drawing/2014/main" id="{07BF1C14-2C6F-B94F-8289-1C37D6C61529}"/>
                </a:ext>
              </a:extLst>
            </p:cNvPr>
            <p:cNvGrpSpPr>
              <a:grpSpLocks/>
            </p:cNvGrpSpPr>
            <p:nvPr/>
          </p:nvGrpSpPr>
          <p:grpSpPr bwMode="auto">
            <a:xfrm>
              <a:off x="4735" y="1627"/>
              <a:ext cx="582" cy="151"/>
              <a:chOff x="614" y="2568"/>
              <a:chExt cx="725" cy="139"/>
            </a:xfrm>
          </p:grpSpPr>
          <p:sp>
            <p:nvSpPr>
              <p:cNvPr id="388" name="AutoShape 224">
                <a:extLst>
                  <a:ext uri="{FF2B5EF4-FFF2-40B4-BE49-F238E27FC236}">
                    <a16:creationId xmlns:a16="http://schemas.microsoft.com/office/drawing/2014/main" id="{B660D864-E6AF-2A4B-AF6E-15E67C246146}"/>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9" name="AutoShape 225">
                <a:extLst>
                  <a:ext uri="{FF2B5EF4-FFF2-40B4-BE49-F238E27FC236}">
                    <a16:creationId xmlns:a16="http://schemas.microsoft.com/office/drawing/2014/main" id="{A5592FCE-B8EB-CD42-BD69-D7E95DA3E255}"/>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3" name="Freeform 226">
              <a:extLst>
                <a:ext uri="{FF2B5EF4-FFF2-40B4-BE49-F238E27FC236}">
                  <a16:creationId xmlns:a16="http://schemas.microsoft.com/office/drawing/2014/main" id="{176C9152-AD9C-0043-999D-97BF01B75C5D}"/>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4" name="Group 227">
              <a:extLst>
                <a:ext uri="{FF2B5EF4-FFF2-40B4-BE49-F238E27FC236}">
                  <a16:creationId xmlns:a16="http://schemas.microsoft.com/office/drawing/2014/main" id="{DB7553BD-7EEF-1144-A10E-45052E753529}"/>
                </a:ext>
              </a:extLst>
            </p:cNvPr>
            <p:cNvGrpSpPr>
              <a:grpSpLocks/>
            </p:cNvGrpSpPr>
            <p:nvPr/>
          </p:nvGrpSpPr>
          <p:grpSpPr bwMode="auto">
            <a:xfrm>
              <a:off x="4739" y="1327"/>
              <a:ext cx="582" cy="139"/>
              <a:chOff x="614" y="2568"/>
              <a:chExt cx="725" cy="139"/>
            </a:xfrm>
          </p:grpSpPr>
          <p:sp>
            <p:nvSpPr>
              <p:cNvPr id="386" name="AutoShape 228">
                <a:extLst>
                  <a:ext uri="{FF2B5EF4-FFF2-40B4-BE49-F238E27FC236}">
                    <a16:creationId xmlns:a16="http://schemas.microsoft.com/office/drawing/2014/main" id="{209B423B-7C84-A444-BC5D-A11FD15670F9}"/>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7" name="AutoShape 229">
                <a:extLst>
                  <a:ext uri="{FF2B5EF4-FFF2-40B4-BE49-F238E27FC236}">
                    <a16:creationId xmlns:a16="http://schemas.microsoft.com/office/drawing/2014/main" id="{5AE73D33-B566-9A49-9DC6-C5469487BDCF}"/>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5" name="Rectangle 230">
              <a:extLst>
                <a:ext uri="{FF2B5EF4-FFF2-40B4-BE49-F238E27FC236}">
                  <a16:creationId xmlns:a16="http://schemas.microsoft.com/office/drawing/2014/main" id="{F54FB1FA-BA67-4B47-8CD0-DC612A86E69A}"/>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6" name="Freeform 231">
              <a:extLst>
                <a:ext uri="{FF2B5EF4-FFF2-40B4-BE49-F238E27FC236}">
                  <a16:creationId xmlns:a16="http://schemas.microsoft.com/office/drawing/2014/main" id="{A3240397-6B0C-654E-88F1-F3F3AD6232E7}"/>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7" name="Freeform 232">
              <a:extLst>
                <a:ext uri="{FF2B5EF4-FFF2-40B4-BE49-F238E27FC236}">
                  <a16:creationId xmlns:a16="http://schemas.microsoft.com/office/drawing/2014/main" id="{1A86C13D-4B43-504E-B61C-E2C65477525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 name="Oval 233">
              <a:extLst>
                <a:ext uri="{FF2B5EF4-FFF2-40B4-BE49-F238E27FC236}">
                  <a16:creationId xmlns:a16="http://schemas.microsoft.com/office/drawing/2014/main" id="{A925E2BE-2521-064E-94A2-F5B3CE2A61D8}"/>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9" name="Freeform 234">
              <a:extLst>
                <a:ext uri="{FF2B5EF4-FFF2-40B4-BE49-F238E27FC236}">
                  <a16:creationId xmlns:a16="http://schemas.microsoft.com/office/drawing/2014/main" id="{D0F8527B-9979-9843-B950-02EEB33AD61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0" name="AutoShape 235">
              <a:extLst>
                <a:ext uri="{FF2B5EF4-FFF2-40B4-BE49-F238E27FC236}">
                  <a16:creationId xmlns:a16="http://schemas.microsoft.com/office/drawing/2014/main" id="{01246D65-1D83-514D-96A0-3F53F7E62D09}"/>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1" name="AutoShape 236">
              <a:extLst>
                <a:ext uri="{FF2B5EF4-FFF2-40B4-BE49-F238E27FC236}">
                  <a16:creationId xmlns:a16="http://schemas.microsoft.com/office/drawing/2014/main" id="{EE09E67D-74DE-8E41-B31D-30EBA899EA8C}"/>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2" name="Oval 237">
              <a:extLst>
                <a:ext uri="{FF2B5EF4-FFF2-40B4-BE49-F238E27FC236}">
                  <a16:creationId xmlns:a16="http://schemas.microsoft.com/office/drawing/2014/main" id="{1BAA3765-A4A2-D249-B5E6-B37A650693CE}"/>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3" name="Oval 238">
              <a:extLst>
                <a:ext uri="{FF2B5EF4-FFF2-40B4-BE49-F238E27FC236}">
                  <a16:creationId xmlns:a16="http://schemas.microsoft.com/office/drawing/2014/main" id="{B5829A6B-5209-D644-82E1-A9C2A8D9A01D}"/>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84" name="Oval 239">
              <a:extLst>
                <a:ext uri="{FF2B5EF4-FFF2-40B4-BE49-F238E27FC236}">
                  <a16:creationId xmlns:a16="http://schemas.microsoft.com/office/drawing/2014/main" id="{95394ED4-DC3D-F146-9AEE-0FC4AFC88A7F}"/>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5" name="Rectangle 240">
              <a:extLst>
                <a:ext uri="{FF2B5EF4-FFF2-40B4-BE49-F238E27FC236}">
                  <a16:creationId xmlns:a16="http://schemas.microsoft.com/office/drawing/2014/main" id="{A039A534-5AD2-354C-8072-85670484B5B5}"/>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94" name="Group 241">
            <a:extLst>
              <a:ext uri="{FF2B5EF4-FFF2-40B4-BE49-F238E27FC236}">
                <a16:creationId xmlns:a16="http://schemas.microsoft.com/office/drawing/2014/main" id="{9BE96710-6956-1941-96D5-89D2082B85BD}"/>
              </a:ext>
            </a:extLst>
          </p:cNvPr>
          <p:cNvGrpSpPr>
            <a:grpSpLocks/>
          </p:cNvGrpSpPr>
          <p:nvPr/>
        </p:nvGrpSpPr>
        <p:grpSpPr bwMode="auto">
          <a:xfrm>
            <a:off x="10012267" y="1741758"/>
            <a:ext cx="377825" cy="576263"/>
            <a:chOff x="4140" y="429"/>
            <a:chExt cx="1425" cy="2396"/>
          </a:xfrm>
        </p:grpSpPr>
        <p:sp>
          <p:nvSpPr>
            <p:cNvPr id="395" name="Freeform 242">
              <a:extLst>
                <a:ext uri="{FF2B5EF4-FFF2-40B4-BE49-F238E27FC236}">
                  <a16:creationId xmlns:a16="http://schemas.microsoft.com/office/drawing/2014/main" id="{98FED06C-86AC-174D-897A-AF88782AB34D}"/>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6" name="Rectangle 243">
              <a:extLst>
                <a:ext uri="{FF2B5EF4-FFF2-40B4-BE49-F238E27FC236}">
                  <a16:creationId xmlns:a16="http://schemas.microsoft.com/office/drawing/2014/main" id="{7BCB3493-2EA3-894F-95D3-4BD9689BC0B5}"/>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7" name="Freeform 244">
              <a:extLst>
                <a:ext uri="{FF2B5EF4-FFF2-40B4-BE49-F238E27FC236}">
                  <a16:creationId xmlns:a16="http://schemas.microsoft.com/office/drawing/2014/main" id="{04E3D02B-467F-7F4F-8DC3-9D363101FB1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8" name="Freeform 245">
              <a:extLst>
                <a:ext uri="{FF2B5EF4-FFF2-40B4-BE49-F238E27FC236}">
                  <a16:creationId xmlns:a16="http://schemas.microsoft.com/office/drawing/2014/main" id="{DA94A9FA-D5B5-214A-8D37-34D4B61F600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9" name="Rectangle 246">
              <a:extLst>
                <a:ext uri="{FF2B5EF4-FFF2-40B4-BE49-F238E27FC236}">
                  <a16:creationId xmlns:a16="http://schemas.microsoft.com/office/drawing/2014/main" id="{50539DB1-8D20-F44A-8958-354C5B49CA22}"/>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0" name="Group 247">
              <a:extLst>
                <a:ext uri="{FF2B5EF4-FFF2-40B4-BE49-F238E27FC236}">
                  <a16:creationId xmlns:a16="http://schemas.microsoft.com/office/drawing/2014/main" id="{ABC4B2B5-E127-B14E-8370-5BCDD85E2944}"/>
                </a:ext>
              </a:extLst>
            </p:cNvPr>
            <p:cNvGrpSpPr>
              <a:grpSpLocks/>
            </p:cNvGrpSpPr>
            <p:nvPr/>
          </p:nvGrpSpPr>
          <p:grpSpPr bwMode="auto">
            <a:xfrm>
              <a:off x="4749" y="668"/>
              <a:ext cx="581" cy="145"/>
              <a:chOff x="614" y="2568"/>
              <a:chExt cx="725" cy="139"/>
            </a:xfrm>
          </p:grpSpPr>
          <p:sp>
            <p:nvSpPr>
              <p:cNvPr id="425" name="AutoShape 248">
                <a:extLst>
                  <a:ext uri="{FF2B5EF4-FFF2-40B4-BE49-F238E27FC236}">
                    <a16:creationId xmlns:a16="http://schemas.microsoft.com/office/drawing/2014/main" id="{2544F03E-3822-9142-840A-4600BC4923CF}"/>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6" name="AutoShape 249">
                <a:extLst>
                  <a:ext uri="{FF2B5EF4-FFF2-40B4-BE49-F238E27FC236}">
                    <a16:creationId xmlns:a16="http://schemas.microsoft.com/office/drawing/2014/main" id="{0D6C988D-2CAC-3A4A-8FAC-72B8697E7B94}"/>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1" name="Rectangle 250">
              <a:extLst>
                <a:ext uri="{FF2B5EF4-FFF2-40B4-BE49-F238E27FC236}">
                  <a16:creationId xmlns:a16="http://schemas.microsoft.com/office/drawing/2014/main" id="{FA55D5A2-C0A3-7741-814B-310A28BDD9AE}"/>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2" name="Group 251">
              <a:extLst>
                <a:ext uri="{FF2B5EF4-FFF2-40B4-BE49-F238E27FC236}">
                  <a16:creationId xmlns:a16="http://schemas.microsoft.com/office/drawing/2014/main" id="{DC8A3227-B450-FB4D-852D-DC7E66FF6603}"/>
                </a:ext>
              </a:extLst>
            </p:cNvPr>
            <p:cNvGrpSpPr>
              <a:grpSpLocks/>
            </p:cNvGrpSpPr>
            <p:nvPr/>
          </p:nvGrpSpPr>
          <p:grpSpPr bwMode="auto">
            <a:xfrm>
              <a:off x="4747" y="994"/>
              <a:ext cx="581" cy="134"/>
              <a:chOff x="614" y="2568"/>
              <a:chExt cx="725" cy="139"/>
            </a:xfrm>
          </p:grpSpPr>
          <p:sp>
            <p:nvSpPr>
              <p:cNvPr id="423" name="AutoShape 252">
                <a:extLst>
                  <a:ext uri="{FF2B5EF4-FFF2-40B4-BE49-F238E27FC236}">
                    <a16:creationId xmlns:a16="http://schemas.microsoft.com/office/drawing/2014/main" id="{07F021BE-923D-804C-AB1C-CB812D97B76C}"/>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4" name="AutoShape 253">
                <a:extLst>
                  <a:ext uri="{FF2B5EF4-FFF2-40B4-BE49-F238E27FC236}">
                    <a16:creationId xmlns:a16="http://schemas.microsoft.com/office/drawing/2014/main" id="{3A5C7537-D941-954D-9024-BF32F6D13451}"/>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3" name="Rectangle 254">
              <a:extLst>
                <a:ext uri="{FF2B5EF4-FFF2-40B4-BE49-F238E27FC236}">
                  <a16:creationId xmlns:a16="http://schemas.microsoft.com/office/drawing/2014/main" id="{855ECB0D-BAD2-724F-8296-56F037E689A6}"/>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4" name="Rectangle 255">
              <a:extLst>
                <a:ext uri="{FF2B5EF4-FFF2-40B4-BE49-F238E27FC236}">
                  <a16:creationId xmlns:a16="http://schemas.microsoft.com/office/drawing/2014/main" id="{6D021B7D-23B8-4545-B682-3F0C4BAB5EBA}"/>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5" name="Group 256">
              <a:extLst>
                <a:ext uri="{FF2B5EF4-FFF2-40B4-BE49-F238E27FC236}">
                  <a16:creationId xmlns:a16="http://schemas.microsoft.com/office/drawing/2014/main" id="{431DAF1F-4CC8-1C41-8EEC-05F7D5D789CB}"/>
                </a:ext>
              </a:extLst>
            </p:cNvPr>
            <p:cNvGrpSpPr>
              <a:grpSpLocks/>
            </p:cNvGrpSpPr>
            <p:nvPr/>
          </p:nvGrpSpPr>
          <p:grpSpPr bwMode="auto">
            <a:xfrm>
              <a:off x="4735" y="1627"/>
              <a:ext cx="582" cy="151"/>
              <a:chOff x="614" y="2568"/>
              <a:chExt cx="725" cy="139"/>
            </a:xfrm>
          </p:grpSpPr>
          <p:sp>
            <p:nvSpPr>
              <p:cNvPr id="421" name="AutoShape 257">
                <a:extLst>
                  <a:ext uri="{FF2B5EF4-FFF2-40B4-BE49-F238E27FC236}">
                    <a16:creationId xmlns:a16="http://schemas.microsoft.com/office/drawing/2014/main" id="{18C2CCBA-D707-A24B-A885-97D020E7BE08}"/>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2" name="AutoShape 258">
                <a:extLst>
                  <a:ext uri="{FF2B5EF4-FFF2-40B4-BE49-F238E27FC236}">
                    <a16:creationId xmlns:a16="http://schemas.microsoft.com/office/drawing/2014/main" id="{D7E10C1F-D1F0-7148-A44B-7FEC28811D39}"/>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6" name="Freeform 259">
              <a:extLst>
                <a:ext uri="{FF2B5EF4-FFF2-40B4-BE49-F238E27FC236}">
                  <a16:creationId xmlns:a16="http://schemas.microsoft.com/office/drawing/2014/main" id="{0365C11C-6E47-864E-8122-6C27C34F003E}"/>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7" name="Group 260">
              <a:extLst>
                <a:ext uri="{FF2B5EF4-FFF2-40B4-BE49-F238E27FC236}">
                  <a16:creationId xmlns:a16="http://schemas.microsoft.com/office/drawing/2014/main" id="{27B41BB0-4231-F248-B65A-1A45AD2C9CD7}"/>
                </a:ext>
              </a:extLst>
            </p:cNvPr>
            <p:cNvGrpSpPr>
              <a:grpSpLocks/>
            </p:cNvGrpSpPr>
            <p:nvPr/>
          </p:nvGrpSpPr>
          <p:grpSpPr bwMode="auto">
            <a:xfrm>
              <a:off x="4739" y="1327"/>
              <a:ext cx="582" cy="139"/>
              <a:chOff x="614" y="2568"/>
              <a:chExt cx="725" cy="139"/>
            </a:xfrm>
          </p:grpSpPr>
          <p:sp>
            <p:nvSpPr>
              <p:cNvPr id="419" name="AutoShape 261">
                <a:extLst>
                  <a:ext uri="{FF2B5EF4-FFF2-40B4-BE49-F238E27FC236}">
                    <a16:creationId xmlns:a16="http://schemas.microsoft.com/office/drawing/2014/main" id="{CEAEF38F-92BA-B54F-82FB-C23A106C0988}"/>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0" name="AutoShape 262">
                <a:extLst>
                  <a:ext uri="{FF2B5EF4-FFF2-40B4-BE49-F238E27FC236}">
                    <a16:creationId xmlns:a16="http://schemas.microsoft.com/office/drawing/2014/main" id="{77559B45-47D4-F047-A0E1-3FD4F77050A5}"/>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8" name="Rectangle 263">
              <a:extLst>
                <a:ext uri="{FF2B5EF4-FFF2-40B4-BE49-F238E27FC236}">
                  <a16:creationId xmlns:a16="http://schemas.microsoft.com/office/drawing/2014/main" id="{2BB4AB2F-1E19-ED46-91D0-686A5791A857}"/>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 name="Freeform 264">
              <a:extLst>
                <a:ext uri="{FF2B5EF4-FFF2-40B4-BE49-F238E27FC236}">
                  <a16:creationId xmlns:a16="http://schemas.microsoft.com/office/drawing/2014/main" id="{EFA4165B-2B89-EA44-AAFD-284DDE325634}"/>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0" name="Freeform 265">
              <a:extLst>
                <a:ext uri="{FF2B5EF4-FFF2-40B4-BE49-F238E27FC236}">
                  <a16:creationId xmlns:a16="http://schemas.microsoft.com/office/drawing/2014/main" id="{BF31806F-E19D-6643-B3AB-FCD24491260B}"/>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1" name="Oval 266">
              <a:extLst>
                <a:ext uri="{FF2B5EF4-FFF2-40B4-BE49-F238E27FC236}">
                  <a16:creationId xmlns:a16="http://schemas.microsoft.com/office/drawing/2014/main" id="{297B65E1-F9B5-1942-BAE5-456457D2ADC7}"/>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2" name="Freeform 267">
              <a:extLst>
                <a:ext uri="{FF2B5EF4-FFF2-40B4-BE49-F238E27FC236}">
                  <a16:creationId xmlns:a16="http://schemas.microsoft.com/office/drawing/2014/main" id="{D1451455-90D3-7B4E-9A6C-AC54A2B18BAA}"/>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3" name="AutoShape 268">
              <a:extLst>
                <a:ext uri="{FF2B5EF4-FFF2-40B4-BE49-F238E27FC236}">
                  <a16:creationId xmlns:a16="http://schemas.microsoft.com/office/drawing/2014/main" id="{B96820D1-74F4-9A4F-81C3-99D80AA66D04}"/>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4" name="AutoShape 269">
              <a:extLst>
                <a:ext uri="{FF2B5EF4-FFF2-40B4-BE49-F238E27FC236}">
                  <a16:creationId xmlns:a16="http://schemas.microsoft.com/office/drawing/2014/main" id="{24247BD6-F113-7F46-93F5-34E742E7FA69}"/>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5" name="Oval 270">
              <a:extLst>
                <a:ext uri="{FF2B5EF4-FFF2-40B4-BE49-F238E27FC236}">
                  <a16:creationId xmlns:a16="http://schemas.microsoft.com/office/drawing/2014/main" id="{4716773C-A574-8342-86DD-F8046121F015}"/>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6" name="Oval 271">
              <a:extLst>
                <a:ext uri="{FF2B5EF4-FFF2-40B4-BE49-F238E27FC236}">
                  <a16:creationId xmlns:a16="http://schemas.microsoft.com/office/drawing/2014/main" id="{9F959D50-71EC-0F46-8ED3-4FE4C63D6BFA}"/>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17" name="Oval 272">
              <a:extLst>
                <a:ext uri="{FF2B5EF4-FFF2-40B4-BE49-F238E27FC236}">
                  <a16:creationId xmlns:a16="http://schemas.microsoft.com/office/drawing/2014/main" id="{E6997777-676B-9145-9B53-650C5990989F}"/>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8" name="Rectangle 273">
              <a:extLst>
                <a:ext uri="{FF2B5EF4-FFF2-40B4-BE49-F238E27FC236}">
                  <a16:creationId xmlns:a16="http://schemas.microsoft.com/office/drawing/2014/main" id="{80128537-C0E9-B945-A472-82EC596F177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27" name="Group 274">
            <a:extLst>
              <a:ext uri="{FF2B5EF4-FFF2-40B4-BE49-F238E27FC236}">
                <a16:creationId xmlns:a16="http://schemas.microsoft.com/office/drawing/2014/main" id="{637BEA6D-6926-F241-A7B7-63FD120295AA}"/>
              </a:ext>
            </a:extLst>
          </p:cNvPr>
          <p:cNvGrpSpPr>
            <a:grpSpLocks/>
          </p:cNvGrpSpPr>
          <p:nvPr/>
        </p:nvGrpSpPr>
        <p:grpSpPr bwMode="auto">
          <a:xfrm>
            <a:off x="10340880" y="2687908"/>
            <a:ext cx="377825" cy="576263"/>
            <a:chOff x="4140" y="429"/>
            <a:chExt cx="1425" cy="2396"/>
          </a:xfrm>
        </p:grpSpPr>
        <p:sp>
          <p:nvSpPr>
            <p:cNvPr id="428" name="Freeform 275">
              <a:extLst>
                <a:ext uri="{FF2B5EF4-FFF2-40B4-BE49-F238E27FC236}">
                  <a16:creationId xmlns:a16="http://schemas.microsoft.com/office/drawing/2014/main" id="{B73B5122-7AC1-A541-A7CB-7C92E34FE743}"/>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9" name="Rectangle 276">
              <a:extLst>
                <a:ext uri="{FF2B5EF4-FFF2-40B4-BE49-F238E27FC236}">
                  <a16:creationId xmlns:a16="http://schemas.microsoft.com/office/drawing/2014/main" id="{618AFC31-125F-CC41-8835-357B8CF4007B}"/>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0" name="Freeform 277">
              <a:extLst>
                <a:ext uri="{FF2B5EF4-FFF2-40B4-BE49-F238E27FC236}">
                  <a16:creationId xmlns:a16="http://schemas.microsoft.com/office/drawing/2014/main" id="{BA586EC9-AFB5-864C-A8D5-50566D38218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1" name="Freeform 278">
              <a:extLst>
                <a:ext uri="{FF2B5EF4-FFF2-40B4-BE49-F238E27FC236}">
                  <a16:creationId xmlns:a16="http://schemas.microsoft.com/office/drawing/2014/main" id="{988FA82D-26DD-2446-871B-4FBCD5FE61E3}"/>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2" name="Rectangle 279">
              <a:extLst>
                <a:ext uri="{FF2B5EF4-FFF2-40B4-BE49-F238E27FC236}">
                  <a16:creationId xmlns:a16="http://schemas.microsoft.com/office/drawing/2014/main" id="{E4B9CCE7-0279-6143-BB4D-1198F3326355}"/>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3" name="Group 280">
              <a:extLst>
                <a:ext uri="{FF2B5EF4-FFF2-40B4-BE49-F238E27FC236}">
                  <a16:creationId xmlns:a16="http://schemas.microsoft.com/office/drawing/2014/main" id="{2924B866-539E-1244-B043-D51911A29528}"/>
                </a:ext>
              </a:extLst>
            </p:cNvPr>
            <p:cNvGrpSpPr>
              <a:grpSpLocks/>
            </p:cNvGrpSpPr>
            <p:nvPr/>
          </p:nvGrpSpPr>
          <p:grpSpPr bwMode="auto">
            <a:xfrm>
              <a:off x="4749" y="668"/>
              <a:ext cx="581" cy="145"/>
              <a:chOff x="614" y="2568"/>
              <a:chExt cx="725" cy="139"/>
            </a:xfrm>
          </p:grpSpPr>
          <p:sp>
            <p:nvSpPr>
              <p:cNvPr id="458" name="AutoShape 281">
                <a:extLst>
                  <a:ext uri="{FF2B5EF4-FFF2-40B4-BE49-F238E27FC236}">
                    <a16:creationId xmlns:a16="http://schemas.microsoft.com/office/drawing/2014/main" id="{BDE3646A-4204-5046-942C-15C1653380B6}"/>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9" name="AutoShape 282">
                <a:extLst>
                  <a:ext uri="{FF2B5EF4-FFF2-40B4-BE49-F238E27FC236}">
                    <a16:creationId xmlns:a16="http://schemas.microsoft.com/office/drawing/2014/main" id="{6DE9F0CF-D5ED-704E-8142-3345FC3BBC6F}"/>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4" name="Rectangle 283">
              <a:extLst>
                <a:ext uri="{FF2B5EF4-FFF2-40B4-BE49-F238E27FC236}">
                  <a16:creationId xmlns:a16="http://schemas.microsoft.com/office/drawing/2014/main" id="{657D3494-75CD-034E-9543-25692744465F}"/>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5" name="Group 284">
              <a:extLst>
                <a:ext uri="{FF2B5EF4-FFF2-40B4-BE49-F238E27FC236}">
                  <a16:creationId xmlns:a16="http://schemas.microsoft.com/office/drawing/2014/main" id="{3B21D6B8-9A13-CB4D-A567-07369736D726}"/>
                </a:ext>
              </a:extLst>
            </p:cNvPr>
            <p:cNvGrpSpPr>
              <a:grpSpLocks/>
            </p:cNvGrpSpPr>
            <p:nvPr/>
          </p:nvGrpSpPr>
          <p:grpSpPr bwMode="auto">
            <a:xfrm>
              <a:off x="4747" y="994"/>
              <a:ext cx="581" cy="134"/>
              <a:chOff x="614" y="2568"/>
              <a:chExt cx="725" cy="139"/>
            </a:xfrm>
          </p:grpSpPr>
          <p:sp>
            <p:nvSpPr>
              <p:cNvPr id="456" name="AutoShape 285">
                <a:extLst>
                  <a:ext uri="{FF2B5EF4-FFF2-40B4-BE49-F238E27FC236}">
                    <a16:creationId xmlns:a16="http://schemas.microsoft.com/office/drawing/2014/main" id="{6F0CB466-469D-3F45-BE66-39F561D60958}"/>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7" name="AutoShape 286">
                <a:extLst>
                  <a:ext uri="{FF2B5EF4-FFF2-40B4-BE49-F238E27FC236}">
                    <a16:creationId xmlns:a16="http://schemas.microsoft.com/office/drawing/2014/main" id="{29D719D4-E1C6-604A-8870-549D67683095}"/>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6" name="Rectangle 287">
              <a:extLst>
                <a:ext uri="{FF2B5EF4-FFF2-40B4-BE49-F238E27FC236}">
                  <a16:creationId xmlns:a16="http://schemas.microsoft.com/office/drawing/2014/main" id="{0D71907F-6787-7144-A19B-418733EE17E3}"/>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7" name="Rectangle 288">
              <a:extLst>
                <a:ext uri="{FF2B5EF4-FFF2-40B4-BE49-F238E27FC236}">
                  <a16:creationId xmlns:a16="http://schemas.microsoft.com/office/drawing/2014/main" id="{35AED19C-A1F1-AC46-914C-8F5D6F4BCEB8}"/>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8" name="Group 289">
              <a:extLst>
                <a:ext uri="{FF2B5EF4-FFF2-40B4-BE49-F238E27FC236}">
                  <a16:creationId xmlns:a16="http://schemas.microsoft.com/office/drawing/2014/main" id="{45D31D32-5A14-5742-954A-BA17509AC6ED}"/>
                </a:ext>
              </a:extLst>
            </p:cNvPr>
            <p:cNvGrpSpPr>
              <a:grpSpLocks/>
            </p:cNvGrpSpPr>
            <p:nvPr/>
          </p:nvGrpSpPr>
          <p:grpSpPr bwMode="auto">
            <a:xfrm>
              <a:off x="4735" y="1627"/>
              <a:ext cx="582" cy="151"/>
              <a:chOff x="614" y="2568"/>
              <a:chExt cx="725" cy="139"/>
            </a:xfrm>
          </p:grpSpPr>
          <p:sp>
            <p:nvSpPr>
              <p:cNvPr id="454" name="AutoShape 290">
                <a:extLst>
                  <a:ext uri="{FF2B5EF4-FFF2-40B4-BE49-F238E27FC236}">
                    <a16:creationId xmlns:a16="http://schemas.microsoft.com/office/drawing/2014/main" id="{FBB57FC3-B7A2-A541-9EC0-D57A59BBEF9D}"/>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AutoShape 291">
                <a:extLst>
                  <a:ext uri="{FF2B5EF4-FFF2-40B4-BE49-F238E27FC236}">
                    <a16:creationId xmlns:a16="http://schemas.microsoft.com/office/drawing/2014/main" id="{52BE3087-7497-914D-B468-02CDAA58DBD9}"/>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9" name="Freeform 292">
              <a:extLst>
                <a:ext uri="{FF2B5EF4-FFF2-40B4-BE49-F238E27FC236}">
                  <a16:creationId xmlns:a16="http://schemas.microsoft.com/office/drawing/2014/main" id="{5070ED80-559E-4540-964B-D73009E42A4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40" name="Group 293">
              <a:extLst>
                <a:ext uri="{FF2B5EF4-FFF2-40B4-BE49-F238E27FC236}">
                  <a16:creationId xmlns:a16="http://schemas.microsoft.com/office/drawing/2014/main" id="{30993F73-047D-CD47-96E3-F7599404305B}"/>
                </a:ext>
              </a:extLst>
            </p:cNvPr>
            <p:cNvGrpSpPr>
              <a:grpSpLocks/>
            </p:cNvGrpSpPr>
            <p:nvPr/>
          </p:nvGrpSpPr>
          <p:grpSpPr bwMode="auto">
            <a:xfrm>
              <a:off x="4739" y="1327"/>
              <a:ext cx="582" cy="139"/>
              <a:chOff x="614" y="2568"/>
              <a:chExt cx="725" cy="139"/>
            </a:xfrm>
          </p:grpSpPr>
          <p:sp>
            <p:nvSpPr>
              <p:cNvPr id="452" name="AutoShape 294">
                <a:extLst>
                  <a:ext uri="{FF2B5EF4-FFF2-40B4-BE49-F238E27FC236}">
                    <a16:creationId xmlns:a16="http://schemas.microsoft.com/office/drawing/2014/main" id="{F253CC19-7627-6043-A479-C0AADFD1B00A}"/>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3" name="AutoShape 295">
                <a:extLst>
                  <a:ext uri="{FF2B5EF4-FFF2-40B4-BE49-F238E27FC236}">
                    <a16:creationId xmlns:a16="http://schemas.microsoft.com/office/drawing/2014/main" id="{9818C9E1-67F5-5D42-8D8A-BFA5671949F0}"/>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1" name="Rectangle 296">
              <a:extLst>
                <a:ext uri="{FF2B5EF4-FFF2-40B4-BE49-F238E27FC236}">
                  <a16:creationId xmlns:a16="http://schemas.microsoft.com/office/drawing/2014/main" id="{D263AAA2-92D9-9A4A-9D5F-0CEC89CD02FB}"/>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2" name="Freeform 297">
              <a:extLst>
                <a:ext uri="{FF2B5EF4-FFF2-40B4-BE49-F238E27FC236}">
                  <a16:creationId xmlns:a16="http://schemas.microsoft.com/office/drawing/2014/main" id="{51AD4C3A-6939-3B47-91CC-E1A0D3A3ED25}"/>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3" name="Freeform 298">
              <a:extLst>
                <a:ext uri="{FF2B5EF4-FFF2-40B4-BE49-F238E27FC236}">
                  <a16:creationId xmlns:a16="http://schemas.microsoft.com/office/drawing/2014/main" id="{023E9D5F-D41C-8A48-B73A-4E4F43755A28}"/>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4" name="Oval 299">
              <a:extLst>
                <a:ext uri="{FF2B5EF4-FFF2-40B4-BE49-F238E27FC236}">
                  <a16:creationId xmlns:a16="http://schemas.microsoft.com/office/drawing/2014/main" id="{C4126737-BE73-B444-BC40-5B679E6E13B1}"/>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5" name="Freeform 300">
              <a:extLst>
                <a:ext uri="{FF2B5EF4-FFF2-40B4-BE49-F238E27FC236}">
                  <a16:creationId xmlns:a16="http://schemas.microsoft.com/office/drawing/2014/main" id="{567B6CFD-A1A1-094D-8F7C-5A9EF1AB027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6" name="AutoShape 301">
              <a:extLst>
                <a:ext uri="{FF2B5EF4-FFF2-40B4-BE49-F238E27FC236}">
                  <a16:creationId xmlns:a16="http://schemas.microsoft.com/office/drawing/2014/main" id="{3B7B7519-C492-8348-B873-C01A2103E47E}"/>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7" name="AutoShape 302">
              <a:extLst>
                <a:ext uri="{FF2B5EF4-FFF2-40B4-BE49-F238E27FC236}">
                  <a16:creationId xmlns:a16="http://schemas.microsoft.com/office/drawing/2014/main" id="{0AEDB1EF-7012-ED44-8FBC-F1B714A63DD2}"/>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8" name="Oval 303">
              <a:extLst>
                <a:ext uri="{FF2B5EF4-FFF2-40B4-BE49-F238E27FC236}">
                  <a16:creationId xmlns:a16="http://schemas.microsoft.com/office/drawing/2014/main" id="{BA640DBB-C29F-A54E-BE9A-180B14269FA4}"/>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9" name="Oval 304">
              <a:extLst>
                <a:ext uri="{FF2B5EF4-FFF2-40B4-BE49-F238E27FC236}">
                  <a16:creationId xmlns:a16="http://schemas.microsoft.com/office/drawing/2014/main" id="{2F7F78D4-9C68-A84C-8801-9C057B8C145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50" name="Oval 305">
              <a:extLst>
                <a:ext uri="{FF2B5EF4-FFF2-40B4-BE49-F238E27FC236}">
                  <a16:creationId xmlns:a16="http://schemas.microsoft.com/office/drawing/2014/main" id="{3D213A7E-B9E9-694B-8ED3-47609E49D2F1}"/>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1" name="Rectangle 306">
              <a:extLst>
                <a:ext uri="{FF2B5EF4-FFF2-40B4-BE49-F238E27FC236}">
                  <a16:creationId xmlns:a16="http://schemas.microsoft.com/office/drawing/2014/main" id="{4F8B5B78-3482-8142-BC2B-1825AA302880}"/>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3" name="Group 340">
            <a:extLst>
              <a:ext uri="{FF2B5EF4-FFF2-40B4-BE49-F238E27FC236}">
                <a16:creationId xmlns:a16="http://schemas.microsoft.com/office/drawing/2014/main" id="{3B951C82-D444-224D-9348-99C19D9166DC}"/>
              </a:ext>
            </a:extLst>
          </p:cNvPr>
          <p:cNvGrpSpPr>
            <a:grpSpLocks/>
          </p:cNvGrpSpPr>
          <p:nvPr/>
        </p:nvGrpSpPr>
        <p:grpSpPr bwMode="auto">
          <a:xfrm>
            <a:off x="8396192" y="5170758"/>
            <a:ext cx="525463" cy="557213"/>
            <a:chOff x="-44" y="1473"/>
            <a:chExt cx="981" cy="1105"/>
          </a:xfrm>
        </p:grpSpPr>
        <p:pic>
          <p:nvPicPr>
            <p:cNvPr id="494" name="Picture 341" descr="desktop_computer_stylized_medium">
              <a:extLst>
                <a:ext uri="{FF2B5EF4-FFF2-40B4-BE49-F238E27FC236}">
                  <a16:creationId xmlns:a16="http://schemas.microsoft.com/office/drawing/2014/main" id="{A2EB07C0-0A48-8944-B12C-316C163FF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 name="Freeform 342">
              <a:extLst>
                <a:ext uri="{FF2B5EF4-FFF2-40B4-BE49-F238E27FC236}">
                  <a16:creationId xmlns:a16="http://schemas.microsoft.com/office/drawing/2014/main" id="{2E93558C-0361-464A-9337-3AA86EC1D4B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6" name="Group 343">
            <a:extLst>
              <a:ext uri="{FF2B5EF4-FFF2-40B4-BE49-F238E27FC236}">
                <a16:creationId xmlns:a16="http://schemas.microsoft.com/office/drawing/2014/main" id="{B96E9301-59D5-4D4B-95C3-D8F5D00E370A}"/>
              </a:ext>
            </a:extLst>
          </p:cNvPr>
          <p:cNvGrpSpPr>
            <a:grpSpLocks/>
          </p:cNvGrpSpPr>
          <p:nvPr/>
        </p:nvGrpSpPr>
        <p:grpSpPr bwMode="auto">
          <a:xfrm>
            <a:off x="8920067" y="5159646"/>
            <a:ext cx="525463" cy="557212"/>
            <a:chOff x="-44" y="1473"/>
            <a:chExt cx="981" cy="1105"/>
          </a:xfrm>
        </p:grpSpPr>
        <p:pic>
          <p:nvPicPr>
            <p:cNvPr id="497" name="Picture 344" descr="desktop_computer_stylized_medium">
              <a:extLst>
                <a:ext uri="{FF2B5EF4-FFF2-40B4-BE49-F238E27FC236}">
                  <a16:creationId xmlns:a16="http://schemas.microsoft.com/office/drawing/2014/main" id="{A8402C6A-6509-0642-B84E-51B8097E1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8" name="Freeform 345">
              <a:extLst>
                <a:ext uri="{FF2B5EF4-FFF2-40B4-BE49-F238E27FC236}">
                  <a16:creationId xmlns:a16="http://schemas.microsoft.com/office/drawing/2014/main" id="{6E7E5B0F-1FE1-6A4B-BCDC-96E210FCE585}"/>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1" name="Group 520">
            <a:extLst>
              <a:ext uri="{FF2B5EF4-FFF2-40B4-BE49-F238E27FC236}">
                <a16:creationId xmlns:a16="http://schemas.microsoft.com/office/drawing/2014/main" id="{8E1A0307-E695-FC42-983B-9915B98768EC}"/>
              </a:ext>
            </a:extLst>
          </p:cNvPr>
          <p:cNvGrpSpPr/>
          <p:nvPr/>
        </p:nvGrpSpPr>
        <p:grpSpPr>
          <a:xfrm>
            <a:off x="8988913" y="3095664"/>
            <a:ext cx="889089" cy="466491"/>
            <a:chOff x="7493876" y="2774731"/>
            <a:chExt cx="1481958" cy="894622"/>
          </a:xfrm>
        </p:grpSpPr>
        <p:sp>
          <p:nvSpPr>
            <p:cNvPr id="522" name="Freeform 521">
              <a:extLst>
                <a:ext uri="{FF2B5EF4-FFF2-40B4-BE49-F238E27FC236}">
                  <a16:creationId xmlns:a16="http://schemas.microsoft.com/office/drawing/2014/main" id="{DC9856E7-1969-524C-8F21-65D77697BD0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523" name="Oval 522">
              <a:extLst>
                <a:ext uri="{FF2B5EF4-FFF2-40B4-BE49-F238E27FC236}">
                  <a16:creationId xmlns:a16="http://schemas.microsoft.com/office/drawing/2014/main" id="{FFDA8F93-2C48-6A4A-9D27-9AECFC5B94B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524" name="Group 523">
              <a:extLst>
                <a:ext uri="{FF2B5EF4-FFF2-40B4-BE49-F238E27FC236}">
                  <a16:creationId xmlns:a16="http://schemas.microsoft.com/office/drawing/2014/main" id="{C7EC4B67-EB13-E647-A5CD-E91C5D1F4094}"/>
                </a:ext>
              </a:extLst>
            </p:cNvPr>
            <p:cNvGrpSpPr/>
            <p:nvPr/>
          </p:nvGrpSpPr>
          <p:grpSpPr>
            <a:xfrm>
              <a:off x="7713663" y="2848339"/>
              <a:ext cx="1042107" cy="425543"/>
              <a:chOff x="7786941" y="2884917"/>
              <a:chExt cx="897649" cy="353919"/>
            </a:xfrm>
          </p:grpSpPr>
          <p:sp>
            <p:nvSpPr>
              <p:cNvPr id="525" name="Freeform 524">
                <a:extLst>
                  <a:ext uri="{FF2B5EF4-FFF2-40B4-BE49-F238E27FC236}">
                    <a16:creationId xmlns:a16="http://schemas.microsoft.com/office/drawing/2014/main" id="{6145C3A8-D719-B744-9DC6-51E7FB72118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6" name="Freeform 525">
                <a:extLst>
                  <a:ext uri="{FF2B5EF4-FFF2-40B4-BE49-F238E27FC236}">
                    <a16:creationId xmlns:a16="http://schemas.microsoft.com/office/drawing/2014/main" id="{92F9C394-34C8-3D42-ACE0-014520ED0D5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7" name="Freeform 526">
                <a:extLst>
                  <a:ext uri="{FF2B5EF4-FFF2-40B4-BE49-F238E27FC236}">
                    <a16:creationId xmlns:a16="http://schemas.microsoft.com/office/drawing/2014/main" id="{3E34F096-DAE4-6D4F-9026-F07CB5FB9F7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8" name="Freeform 527">
                <a:extLst>
                  <a:ext uri="{FF2B5EF4-FFF2-40B4-BE49-F238E27FC236}">
                    <a16:creationId xmlns:a16="http://schemas.microsoft.com/office/drawing/2014/main" id="{3D175E3D-A4A7-3F4E-8C6B-A59321AD72E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530" name="Rectangle 4">
            <a:extLst>
              <a:ext uri="{FF2B5EF4-FFF2-40B4-BE49-F238E27FC236}">
                <a16:creationId xmlns:a16="http://schemas.microsoft.com/office/drawing/2014/main" id="{0F198874-EC24-3849-8C53-D24368598A1C}"/>
              </a:ext>
            </a:extLst>
          </p:cNvPr>
          <p:cNvSpPr>
            <a:spLocks noChangeArrowheads="1"/>
          </p:cNvSpPr>
          <p:nvPr/>
        </p:nvSpPr>
        <p:spPr bwMode="auto">
          <a:xfrm>
            <a:off x="870724" y="1362307"/>
            <a:ext cx="6123957" cy="2519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marR="0" lvl="0" indent="-342900"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charset="0"/>
                <a:cs typeface="Calibri" panose="020F0502020204030204" pitchFamily="34" charset="0"/>
              </a:rPr>
              <a:t>Scenario:</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access link rate: 1.54 Mbps</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RTT from institutional router to server: 2 sec</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web object size: 100K bits</a:t>
            </a:r>
          </a:p>
          <a:p>
            <a:pPr marL="342900" marR="0" lvl="0"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average request rate from browsers to origin servers: 15/sec</a:t>
            </a:r>
          </a:p>
          <a:p>
            <a:pPr marL="800100" marR="0" lvl="1" indent="-342900" algn="l" defTabSz="914400" rtl="0" eaLnBrk="0" fontAlgn="base" latinLnBrk="0" hangingPunct="0">
              <a:lnSpc>
                <a:spcPct val="85000"/>
              </a:lnSpc>
              <a:spcBef>
                <a:spcPts val="4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avg data rate to browsers: 1.50 Mbps</a:t>
            </a:r>
          </a:p>
        </p:txBody>
      </p:sp>
      <p:grpSp>
        <p:nvGrpSpPr>
          <p:cNvPr id="502" name="Group 501">
            <a:extLst>
              <a:ext uri="{FF2B5EF4-FFF2-40B4-BE49-F238E27FC236}">
                <a16:creationId xmlns:a16="http://schemas.microsoft.com/office/drawing/2014/main" id="{B2C32989-94BE-1349-908C-1DF72CEEA243}"/>
              </a:ext>
            </a:extLst>
          </p:cNvPr>
          <p:cNvGrpSpPr/>
          <p:nvPr/>
        </p:nvGrpSpPr>
        <p:grpSpPr>
          <a:xfrm>
            <a:off x="8967576" y="4437217"/>
            <a:ext cx="889089" cy="466491"/>
            <a:chOff x="7493876" y="2774731"/>
            <a:chExt cx="1481958" cy="894622"/>
          </a:xfrm>
        </p:grpSpPr>
        <p:sp>
          <p:nvSpPr>
            <p:cNvPr id="511" name="Freeform 510">
              <a:extLst>
                <a:ext uri="{FF2B5EF4-FFF2-40B4-BE49-F238E27FC236}">
                  <a16:creationId xmlns:a16="http://schemas.microsoft.com/office/drawing/2014/main" id="{C2991A41-3005-6140-8488-3B5A28439BE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512" name="Oval 511">
              <a:extLst>
                <a:ext uri="{FF2B5EF4-FFF2-40B4-BE49-F238E27FC236}">
                  <a16:creationId xmlns:a16="http://schemas.microsoft.com/office/drawing/2014/main" id="{49B8AB88-8810-704D-9300-A83DE18C86C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513" name="Group 512">
              <a:extLst>
                <a:ext uri="{FF2B5EF4-FFF2-40B4-BE49-F238E27FC236}">
                  <a16:creationId xmlns:a16="http://schemas.microsoft.com/office/drawing/2014/main" id="{9DCFAF85-9D5F-BD4E-92DB-E7931A4466B4}"/>
                </a:ext>
              </a:extLst>
            </p:cNvPr>
            <p:cNvGrpSpPr/>
            <p:nvPr/>
          </p:nvGrpSpPr>
          <p:grpSpPr>
            <a:xfrm>
              <a:off x="7713663" y="2848339"/>
              <a:ext cx="1042107" cy="425543"/>
              <a:chOff x="7786941" y="2884917"/>
              <a:chExt cx="897649" cy="353919"/>
            </a:xfrm>
          </p:grpSpPr>
          <p:sp>
            <p:nvSpPr>
              <p:cNvPr id="514" name="Freeform 513">
                <a:extLst>
                  <a:ext uri="{FF2B5EF4-FFF2-40B4-BE49-F238E27FC236}">
                    <a16:creationId xmlns:a16="http://schemas.microsoft.com/office/drawing/2014/main" id="{EB001B67-F654-CF4C-934D-354F339EBA6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5" name="Freeform 514">
                <a:extLst>
                  <a:ext uri="{FF2B5EF4-FFF2-40B4-BE49-F238E27FC236}">
                    <a16:creationId xmlns:a16="http://schemas.microsoft.com/office/drawing/2014/main" id="{C0D4D273-34F9-9640-8CF6-6EF497AEF3E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6" name="Freeform 515">
                <a:extLst>
                  <a:ext uri="{FF2B5EF4-FFF2-40B4-BE49-F238E27FC236}">
                    <a16:creationId xmlns:a16="http://schemas.microsoft.com/office/drawing/2014/main" id="{14D9297A-8D94-304C-9142-46F6B69902F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7" name="Freeform 516">
                <a:extLst>
                  <a:ext uri="{FF2B5EF4-FFF2-40B4-BE49-F238E27FC236}">
                    <a16:creationId xmlns:a16="http://schemas.microsoft.com/office/drawing/2014/main" id="{18D26BD9-84B6-C74F-8936-105C5777BBC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8" name="Group 7">
            <a:extLst>
              <a:ext uri="{FF2B5EF4-FFF2-40B4-BE49-F238E27FC236}">
                <a16:creationId xmlns:a16="http://schemas.microsoft.com/office/drawing/2014/main" id="{C1B9D561-2CE1-E94C-A5B6-6D386991296C}"/>
              </a:ext>
            </a:extLst>
          </p:cNvPr>
          <p:cNvGrpSpPr/>
          <p:nvPr/>
        </p:nvGrpSpPr>
        <p:grpSpPr>
          <a:xfrm>
            <a:off x="9339961" y="4807753"/>
            <a:ext cx="811212" cy="1033463"/>
            <a:chOff x="9001301" y="5550914"/>
            <a:chExt cx="811212" cy="1033463"/>
          </a:xfrm>
        </p:grpSpPr>
        <p:sp>
          <p:nvSpPr>
            <p:cNvPr id="5" name="Oval 4">
              <a:extLst>
                <a:ext uri="{FF2B5EF4-FFF2-40B4-BE49-F238E27FC236}">
                  <a16:creationId xmlns:a16="http://schemas.microsoft.com/office/drawing/2014/main" id="{A298426B-04DE-A940-931E-BDC464270408}"/>
                </a:ext>
              </a:extLst>
            </p:cNvPr>
            <p:cNvSpPr/>
            <p:nvPr/>
          </p:nvSpPr>
          <p:spPr>
            <a:xfrm>
              <a:off x="9001301" y="5550914"/>
              <a:ext cx="811212" cy="1033463"/>
            </a:xfrm>
            <a:prstGeom prst="ellipse">
              <a:avLst/>
            </a:prstGeom>
            <a:solidFill>
              <a:srgbClr val="C0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738995C0-BBC9-804D-85E8-324290F772D6}"/>
                </a:ext>
              </a:extLst>
            </p:cNvPr>
            <p:cNvGrpSpPr/>
            <p:nvPr/>
          </p:nvGrpSpPr>
          <p:grpSpPr>
            <a:xfrm>
              <a:off x="9256094" y="5631762"/>
              <a:ext cx="377825" cy="800176"/>
              <a:chOff x="10907888" y="5189290"/>
              <a:chExt cx="377825" cy="800176"/>
            </a:xfrm>
          </p:grpSpPr>
          <p:sp>
            <p:nvSpPr>
              <p:cNvPr id="266" name="Line 80">
                <a:extLst>
                  <a:ext uri="{FF2B5EF4-FFF2-40B4-BE49-F238E27FC236}">
                    <a16:creationId xmlns:a16="http://schemas.microsoft.com/office/drawing/2014/main" id="{DC2C9F57-B9EB-1941-A689-B13B8950BD5E}"/>
                  </a:ext>
                </a:extLst>
              </p:cNvPr>
              <p:cNvSpPr>
                <a:spLocks noChangeShapeType="1"/>
              </p:cNvSpPr>
              <p:nvPr/>
            </p:nvSpPr>
            <p:spPr bwMode="auto">
              <a:xfrm>
                <a:off x="10966625" y="5189290"/>
                <a:ext cx="76200" cy="3222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60" name="Group 307">
                <a:extLst>
                  <a:ext uri="{FF2B5EF4-FFF2-40B4-BE49-F238E27FC236}">
                    <a16:creationId xmlns:a16="http://schemas.microsoft.com/office/drawing/2014/main" id="{EBBCE30B-4C00-0843-BA56-FF3F98DF9C83}"/>
                  </a:ext>
                </a:extLst>
              </p:cNvPr>
              <p:cNvGrpSpPr>
                <a:grpSpLocks/>
              </p:cNvGrpSpPr>
              <p:nvPr/>
            </p:nvGrpSpPr>
            <p:grpSpPr bwMode="auto">
              <a:xfrm>
                <a:off x="10907888" y="5413204"/>
                <a:ext cx="377825" cy="576262"/>
                <a:chOff x="4140" y="429"/>
                <a:chExt cx="1425" cy="2396"/>
              </a:xfrm>
            </p:grpSpPr>
            <p:sp>
              <p:nvSpPr>
                <p:cNvPr id="461" name="Freeform 308">
                  <a:extLst>
                    <a:ext uri="{FF2B5EF4-FFF2-40B4-BE49-F238E27FC236}">
                      <a16:creationId xmlns:a16="http://schemas.microsoft.com/office/drawing/2014/main" id="{83748550-5535-714B-A011-5732D5AB9F86}"/>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2" name="Rectangle 309">
                  <a:extLst>
                    <a:ext uri="{FF2B5EF4-FFF2-40B4-BE49-F238E27FC236}">
                      <a16:creationId xmlns:a16="http://schemas.microsoft.com/office/drawing/2014/main" id="{9EDD97E5-06A3-F844-AC12-86FF0C988996}"/>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3" name="Freeform 310">
                  <a:extLst>
                    <a:ext uri="{FF2B5EF4-FFF2-40B4-BE49-F238E27FC236}">
                      <a16:creationId xmlns:a16="http://schemas.microsoft.com/office/drawing/2014/main" id="{70945480-4E5A-4D4D-9CB5-2EE3B8B723DB}"/>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4" name="Freeform 311">
                  <a:extLst>
                    <a:ext uri="{FF2B5EF4-FFF2-40B4-BE49-F238E27FC236}">
                      <a16:creationId xmlns:a16="http://schemas.microsoft.com/office/drawing/2014/main" id="{2D50B6AC-633A-E648-9313-0B33331842D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Rectangle 312">
                  <a:extLst>
                    <a:ext uri="{FF2B5EF4-FFF2-40B4-BE49-F238E27FC236}">
                      <a16:creationId xmlns:a16="http://schemas.microsoft.com/office/drawing/2014/main" id="{47F72229-4C07-FF49-B907-A9D7C0379756}"/>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66" name="Group 313">
                  <a:extLst>
                    <a:ext uri="{FF2B5EF4-FFF2-40B4-BE49-F238E27FC236}">
                      <a16:creationId xmlns:a16="http://schemas.microsoft.com/office/drawing/2014/main" id="{A42FF10A-615B-304D-8C35-154C0E4C5787}"/>
                    </a:ext>
                  </a:extLst>
                </p:cNvPr>
                <p:cNvGrpSpPr>
                  <a:grpSpLocks/>
                </p:cNvGrpSpPr>
                <p:nvPr/>
              </p:nvGrpSpPr>
              <p:grpSpPr bwMode="auto">
                <a:xfrm>
                  <a:off x="4749" y="668"/>
                  <a:ext cx="581" cy="145"/>
                  <a:chOff x="614" y="2568"/>
                  <a:chExt cx="725" cy="139"/>
                </a:xfrm>
              </p:grpSpPr>
              <p:sp>
                <p:nvSpPr>
                  <p:cNvPr id="491" name="AutoShape 314">
                    <a:extLst>
                      <a:ext uri="{FF2B5EF4-FFF2-40B4-BE49-F238E27FC236}">
                        <a16:creationId xmlns:a16="http://schemas.microsoft.com/office/drawing/2014/main" id="{34A57301-3C4F-8449-804B-13CE58B4846F}"/>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2" name="AutoShape 315">
                    <a:extLst>
                      <a:ext uri="{FF2B5EF4-FFF2-40B4-BE49-F238E27FC236}">
                        <a16:creationId xmlns:a16="http://schemas.microsoft.com/office/drawing/2014/main" id="{9A1FA8F9-C3C6-0F4F-92B5-0F88F3CADE81}"/>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67" name="Rectangle 316">
                  <a:extLst>
                    <a:ext uri="{FF2B5EF4-FFF2-40B4-BE49-F238E27FC236}">
                      <a16:creationId xmlns:a16="http://schemas.microsoft.com/office/drawing/2014/main" id="{9C19D553-23E1-C642-BE27-380720AFE330}"/>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68" name="Group 317">
                  <a:extLst>
                    <a:ext uri="{FF2B5EF4-FFF2-40B4-BE49-F238E27FC236}">
                      <a16:creationId xmlns:a16="http://schemas.microsoft.com/office/drawing/2014/main" id="{BA84A45F-1D87-2D4A-ADC6-FBD0F07175D1}"/>
                    </a:ext>
                  </a:extLst>
                </p:cNvPr>
                <p:cNvGrpSpPr>
                  <a:grpSpLocks/>
                </p:cNvGrpSpPr>
                <p:nvPr/>
              </p:nvGrpSpPr>
              <p:grpSpPr bwMode="auto">
                <a:xfrm>
                  <a:off x="4747" y="994"/>
                  <a:ext cx="581" cy="134"/>
                  <a:chOff x="614" y="2568"/>
                  <a:chExt cx="725" cy="139"/>
                </a:xfrm>
              </p:grpSpPr>
              <p:sp>
                <p:nvSpPr>
                  <p:cNvPr id="489" name="AutoShape 318">
                    <a:extLst>
                      <a:ext uri="{FF2B5EF4-FFF2-40B4-BE49-F238E27FC236}">
                        <a16:creationId xmlns:a16="http://schemas.microsoft.com/office/drawing/2014/main" id="{9967BFD2-AF98-6C48-9664-709DAD7F645D}"/>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0" name="AutoShape 319">
                    <a:extLst>
                      <a:ext uri="{FF2B5EF4-FFF2-40B4-BE49-F238E27FC236}">
                        <a16:creationId xmlns:a16="http://schemas.microsoft.com/office/drawing/2014/main" id="{98F66D34-8A75-524A-85C0-CD7FBB230949}"/>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69" name="Rectangle 320">
                  <a:extLst>
                    <a:ext uri="{FF2B5EF4-FFF2-40B4-BE49-F238E27FC236}">
                      <a16:creationId xmlns:a16="http://schemas.microsoft.com/office/drawing/2014/main" id="{C6107AE3-3C09-A34C-964D-28157ABBDF99}"/>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Rectangle 321">
                  <a:extLst>
                    <a:ext uri="{FF2B5EF4-FFF2-40B4-BE49-F238E27FC236}">
                      <a16:creationId xmlns:a16="http://schemas.microsoft.com/office/drawing/2014/main" id="{737FBD85-26B2-914A-8B0D-606EB3EDB4CA}"/>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71" name="Group 322">
                  <a:extLst>
                    <a:ext uri="{FF2B5EF4-FFF2-40B4-BE49-F238E27FC236}">
                      <a16:creationId xmlns:a16="http://schemas.microsoft.com/office/drawing/2014/main" id="{E5A59E91-C5CD-894D-8213-3909A8CC3A4A}"/>
                    </a:ext>
                  </a:extLst>
                </p:cNvPr>
                <p:cNvGrpSpPr>
                  <a:grpSpLocks/>
                </p:cNvGrpSpPr>
                <p:nvPr/>
              </p:nvGrpSpPr>
              <p:grpSpPr bwMode="auto">
                <a:xfrm>
                  <a:off x="4735" y="1627"/>
                  <a:ext cx="582" cy="151"/>
                  <a:chOff x="614" y="2568"/>
                  <a:chExt cx="725" cy="139"/>
                </a:xfrm>
              </p:grpSpPr>
              <p:sp>
                <p:nvSpPr>
                  <p:cNvPr id="487" name="AutoShape 323">
                    <a:extLst>
                      <a:ext uri="{FF2B5EF4-FFF2-40B4-BE49-F238E27FC236}">
                        <a16:creationId xmlns:a16="http://schemas.microsoft.com/office/drawing/2014/main" id="{8962A917-2AE1-7242-B9FB-8E9263A51063}"/>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8" name="AutoShape 324">
                    <a:extLst>
                      <a:ext uri="{FF2B5EF4-FFF2-40B4-BE49-F238E27FC236}">
                        <a16:creationId xmlns:a16="http://schemas.microsoft.com/office/drawing/2014/main" id="{97C18552-37AD-CE49-8BBD-05E8608B6160}"/>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72" name="Freeform 325">
                  <a:extLst>
                    <a:ext uri="{FF2B5EF4-FFF2-40B4-BE49-F238E27FC236}">
                      <a16:creationId xmlns:a16="http://schemas.microsoft.com/office/drawing/2014/main" id="{426DAACD-E1F3-7E44-9DC7-B1A44414FA45}"/>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73" name="Group 326">
                  <a:extLst>
                    <a:ext uri="{FF2B5EF4-FFF2-40B4-BE49-F238E27FC236}">
                      <a16:creationId xmlns:a16="http://schemas.microsoft.com/office/drawing/2014/main" id="{73D89D04-968E-6442-873B-B8D1778FD278}"/>
                    </a:ext>
                  </a:extLst>
                </p:cNvPr>
                <p:cNvGrpSpPr>
                  <a:grpSpLocks/>
                </p:cNvGrpSpPr>
                <p:nvPr/>
              </p:nvGrpSpPr>
              <p:grpSpPr bwMode="auto">
                <a:xfrm>
                  <a:off x="4739" y="1327"/>
                  <a:ext cx="582" cy="139"/>
                  <a:chOff x="614" y="2568"/>
                  <a:chExt cx="725" cy="139"/>
                </a:xfrm>
              </p:grpSpPr>
              <p:sp>
                <p:nvSpPr>
                  <p:cNvPr id="485" name="AutoShape 327">
                    <a:extLst>
                      <a:ext uri="{FF2B5EF4-FFF2-40B4-BE49-F238E27FC236}">
                        <a16:creationId xmlns:a16="http://schemas.microsoft.com/office/drawing/2014/main" id="{6065DB5E-95E8-8643-B0FE-6CB09E8FDB4A}"/>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6" name="AutoShape 328">
                    <a:extLst>
                      <a:ext uri="{FF2B5EF4-FFF2-40B4-BE49-F238E27FC236}">
                        <a16:creationId xmlns:a16="http://schemas.microsoft.com/office/drawing/2014/main" id="{F973A90F-0F3C-F744-97ED-8AAC23F79D91}"/>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74" name="Rectangle 329">
                  <a:extLst>
                    <a:ext uri="{FF2B5EF4-FFF2-40B4-BE49-F238E27FC236}">
                      <a16:creationId xmlns:a16="http://schemas.microsoft.com/office/drawing/2014/main" id="{F4ADD3E7-CF4E-ED4B-B276-1E6A7B9D4116}"/>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5" name="Freeform 330">
                  <a:extLst>
                    <a:ext uri="{FF2B5EF4-FFF2-40B4-BE49-F238E27FC236}">
                      <a16:creationId xmlns:a16="http://schemas.microsoft.com/office/drawing/2014/main" id="{1CEE161A-40E6-604E-B7AD-3830C72F6660}"/>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6" name="Freeform 331">
                  <a:extLst>
                    <a:ext uri="{FF2B5EF4-FFF2-40B4-BE49-F238E27FC236}">
                      <a16:creationId xmlns:a16="http://schemas.microsoft.com/office/drawing/2014/main" id="{40DF445E-B42A-CF43-806C-B86CD001760A}"/>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7" name="Oval 332">
                  <a:extLst>
                    <a:ext uri="{FF2B5EF4-FFF2-40B4-BE49-F238E27FC236}">
                      <a16:creationId xmlns:a16="http://schemas.microsoft.com/office/drawing/2014/main" id="{4AA850BD-AD7E-884D-BB50-C36880F437D7}"/>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8" name="Freeform 333">
                  <a:extLst>
                    <a:ext uri="{FF2B5EF4-FFF2-40B4-BE49-F238E27FC236}">
                      <a16:creationId xmlns:a16="http://schemas.microsoft.com/office/drawing/2014/main" id="{04990E0C-FF14-0448-9208-F0CB93DA52DE}"/>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9" name="AutoShape 334">
                  <a:extLst>
                    <a:ext uri="{FF2B5EF4-FFF2-40B4-BE49-F238E27FC236}">
                      <a16:creationId xmlns:a16="http://schemas.microsoft.com/office/drawing/2014/main" id="{29F22CD1-333F-2444-8E27-DB06458666AB}"/>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0" name="AutoShape 335">
                  <a:extLst>
                    <a:ext uri="{FF2B5EF4-FFF2-40B4-BE49-F238E27FC236}">
                      <a16:creationId xmlns:a16="http://schemas.microsoft.com/office/drawing/2014/main" id="{9522690A-CB4D-3F4F-855E-313DECF4F185}"/>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1" name="Oval 336">
                  <a:extLst>
                    <a:ext uri="{FF2B5EF4-FFF2-40B4-BE49-F238E27FC236}">
                      <a16:creationId xmlns:a16="http://schemas.microsoft.com/office/drawing/2014/main" id="{749723D7-4892-4246-90CC-F3A241CAD008}"/>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2" name="Oval 337">
                  <a:extLst>
                    <a:ext uri="{FF2B5EF4-FFF2-40B4-BE49-F238E27FC236}">
                      <a16:creationId xmlns:a16="http://schemas.microsoft.com/office/drawing/2014/main" id="{B774EC24-F0E4-0846-B90E-1164E933243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83" name="Oval 338">
                  <a:extLst>
                    <a:ext uri="{FF2B5EF4-FFF2-40B4-BE49-F238E27FC236}">
                      <a16:creationId xmlns:a16="http://schemas.microsoft.com/office/drawing/2014/main" id="{2751493B-E933-8A4F-BE77-A10013F6A478}"/>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4" name="Rectangle 339">
                  <a:extLst>
                    <a:ext uri="{FF2B5EF4-FFF2-40B4-BE49-F238E27FC236}">
                      <a16:creationId xmlns:a16="http://schemas.microsoft.com/office/drawing/2014/main" id="{635CA67E-C290-3742-9D2C-39D9B69DB583}"/>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sp>
        <p:nvSpPr>
          <p:cNvPr id="281" name="Text Box 76">
            <a:extLst>
              <a:ext uri="{FF2B5EF4-FFF2-40B4-BE49-F238E27FC236}">
                <a16:creationId xmlns:a16="http://schemas.microsoft.com/office/drawing/2014/main" id="{3175A1F8-F48E-9749-AA0C-8A115012D296}"/>
              </a:ext>
            </a:extLst>
          </p:cNvPr>
          <p:cNvSpPr txBox="1">
            <a:spLocks noChangeArrowheads="1"/>
          </p:cNvSpPr>
          <p:nvPr/>
        </p:nvSpPr>
        <p:spPr bwMode="auto">
          <a:xfrm>
            <a:off x="4483372" y="5180762"/>
            <a:ext cx="2818464" cy="6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0000"/>
              </a:lnSpc>
              <a:spcBef>
                <a:spcPct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How to compute link </a:t>
            </a:r>
          </a:p>
          <a:p>
            <a:pPr marL="342900" marR="0" lvl="0" indent="-342900" algn="ctr" defTabSz="914400" rtl="0" eaLnBrk="1" fontAlgn="auto" latinLnBrk="0" hangingPunct="1">
              <a:lnSpc>
                <a:spcPct val="80000"/>
              </a:lnSpc>
              <a:spcBef>
                <a:spcPct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utilization, delay?</a:t>
            </a:r>
          </a:p>
        </p:txBody>
      </p:sp>
      <p:sp>
        <p:nvSpPr>
          <p:cNvPr id="282" name="Text Box 83">
            <a:extLst>
              <a:ext uri="{FF2B5EF4-FFF2-40B4-BE49-F238E27FC236}">
                <a16:creationId xmlns:a16="http://schemas.microsoft.com/office/drawing/2014/main" id="{445BA7C8-9DBB-B245-98C3-EA83E67E03F3}"/>
              </a:ext>
            </a:extLst>
          </p:cNvPr>
          <p:cNvSpPr txBox="1">
            <a:spLocks noChangeArrowheads="1"/>
          </p:cNvSpPr>
          <p:nvPr/>
        </p:nvSpPr>
        <p:spPr bwMode="auto">
          <a:xfrm>
            <a:off x="853791" y="4053039"/>
            <a:ext cx="33066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Cost:</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web cache (cheap!)</a:t>
            </a:r>
          </a:p>
        </p:txBody>
      </p:sp>
      <p:sp>
        <p:nvSpPr>
          <p:cNvPr id="251" name="Text Box 98">
            <a:extLst>
              <a:ext uri="{FF2B5EF4-FFF2-40B4-BE49-F238E27FC236}">
                <a16:creationId xmlns:a16="http://schemas.microsoft.com/office/drawing/2014/main" id="{40BB819D-0723-5748-B260-0AF0BBAC27EB}"/>
              </a:ext>
            </a:extLst>
          </p:cNvPr>
          <p:cNvSpPr txBox="1">
            <a:spLocks noChangeArrowheads="1"/>
          </p:cNvSpPr>
          <p:nvPr/>
        </p:nvSpPr>
        <p:spPr bwMode="auto">
          <a:xfrm>
            <a:off x="9443782" y="5793184"/>
            <a:ext cx="16417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local web cache</a:t>
            </a:r>
            <a:endParaRPr kumimoji="0" lang="en-US" altLang="en-US" sz="2400" b="0" i="0" u="none" strike="noStrike" kern="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endParaRPr>
          </a:p>
        </p:txBody>
      </p:sp>
      <p:sp>
        <p:nvSpPr>
          <p:cNvPr id="252" name="Slide Number Placeholder 2">
            <a:extLst>
              <a:ext uri="{FF2B5EF4-FFF2-40B4-BE49-F238E27FC236}">
                <a16:creationId xmlns:a16="http://schemas.microsoft.com/office/drawing/2014/main" id="{CD12BA19-40D2-F44B-8E23-E4E6B15A6DE1}"/>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44</a:t>
            </a:fld>
            <a:endParaRPr lang="en-US" dirty="0"/>
          </a:p>
        </p:txBody>
      </p:sp>
    </p:spTree>
    <p:extLst>
      <p:ext uri="{BB962C8B-B14F-4D97-AF65-F5344CB8AC3E}">
        <p14:creationId xmlns:p14="http://schemas.microsoft.com/office/powerpoint/2010/main" val="18071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51"/>
                                        </p:tgtEl>
                                        <p:attrNameLst>
                                          <p:attrName>style.visibility</p:attrName>
                                        </p:attrNameLst>
                                      </p:cBhvr>
                                      <p:to>
                                        <p:strVal val="visible"/>
                                      </p:to>
                                    </p:set>
                                    <p:animEffect transition="in" filter="dissolve">
                                      <p:cBhvr>
                                        <p:cTn id="10" dur="500"/>
                                        <p:tgtEl>
                                          <p:spTgt spid="251"/>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82"/>
                                        </p:tgtEl>
                                        <p:attrNameLst>
                                          <p:attrName>style.visibility</p:attrName>
                                        </p:attrNameLst>
                                      </p:cBhvr>
                                      <p:to>
                                        <p:strVal val="visible"/>
                                      </p:to>
                                    </p:set>
                                    <p:animEffect transition="in" filter="dissolve">
                                      <p:cBhvr>
                                        <p:cTn id="15" dur="500"/>
                                        <p:tgtEl>
                                          <p:spTgt spid="28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29"/>
                                        </p:tgtEl>
                                        <p:attrNameLst>
                                          <p:attrName>style.visibility</p:attrName>
                                        </p:attrNameLst>
                                      </p:cBhvr>
                                      <p:to>
                                        <p:strVal val="visible"/>
                                      </p:to>
                                    </p:set>
                                    <p:animEffect transition="in" filter="dissolve">
                                      <p:cBhvr>
                                        <p:cTn id="20" dur="500"/>
                                        <p:tgtEl>
                                          <p:spTgt spid="52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81">
                                            <p:txEl>
                                              <p:pRg st="0" end="0"/>
                                            </p:txEl>
                                          </p:spTgt>
                                        </p:tgtEl>
                                        <p:attrNameLst>
                                          <p:attrName>style.visibility</p:attrName>
                                        </p:attrNameLst>
                                      </p:cBhvr>
                                      <p:to>
                                        <p:strVal val="visible"/>
                                      </p:to>
                                    </p:set>
                                    <p:animEffect transition="in" filter="dissolve">
                                      <p:cBhvr>
                                        <p:cTn id="25" dur="500"/>
                                        <p:tgtEl>
                                          <p:spTgt spid="281">
                                            <p:txEl>
                                              <p:pRg st="0" end="0"/>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281">
                                            <p:txEl>
                                              <p:pRg st="1" end="1"/>
                                            </p:txEl>
                                          </p:spTgt>
                                        </p:tgtEl>
                                        <p:attrNameLst>
                                          <p:attrName>style.visibility</p:attrName>
                                        </p:attrNameLst>
                                      </p:cBhvr>
                                      <p:to>
                                        <p:strVal val="visible"/>
                                      </p:to>
                                    </p:set>
                                    <p:animEffect transition="in" filter="dissolve">
                                      <p:cBhvr>
                                        <p:cTn id="28" dur="500"/>
                                        <p:tgtEl>
                                          <p:spTgt spid="28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 grpId="0"/>
      <p:bldP spid="282" grpId="0"/>
      <p:bldP spid="25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fontScale="90000"/>
          </a:bodyPr>
          <a:lstStyle/>
          <a:p>
            <a:r>
              <a:rPr lang="en-US" dirty="0">
                <a:ea typeface="ＭＳ Ｐゴシック" panose="020B0600070205080204" pitchFamily="34" charset="-128"/>
              </a:rPr>
              <a:t>Calculating access link utilization, end-end delay with cache:</a:t>
            </a:r>
          </a:p>
        </p:txBody>
      </p:sp>
      <p:sp>
        <p:nvSpPr>
          <p:cNvPr id="254" name="Line 2">
            <a:extLst>
              <a:ext uri="{FF2B5EF4-FFF2-40B4-BE49-F238E27FC236}">
                <a16:creationId xmlns:a16="http://schemas.microsoft.com/office/drawing/2014/main" id="{774FD470-E109-844C-8A9E-6F5E6FD1EF6D}"/>
              </a:ext>
            </a:extLst>
          </p:cNvPr>
          <p:cNvSpPr>
            <a:spLocks noChangeShapeType="1"/>
          </p:cNvSpPr>
          <p:nvPr/>
        </p:nvSpPr>
        <p:spPr bwMode="auto">
          <a:xfrm>
            <a:off x="8083455" y="2487883"/>
            <a:ext cx="285750" cy="11430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 name="Text Box 50">
            <a:extLst>
              <a:ext uri="{FF2B5EF4-FFF2-40B4-BE49-F238E27FC236}">
                <a16:creationId xmlns:a16="http://schemas.microsoft.com/office/drawing/2014/main" id="{A32DDB4D-8BE1-2B43-89DB-1EA570D47161}"/>
              </a:ext>
            </a:extLst>
          </p:cNvPr>
          <p:cNvSpPr txBox="1">
            <a:spLocks noChangeArrowheads="1"/>
          </p:cNvSpPr>
          <p:nvPr/>
        </p:nvSpPr>
        <p:spPr bwMode="auto">
          <a:xfrm>
            <a:off x="10512330" y="1902096"/>
            <a:ext cx="933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origin</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servers</a:t>
            </a:r>
          </a:p>
        </p:txBody>
      </p:sp>
      <p:sp>
        <p:nvSpPr>
          <p:cNvPr id="256" name="Line 51">
            <a:extLst>
              <a:ext uri="{FF2B5EF4-FFF2-40B4-BE49-F238E27FC236}">
                <a16:creationId xmlns:a16="http://schemas.microsoft.com/office/drawing/2014/main" id="{D0BFCD11-A1DC-B64D-A23A-23C7A76C3DB1}"/>
              </a:ext>
            </a:extLst>
          </p:cNvPr>
          <p:cNvSpPr>
            <a:spLocks noChangeShapeType="1"/>
          </p:cNvSpPr>
          <p:nvPr/>
        </p:nvSpPr>
        <p:spPr bwMode="auto">
          <a:xfrm>
            <a:off x="8893080" y="2106883"/>
            <a:ext cx="66675" cy="2762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7" name="Line 52">
            <a:extLst>
              <a:ext uri="{FF2B5EF4-FFF2-40B4-BE49-F238E27FC236}">
                <a16:creationId xmlns:a16="http://schemas.microsoft.com/office/drawing/2014/main" id="{E39DF75E-B023-5548-A7F0-9C4A8ADBD41F}"/>
              </a:ext>
            </a:extLst>
          </p:cNvPr>
          <p:cNvSpPr>
            <a:spLocks noChangeShapeType="1"/>
          </p:cNvSpPr>
          <p:nvPr/>
        </p:nvSpPr>
        <p:spPr bwMode="auto">
          <a:xfrm flipH="1">
            <a:off x="9521730" y="2144983"/>
            <a:ext cx="9525" cy="2381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8" name="Line 53">
            <a:extLst>
              <a:ext uri="{FF2B5EF4-FFF2-40B4-BE49-F238E27FC236}">
                <a16:creationId xmlns:a16="http://schemas.microsoft.com/office/drawing/2014/main" id="{E3BFB499-7F23-164F-A225-CAAA7B80074B}"/>
              </a:ext>
            </a:extLst>
          </p:cNvPr>
          <p:cNvSpPr>
            <a:spLocks noChangeShapeType="1"/>
          </p:cNvSpPr>
          <p:nvPr/>
        </p:nvSpPr>
        <p:spPr bwMode="auto">
          <a:xfrm flipH="1">
            <a:off x="9978930" y="2306908"/>
            <a:ext cx="133350" cy="20955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9" name="Line 54">
            <a:extLst>
              <a:ext uri="{FF2B5EF4-FFF2-40B4-BE49-F238E27FC236}">
                <a16:creationId xmlns:a16="http://schemas.microsoft.com/office/drawing/2014/main" id="{24D51B99-FE66-D84E-AF2C-706F58BCCC3D}"/>
              </a:ext>
            </a:extLst>
          </p:cNvPr>
          <p:cNvSpPr>
            <a:spLocks noChangeShapeType="1"/>
          </p:cNvSpPr>
          <p:nvPr/>
        </p:nvSpPr>
        <p:spPr bwMode="auto">
          <a:xfrm flipH="1" flipV="1">
            <a:off x="10140855" y="3068908"/>
            <a:ext cx="247650" cy="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0" name="Freeform 55">
            <a:extLst>
              <a:ext uri="{FF2B5EF4-FFF2-40B4-BE49-F238E27FC236}">
                <a16:creationId xmlns:a16="http://schemas.microsoft.com/office/drawing/2014/main" id="{0AF0F7C2-E293-2A4E-B4A0-9966DF5B5243}"/>
              </a:ext>
            </a:extLst>
          </p:cNvPr>
          <p:cNvSpPr>
            <a:spLocks/>
          </p:cNvSpPr>
          <p:nvPr/>
        </p:nvSpPr>
        <p:spPr bwMode="auto">
          <a:xfrm>
            <a:off x="8158067" y="2111064"/>
            <a:ext cx="2174875" cy="1581150"/>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1" name="Text Box 70">
            <a:extLst>
              <a:ext uri="{FF2B5EF4-FFF2-40B4-BE49-F238E27FC236}">
                <a16:creationId xmlns:a16="http://schemas.microsoft.com/office/drawing/2014/main" id="{6E272ACE-5938-0646-A38F-6031C9F45819}"/>
              </a:ext>
            </a:extLst>
          </p:cNvPr>
          <p:cNvSpPr txBox="1">
            <a:spLocks noChangeArrowheads="1"/>
          </p:cNvSpPr>
          <p:nvPr/>
        </p:nvSpPr>
        <p:spPr bwMode="auto">
          <a:xfrm>
            <a:off x="8874030" y="2432321"/>
            <a:ext cx="9318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public</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 Internet</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62" name="Freeform 71">
            <a:extLst>
              <a:ext uri="{FF2B5EF4-FFF2-40B4-BE49-F238E27FC236}">
                <a16:creationId xmlns:a16="http://schemas.microsoft.com/office/drawing/2014/main" id="{A7C4DEB4-E3E6-8547-B127-1273B3D3EA69}"/>
              </a:ext>
            </a:extLst>
          </p:cNvPr>
          <p:cNvSpPr>
            <a:spLocks/>
          </p:cNvSpPr>
          <p:nvPr/>
        </p:nvSpPr>
        <p:spPr bwMode="auto">
          <a:xfrm>
            <a:off x="7748492" y="4470671"/>
            <a:ext cx="2965450" cy="1390650"/>
          </a:xfrm>
          <a:custGeom>
            <a:avLst/>
            <a:gdLst>
              <a:gd name="T0" fmla="*/ 2147483647 w 1868"/>
              <a:gd name="T1" fmla="*/ 2147483647 h 876"/>
              <a:gd name="T2" fmla="*/ 2147483647 w 1868"/>
              <a:gd name="T3" fmla="*/ 2147483647 h 876"/>
              <a:gd name="T4" fmla="*/ 2147483647 w 1868"/>
              <a:gd name="T5" fmla="*/ 2147483647 h 876"/>
              <a:gd name="T6" fmla="*/ 2147483647 w 1868"/>
              <a:gd name="T7" fmla="*/ 2147483647 h 876"/>
              <a:gd name="T8" fmla="*/ 2147483647 w 1868"/>
              <a:gd name="T9" fmla="*/ 2147483647 h 876"/>
              <a:gd name="T10" fmla="*/ 2147483647 w 1868"/>
              <a:gd name="T11" fmla="*/ 2147483647 h 876"/>
              <a:gd name="T12" fmla="*/ 2147483647 w 1868"/>
              <a:gd name="T13" fmla="*/ 2147483647 h 876"/>
              <a:gd name="T14" fmla="*/ 2147483647 w 1868"/>
              <a:gd name="T15" fmla="*/ 2147483647 h 876"/>
              <a:gd name="T16" fmla="*/ 2147483647 w 1868"/>
              <a:gd name="T17" fmla="*/ 2147483647 h 876"/>
              <a:gd name="T18" fmla="*/ 2147483647 w 1868"/>
              <a:gd name="T19" fmla="*/ 2147483647 h 876"/>
              <a:gd name="T20" fmla="*/ 2147483647 w 1868"/>
              <a:gd name="T21" fmla="*/ 214748364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Line 77">
            <a:extLst>
              <a:ext uri="{FF2B5EF4-FFF2-40B4-BE49-F238E27FC236}">
                <a16:creationId xmlns:a16="http://schemas.microsoft.com/office/drawing/2014/main" id="{0E1C7AA0-FA95-B844-83B1-903DF41A68D1}"/>
              </a:ext>
            </a:extLst>
          </p:cNvPr>
          <p:cNvSpPr>
            <a:spLocks noChangeShapeType="1"/>
          </p:cNvSpPr>
          <p:nvPr/>
        </p:nvSpPr>
        <p:spPr bwMode="auto">
          <a:xfrm flipH="1">
            <a:off x="8197755" y="4780233"/>
            <a:ext cx="855662" cy="431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Line 78">
            <a:extLst>
              <a:ext uri="{FF2B5EF4-FFF2-40B4-BE49-F238E27FC236}">
                <a16:creationId xmlns:a16="http://schemas.microsoft.com/office/drawing/2014/main" id="{0173F26E-AC6F-FD4F-995F-CADED52CD421}"/>
              </a:ext>
            </a:extLst>
          </p:cNvPr>
          <p:cNvSpPr>
            <a:spLocks noChangeShapeType="1"/>
          </p:cNvSpPr>
          <p:nvPr/>
        </p:nvSpPr>
        <p:spPr bwMode="auto">
          <a:xfrm flipH="1">
            <a:off x="8707342" y="4827858"/>
            <a:ext cx="563563" cy="3937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5" name="Line 79">
            <a:extLst>
              <a:ext uri="{FF2B5EF4-FFF2-40B4-BE49-F238E27FC236}">
                <a16:creationId xmlns:a16="http://schemas.microsoft.com/office/drawing/2014/main" id="{3CEA4312-2D22-9340-9D8D-17C8CC88AE05}"/>
              </a:ext>
            </a:extLst>
          </p:cNvPr>
          <p:cNvSpPr>
            <a:spLocks noChangeShapeType="1"/>
          </p:cNvSpPr>
          <p:nvPr/>
        </p:nvSpPr>
        <p:spPr bwMode="auto">
          <a:xfrm flipH="1">
            <a:off x="9245505" y="4834208"/>
            <a:ext cx="149225" cy="382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7" name="Line 95">
            <a:extLst>
              <a:ext uri="{FF2B5EF4-FFF2-40B4-BE49-F238E27FC236}">
                <a16:creationId xmlns:a16="http://schemas.microsoft.com/office/drawing/2014/main" id="{7E28B523-ED73-8C40-ACD2-43F86A8C48E6}"/>
              </a:ext>
            </a:extLst>
          </p:cNvPr>
          <p:cNvSpPr>
            <a:spLocks noChangeShapeType="1"/>
          </p:cNvSpPr>
          <p:nvPr/>
        </p:nvSpPr>
        <p:spPr bwMode="auto">
          <a:xfrm>
            <a:off x="9407430" y="3545158"/>
            <a:ext cx="0" cy="10620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8" name="Text Box 97">
            <a:extLst>
              <a:ext uri="{FF2B5EF4-FFF2-40B4-BE49-F238E27FC236}">
                <a16:creationId xmlns:a16="http://schemas.microsoft.com/office/drawing/2014/main" id="{C679E988-7156-B949-B8A6-F53CA81FBD00}"/>
              </a:ext>
            </a:extLst>
          </p:cNvPr>
          <p:cNvSpPr txBox="1">
            <a:spLocks noChangeArrowheads="1"/>
          </p:cNvSpPr>
          <p:nvPr/>
        </p:nvSpPr>
        <p:spPr bwMode="auto">
          <a:xfrm>
            <a:off x="7775480" y="4357958"/>
            <a:ext cx="11985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institutional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network</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69" name="Text Box 98">
            <a:extLst>
              <a:ext uri="{FF2B5EF4-FFF2-40B4-BE49-F238E27FC236}">
                <a16:creationId xmlns:a16="http://schemas.microsoft.com/office/drawing/2014/main" id="{67295E16-B892-F14C-929B-3E20FB10905C}"/>
              </a:ext>
            </a:extLst>
          </p:cNvPr>
          <p:cNvSpPr txBox="1">
            <a:spLocks noChangeArrowheads="1"/>
          </p:cNvSpPr>
          <p:nvPr/>
        </p:nvSpPr>
        <p:spPr bwMode="auto">
          <a:xfrm>
            <a:off x="9783667" y="4738958"/>
            <a:ext cx="1290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 Gbps LAN</a:t>
            </a:r>
            <a:endParaRPr kumimoji="0" lang="en-US" altLang="en-US" sz="2400" b="0" i="0" u="none" strike="noStrike" kern="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34" charset="-128"/>
              <a:cs typeface="+mn-cs"/>
            </a:endParaRPr>
          </a:p>
        </p:txBody>
      </p:sp>
      <p:sp>
        <p:nvSpPr>
          <p:cNvPr id="270" name="Text Box 99">
            <a:extLst>
              <a:ext uri="{FF2B5EF4-FFF2-40B4-BE49-F238E27FC236}">
                <a16:creationId xmlns:a16="http://schemas.microsoft.com/office/drawing/2014/main" id="{6A31B9E8-42B5-DA4F-BEEB-38A1A2168C47}"/>
              </a:ext>
            </a:extLst>
          </p:cNvPr>
          <p:cNvSpPr txBox="1">
            <a:spLocks noChangeArrowheads="1"/>
          </p:cNvSpPr>
          <p:nvPr/>
        </p:nvSpPr>
        <p:spPr bwMode="auto">
          <a:xfrm>
            <a:off x="9409017" y="3734071"/>
            <a:ext cx="11906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1.54 Mbps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access link</a:t>
            </a:r>
            <a:endParaRPr kumimoji="0" lang="en-US" altLang="en-US" sz="2400" b="0" i="0" u="none" strike="noStrike" kern="0" cap="none" spc="0" normalizeH="0" baseline="0" noProof="0" dirty="0">
              <a:ln>
                <a:noFill/>
              </a:ln>
              <a:solidFill>
                <a:srgbClr val="3333CC"/>
              </a:solidFill>
              <a:effectLst/>
              <a:uLnTx/>
              <a:uFillTx/>
              <a:latin typeface="Arial" panose="020B0604020202020204" pitchFamily="34" charset="0"/>
              <a:ea typeface="ＭＳ Ｐゴシック" panose="020B0600070205080204" pitchFamily="34" charset="-128"/>
              <a:cs typeface="+mn-cs"/>
            </a:endParaRPr>
          </a:p>
        </p:txBody>
      </p:sp>
      <p:grpSp>
        <p:nvGrpSpPr>
          <p:cNvPr id="292" name="Group 139">
            <a:extLst>
              <a:ext uri="{FF2B5EF4-FFF2-40B4-BE49-F238E27FC236}">
                <a16:creationId xmlns:a16="http://schemas.microsoft.com/office/drawing/2014/main" id="{F9E9E22C-69D8-A847-9177-B4D5A14ECA28}"/>
              </a:ext>
            </a:extLst>
          </p:cNvPr>
          <p:cNvGrpSpPr>
            <a:grpSpLocks/>
          </p:cNvGrpSpPr>
          <p:nvPr/>
        </p:nvGrpSpPr>
        <p:grpSpPr bwMode="auto">
          <a:xfrm>
            <a:off x="7735792" y="2035446"/>
            <a:ext cx="377825" cy="576262"/>
            <a:chOff x="4140" y="429"/>
            <a:chExt cx="1425" cy="2396"/>
          </a:xfrm>
        </p:grpSpPr>
        <p:sp>
          <p:nvSpPr>
            <p:cNvPr id="293" name="Freeform 140">
              <a:extLst>
                <a:ext uri="{FF2B5EF4-FFF2-40B4-BE49-F238E27FC236}">
                  <a16:creationId xmlns:a16="http://schemas.microsoft.com/office/drawing/2014/main" id="{86EDF6AA-4B2E-6342-9BFA-CFF30B1C2908}"/>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Rectangle 141">
              <a:extLst>
                <a:ext uri="{FF2B5EF4-FFF2-40B4-BE49-F238E27FC236}">
                  <a16:creationId xmlns:a16="http://schemas.microsoft.com/office/drawing/2014/main" id="{6B9D834D-0DEE-9248-AD7A-C2D336AEBD50}"/>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Freeform 142">
              <a:extLst>
                <a:ext uri="{FF2B5EF4-FFF2-40B4-BE49-F238E27FC236}">
                  <a16:creationId xmlns:a16="http://schemas.microsoft.com/office/drawing/2014/main" id="{29245DF3-F7D6-B840-B253-23D4A8D2C197}"/>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Freeform 143">
              <a:extLst>
                <a:ext uri="{FF2B5EF4-FFF2-40B4-BE49-F238E27FC236}">
                  <a16:creationId xmlns:a16="http://schemas.microsoft.com/office/drawing/2014/main" id="{B747AC17-9BF4-BB41-A5DA-D229A9BA1A64}"/>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Rectangle 144">
              <a:extLst>
                <a:ext uri="{FF2B5EF4-FFF2-40B4-BE49-F238E27FC236}">
                  <a16:creationId xmlns:a16="http://schemas.microsoft.com/office/drawing/2014/main" id="{1B65D50E-A82B-7347-A7F6-556D3939DD4B}"/>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98" name="Group 145">
              <a:extLst>
                <a:ext uri="{FF2B5EF4-FFF2-40B4-BE49-F238E27FC236}">
                  <a16:creationId xmlns:a16="http://schemas.microsoft.com/office/drawing/2014/main" id="{E47B5BD8-DFF7-9441-92CB-80BB05AB6451}"/>
                </a:ext>
              </a:extLst>
            </p:cNvPr>
            <p:cNvGrpSpPr>
              <a:grpSpLocks/>
            </p:cNvGrpSpPr>
            <p:nvPr/>
          </p:nvGrpSpPr>
          <p:grpSpPr bwMode="auto">
            <a:xfrm>
              <a:off x="4749" y="668"/>
              <a:ext cx="581" cy="145"/>
              <a:chOff x="614" y="2568"/>
              <a:chExt cx="725" cy="139"/>
            </a:xfrm>
          </p:grpSpPr>
          <p:sp>
            <p:nvSpPr>
              <p:cNvPr id="323" name="AutoShape 146">
                <a:extLst>
                  <a:ext uri="{FF2B5EF4-FFF2-40B4-BE49-F238E27FC236}">
                    <a16:creationId xmlns:a16="http://schemas.microsoft.com/office/drawing/2014/main" id="{B75BF63D-E7E0-6640-A10B-E09175442A77}"/>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AutoShape 147">
                <a:extLst>
                  <a:ext uri="{FF2B5EF4-FFF2-40B4-BE49-F238E27FC236}">
                    <a16:creationId xmlns:a16="http://schemas.microsoft.com/office/drawing/2014/main" id="{074358F6-E1DA-D042-B053-9C4C54023FE2}"/>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99" name="Rectangle 148">
              <a:extLst>
                <a:ext uri="{FF2B5EF4-FFF2-40B4-BE49-F238E27FC236}">
                  <a16:creationId xmlns:a16="http://schemas.microsoft.com/office/drawing/2014/main" id="{DECDE972-9E25-674C-ACC1-43F55CD92F4E}"/>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0" name="Group 149">
              <a:extLst>
                <a:ext uri="{FF2B5EF4-FFF2-40B4-BE49-F238E27FC236}">
                  <a16:creationId xmlns:a16="http://schemas.microsoft.com/office/drawing/2014/main" id="{82296A06-752A-254D-8846-4D0F3F43F261}"/>
                </a:ext>
              </a:extLst>
            </p:cNvPr>
            <p:cNvGrpSpPr>
              <a:grpSpLocks/>
            </p:cNvGrpSpPr>
            <p:nvPr/>
          </p:nvGrpSpPr>
          <p:grpSpPr bwMode="auto">
            <a:xfrm>
              <a:off x="4747" y="994"/>
              <a:ext cx="581" cy="134"/>
              <a:chOff x="614" y="2568"/>
              <a:chExt cx="725" cy="139"/>
            </a:xfrm>
          </p:grpSpPr>
          <p:sp>
            <p:nvSpPr>
              <p:cNvPr id="321" name="AutoShape 150">
                <a:extLst>
                  <a:ext uri="{FF2B5EF4-FFF2-40B4-BE49-F238E27FC236}">
                    <a16:creationId xmlns:a16="http://schemas.microsoft.com/office/drawing/2014/main" id="{F5A8BC22-523A-4147-9575-B8F7D060F116}"/>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AutoShape 151">
                <a:extLst>
                  <a:ext uri="{FF2B5EF4-FFF2-40B4-BE49-F238E27FC236}">
                    <a16:creationId xmlns:a16="http://schemas.microsoft.com/office/drawing/2014/main" id="{EAF2AC7F-A8C0-FC4F-8C37-5D458F19BF62}"/>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1" name="Rectangle 152">
              <a:extLst>
                <a:ext uri="{FF2B5EF4-FFF2-40B4-BE49-F238E27FC236}">
                  <a16:creationId xmlns:a16="http://schemas.microsoft.com/office/drawing/2014/main" id="{4F90A69C-CEC4-A24D-9C82-52BA6FC8934D}"/>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Rectangle 153">
              <a:extLst>
                <a:ext uri="{FF2B5EF4-FFF2-40B4-BE49-F238E27FC236}">
                  <a16:creationId xmlns:a16="http://schemas.microsoft.com/office/drawing/2014/main" id="{4EAFCA72-25B7-7747-916E-327595FFDBCD}"/>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3" name="Group 154">
              <a:extLst>
                <a:ext uri="{FF2B5EF4-FFF2-40B4-BE49-F238E27FC236}">
                  <a16:creationId xmlns:a16="http://schemas.microsoft.com/office/drawing/2014/main" id="{8277CD38-8B7B-9748-AD3B-10D14BC1AA1D}"/>
                </a:ext>
              </a:extLst>
            </p:cNvPr>
            <p:cNvGrpSpPr>
              <a:grpSpLocks/>
            </p:cNvGrpSpPr>
            <p:nvPr/>
          </p:nvGrpSpPr>
          <p:grpSpPr bwMode="auto">
            <a:xfrm>
              <a:off x="4735" y="1627"/>
              <a:ext cx="582" cy="151"/>
              <a:chOff x="614" y="2568"/>
              <a:chExt cx="725" cy="139"/>
            </a:xfrm>
          </p:grpSpPr>
          <p:sp>
            <p:nvSpPr>
              <p:cNvPr id="319" name="AutoShape 155">
                <a:extLst>
                  <a:ext uri="{FF2B5EF4-FFF2-40B4-BE49-F238E27FC236}">
                    <a16:creationId xmlns:a16="http://schemas.microsoft.com/office/drawing/2014/main" id="{5B02472C-767E-8C4B-A1E5-693F9C4C2A6A}"/>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AutoShape 156">
                <a:extLst>
                  <a:ext uri="{FF2B5EF4-FFF2-40B4-BE49-F238E27FC236}">
                    <a16:creationId xmlns:a16="http://schemas.microsoft.com/office/drawing/2014/main" id="{DA6E1AA2-450F-174D-A85C-5D39B60ABD9D}"/>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4" name="Freeform 157">
              <a:extLst>
                <a:ext uri="{FF2B5EF4-FFF2-40B4-BE49-F238E27FC236}">
                  <a16:creationId xmlns:a16="http://schemas.microsoft.com/office/drawing/2014/main" id="{43557BDC-C555-5040-B5DB-5D425E9BFE16}"/>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5" name="Group 158">
              <a:extLst>
                <a:ext uri="{FF2B5EF4-FFF2-40B4-BE49-F238E27FC236}">
                  <a16:creationId xmlns:a16="http://schemas.microsoft.com/office/drawing/2014/main" id="{C333E870-3BD7-C645-AAC2-98508A7E36E9}"/>
                </a:ext>
              </a:extLst>
            </p:cNvPr>
            <p:cNvGrpSpPr>
              <a:grpSpLocks/>
            </p:cNvGrpSpPr>
            <p:nvPr/>
          </p:nvGrpSpPr>
          <p:grpSpPr bwMode="auto">
            <a:xfrm>
              <a:off x="4739" y="1327"/>
              <a:ext cx="582" cy="139"/>
              <a:chOff x="614" y="2568"/>
              <a:chExt cx="725" cy="139"/>
            </a:xfrm>
          </p:grpSpPr>
          <p:sp>
            <p:nvSpPr>
              <p:cNvPr id="317" name="AutoShape 159">
                <a:extLst>
                  <a:ext uri="{FF2B5EF4-FFF2-40B4-BE49-F238E27FC236}">
                    <a16:creationId xmlns:a16="http://schemas.microsoft.com/office/drawing/2014/main" id="{EFC968C4-6392-E247-9A44-0D21D80BC1C8}"/>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8" name="AutoShape 160">
                <a:extLst>
                  <a:ext uri="{FF2B5EF4-FFF2-40B4-BE49-F238E27FC236}">
                    <a16:creationId xmlns:a16="http://schemas.microsoft.com/office/drawing/2014/main" id="{9315F821-D903-1C43-B0DF-C13E1CFC6E95}"/>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6" name="Rectangle 161">
              <a:extLst>
                <a:ext uri="{FF2B5EF4-FFF2-40B4-BE49-F238E27FC236}">
                  <a16:creationId xmlns:a16="http://schemas.microsoft.com/office/drawing/2014/main" id="{4A93E05B-231B-8F4E-AC44-1E61C8779F78}"/>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7" name="Freeform 162">
              <a:extLst>
                <a:ext uri="{FF2B5EF4-FFF2-40B4-BE49-F238E27FC236}">
                  <a16:creationId xmlns:a16="http://schemas.microsoft.com/office/drawing/2014/main" id="{A81021FA-3B4B-8540-B233-88280DF917CD}"/>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8" name="Freeform 163">
              <a:extLst>
                <a:ext uri="{FF2B5EF4-FFF2-40B4-BE49-F238E27FC236}">
                  <a16:creationId xmlns:a16="http://schemas.microsoft.com/office/drawing/2014/main" id="{B4BBCFA8-CE65-3B46-B8C0-90C8E2A9FAE4}"/>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Oval 164">
              <a:extLst>
                <a:ext uri="{FF2B5EF4-FFF2-40B4-BE49-F238E27FC236}">
                  <a16:creationId xmlns:a16="http://schemas.microsoft.com/office/drawing/2014/main" id="{5BC0A35E-B59B-2747-AF4F-E2B7BF2E9D9B}"/>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165">
              <a:extLst>
                <a:ext uri="{FF2B5EF4-FFF2-40B4-BE49-F238E27FC236}">
                  <a16:creationId xmlns:a16="http://schemas.microsoft.com/office/drawing/2014/main" id="{18C56782-0533-9C40-9224-8F36130D8884}"/>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1" name="AutoShape 166">
              <a:extLst>
                <a:ext uri="{FF2B5EF4-FFF2-40B4-BE49-F238E27FC236}">
                  <a16:creationId xmlns:a16="http://schemas.microsoft.com/office/drawing/2014/main" id="{B68A6AC7-4ED2-D44E-90B8-E63CF73BBC97}"/>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2" name="AutoShape 167">
              <a:extLst>
                <a:ext uri="{FF2B5EF4-FFF2-40B4-BE49-F238E27FC236}">
                  <a16:creationId xmlns:a16="http://schemas.microsoft.com/office/drawing/2014/main" id="{906EF179-00FE-3F4F-AD8D-E9B8F23DE35F}"/>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Oval 168">
              <a:extLst>
                <a:ext uri="{FF2B5EF4-FFF2-40B4-BE49-F238E27FC236}">
                  <a16:creationId xmlns:a16="http://schemas.microsoft.com/office/drawing/2014/main" id="{714D65B7-5EDC-2840-9C29-D308D9655A6C}"/>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Oval 169">
              <a:extLst>
                <a:ext uri="{FF2B5EF4-FFF2-40B4-BE49-F238E27FC236}">
                  <a16:creationId xmlns:a16="http://schemas.microsoft.com/office/drawing/2014/main" id="{E64A117A-C67D-AB41-A8E7-4A508BB314F3}"/>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5" name="Oval 170">
              <a:extLst>
                <a:ext uri="{FF2B5EF4-FFF2-40B4-BE49-F238E27FC236}">
                  <a16:creationId xmlns:a16="http://schemas.microsoft.com/office/drawing/2014/main" id="{C59668D3-09F9-BD44-8596-C01818912BD0}"/>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Rectangle 171">
              <a:extLst>
                <a:ext uri="{FF2B5EF4-FFF2-40B4-BE49-F238E27FC236}">
                  <a16:creationId xmlns:a16="http://schemas.microsoft.com/office/drawing/2014/main" id="{8E530C7C-3D86-3C4B-891E-CB9AC883FCB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5" name="Group 172">
            <a:extLst>
              <a:ext uri="{FF2B5EF4-FFF2-40B4-BE49-F238E27FC236}">
                <a16:creationId xmlns:a16="http://schemas.microsoft.com/office/drawing/2014/main" id="{F34C0BB9-9ECA-9B40-B10C-16DEDBDC16C3}"/>
              </a:ext>
            </a:extLst>
          </p:cNvPr>
          <p:cNvGrpSpPr>
            <a:grpSpLocks/>
          </p:cNvGrpSpPr>
          <p:nvPr/>
        </p:nvGrpSpPr>
        <p:grpSpPr bwMode="auto">
          <a:xfrm>
            <a:off x="7885017" y="5148533"/>
            <a:ext cx="525463" cy="557213"/>
            <a:chOff x="-44" y="1473"/>
            <a:chExt cx="981" cy="1105"/>
          </a:xfrm>
        </p:grpSpPr>
        <p:pic>
          <p:nvPicPr>
            <p:cNvPr id="326" name="Picture 173" descr="desktop_computer_stylized_medium">
              <a:extLst>
                <a:ext uri="{FF2B5EF4-FFF2-40B4-BE49-F238E27FC236}">
                  <a16:creationId xmlns:a16="http://schemas.microsoft.com/office/drawing/2014/main" id="{58DEA6BA-6A8A-414B-A5D1-8C42E963B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 name="Freeform 174">
              <a:extLst>
                <a:ext uri="{FF2B5EF4-FFF2-40B4-BE49-F238E27FC236}">
                  <a16:creationId xmlns:a16="http://schemas.microsoft.com/office/drawing/2014/main" id="{5636D377-DB0D-6F40-811F-10EE64604D69}"/>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8" name="Group 175">
            <a:extLst>
              <a:ext uri="{FF2B5EF4-FFF2-40B4-BE49-F238E27FC236}">
                <a16:creationId xmlns:a16="http://schemas.microsoft.com/office/drawing/2014/main" id="{7306AC90-5B34-3F4E-B626-0E34022A31C8}"/>
              </a:ext>
            </a:extLst>
          </p:cNvPr>
          <p:cNvGrpSpPr>
            <a:grpSpLocks/>
          </p:cNvGrpSpPr>
          <p:nvPr/>
        </p:nvGrpSpPr>
        <p:grpSpPr bwMode="auto">
          <a:xfrm>
            <a:off x="8650192" y="1557608"/>
            <a:ext cx="377825" cy="576263"/>
            <a:chOff x="4140" y="429"/>
            <a:chExt cx="1425" cy="2396"/>
          </a:xfrm>
        </p:grpSpPr>
        <p:sp>
          <p:nvSpPr>
            <p:cNvPr id="329" name="Freeform 176">
              <a:extLst>
                <a:ext uri="{FF2B5EF4-FFF2-40B4-BE49-F238E27FC236}">
                  <a16:creationId xmlns:a16="http://schemas.microsoft.com/office/drawing/2014/main" id="{F3CFDF78-3F2C-B047-99D5-2F35E0D1B496}"/>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Rectangle 177">
              <a:extLst>
                <a:ext uri="{FF2B5EF4-FFF2-40B4-BE49-F238E27FC236}">
                  <a16:creationId xmlns:a16="http://schemas.microsoft.com/office/drawing/2014/main" id="{6D671750-A74B-B64E-8E68-C40948E6DE36}"/>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178">
              <a:extLst>
                <a:ext uri="{FF2B5EF4-FFF2-40B4-BE49-F238E27FC236}">
                  <a16:creationId xmlns:a16="http://schemas.microsoft.com/office/drawing/2014/main" id="{9438FA78-1938-514C-80BF-10ED666E38FE}"/>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Freeform 179">
              <a:extLst>
                <a:ext uri="{FF2B5EF4-FFF2-40B4-BE49-F238E27FC236}">
                  <a16:creationId xmlns:a16="http://schemas.microsoft.com/office/drawing/2014/main" id="{FD23EFF2-90E8-9045-936A-06124249A5E5}"/>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80">
              <a:extLst>
                <a:ext uri="{FF2B5EF4-FFF2-40B4-BE49-F238E27FC236}">
                  <a16:creationId xmlns:a16="http://schemas.microsoft.com/office/drawing/2014/main" id="{C3C9A679-FD27-EE4A-B715-049B9DDB6300}"/>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4" name="Group 181">
              <a:extLst>
                <a:ext uri="{FF2B5EF4-FFF2-40B4-BE49-F238E27FC236}">
                  <a16:creationId xmlns:a16="http://schemas.microsoft.com/office/drawing/2014/main" id="{F5C3481D-451B-B142-A35C-15C582D38E95}"/>
                </a:ext>
              </a:extLst>
            </p:cNvPr>
            <p:cNvGrpSpPr>
              <a:grpSpLocks/>
            </p:cNvGrpSpPr>
            <p:nvPr/>
          </p:nvGrpSpPr>
          <p:grpSpPr bwMode="auto">
            <a:xfrm>
              <a:off x="4749" y="668"/>
              <a:ext cx="581" cy="145"/>
              <a:chOff x="614" y="2568"/>
              <a:chExt cx="725" cy="139"/>
            </a:xfrm>
          </p:grpSpPr>
          <p:sp>
            <p:nvSpPr>
              <p:cNvPr id="359" name="AutoShape 182">
                <a:extLst>
                  <a:ext uri="{FF2B5EF4-FFF2-40B4-BE49-F238E27FC236}">
                    <a16:creationId xmlns:a16="http://schemas.microsoft.com/office/drawing/2014/main" id="{2C243628-F48B-0247-9C77-CADC193BA25B}"/>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AutoShape 183">
                <a:extLst>
                  <a:ext uri="{FF2B5EF4-FFF2-40B4-BE49-F238E27FC236}">
                    <a16:creationId xmlns:a16="http://schemas.microsoft.com/office/drawing/2014/main" id="{C3D71DA0-C793-D949-906B-887E37FD01C9}"/>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5" name="Rectangle 184">
              <a:extLst>
                <a:ext uri="{FF2B5EF4-FFF2-40B4-BE49-F238E27FC236}">
                  <a16:creationId xmlns:a16="http://schemas.microsoft.com/office/drawing/2014/main" id="{246902F9-C4DC-454E-9DA0-3D5842DB38D7}"/>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6" name="Group 185">
              <a:extLst>
                <a:ext uri="{FF2B5EF4-FFF2-40B4-BE49-F238E27FC236}">
                  <a16:creationId xmlns:a16="http://schemas.microsoft.com/office/drawing/2014/main" id="{7667DA9A-FE8F-654A-8B9E-218AADDABF18}"/>
                </a:ext>
              </a:extLst>
            </p:cNvPr>
            <p:cNvGrpSpPr>
              <a:grpSpLocks/>
            </p:cNvGrpSpPr>
            <p:nvPr/>
          </p:nvGrpSpPr>
          <p:grpSpPr bwMode="auto">
            <a:xfrm>
              <a:off x="4747" y="994"/>
              <a:ext cx="581" cy="134"/>
              <a:chOff x="614" y="2568"/>
              <a:chExt cx="725" cy="139"/>
            </a:xfrm>
          </p:grpSpPr>
          <p:sp>
            <p:nvSpPr>
              <p:cNvPr id="357" name="AutoShape 186">
                <a:extLst>
                  <a:ext uri="{FF2B5EF4-FFF2-40B4-BE49-F238E27FC236}">
                    <a16:creationId xmlns:a16="http://schemas.microsoft.com/office/drawing/2014/main" id="{89170F11-7571-2B45-8719-95E83BC651DC}"/>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 name="AutoShape 187">
                <a:extLst>
                  <a:ext uri="{FF2B5EF4-FFF2-40B4-BE49-F238E27FC236}">
                    <a16:creationId xmlns:a16="http://schemas.microsoft.com/office/drawing/2014/main" id="{E76D6632-4213-1A4C-994D-E58521FFA452}"/>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7" name="Rectangle 188">
              <a:extLst>
                <a:ext uri="{FF2B5EF4-FFF2-40B4-BE49-F238E27FC236}">
                  <a16:creationId xmlns:a16="http://schemas.microsoft.com/office/drawing/2014/main" id="{042D5530-947C-8042-964E-981127ADCA1C}"/>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89">
              <a:extLst>
                <a:ext uri="{FF2B5EF4-FFF2-40B4-BE49-F238E27FC236}">
                  <a16:creationId xmlns:a16="http://schemas.microsoft.com/office/drawing/2014/main" id="{2F89380A-7E24-A848-A517-F0FC736922E7}"/>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9" name="Group 190">
              <a:extLst>
                <a:ext uri="{FF2B5EF4-FFF2-40B4-BE49-F238E27FC236}">
                  <a16:creationId xmlns:a16="http://schemas.microsoft.com/office/drawing/2014/main" id="{38C1848A-3B99-B348-91C8-29218555E83A}"/>
                </a:ext>
              </a:extLst>
            </p:cNvPr>
            <p:cNvGrpSpPr>
              <a:grpSpLocks/>
            </p:cNvGrpSpPr>
            <p:nvPr/>
          </p:nvGrpSpPr>
          <p:grpSpPr bwMode="auto">
            <a:xfrm>
              <a:off x="4735" y="1627"/>
              <a:ext cx="582" cy="151"/>
              <a:chOff x="614" y="2568"/>
              <a:chExt cx="725" cy="139"/>
            </a:xfrm>
          </p:grpSpPr>
          <p:sp>
            <p:nvSpPr>
              <p:cNvPr id="355" name="AutoShape 191">
                <a:extLst>
                  <a:ext uri="{FF2B5EF4-FFF2-40B4-BE49-F238E27FC236}">
                    <a16:creationId xmlns:a16="http://schemas.microsoft.com/office/drawing/2014/main" id="{676776FA-ACE8-1B44-A3F2-EE744FFE1B2F}"/>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6" name="AutoShape 192">
                <a:extLst>
                  <a:ext uri="{FF2B5EF4-FFF2-40B4-BE49-F238E27FC236}">
                    <a16:creationId xmlns:a16="http://schemas.microsoft.com/office/drawing/2014/main" id="{642A052A-BC62-D049-9EBF-AC2B9D28A87C}"/>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0" name="Freeform 193">
              <a:extLst>
                <a:ext uri="{FF2B5EF4-FFF2-40B4-BE49-F238E27FC236}">
                  <a16:creationId xmlns:a16="http://schemas.microsoft.com/office/drawing/2014/main" id="{20022731-282E-5349-BD84-5AC931894117}"/>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41" name="Group 194">
              <a:extLst>
                <a:ext uri="{FF2B5EF4-FFF2-40B4-BE49-F238E27FC236}">
                  <a16:creationId xmlns:a16="http://schemas.microsoft.com/office/drawing/2014/main" id="{C8EEA896-B8C6-834F-9741-B4BC6894041D}"/>
                </a:ext>
              </a:extLst>
            </p:cNvPr>
            <p:cNvGrpSpPr>
              <a:grpSpLocks/>
            </p:cNvGrpSpPr>
            <p:nvPr/>
          </p:nvGrpSpPr>
          <p:grpSpPr bwMode="auto">
            <a:xfrm>
              <a:off x="4739" y="1327"/>
              <a:ext cx="582" cy="139"/>
              <a:chOff x="614" y="2568"/>
              <a:chExt cx="725" cy="139"/>
            </a:xfrm>
          </p:grpSpPr>
          <p:sp>
            <p:nvSpPr>
              <p:cNvPr id="353" name="AutoShape 195">
                <a:extLst>
                  <a:ext uri="{FF2B5EF4-FFF2-40B4-BE49-F238E27FC236}">
                    <a16:creationId xmlns:a16="http://schemas.microsoft.com/office/drawing/2014/main" id="{FAEB0127-5E88-8848-A1E8-FCDC82E85BB6}"/>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AutoShape 196">
                <a:extLst>
                  <a:ext uri="{FF2B5EF4-FFF2-40B4-BE49-F238E27FC236}">
                    <a16:creationId xmlns:a16="http://schemas.microsoft.com/office/drawing/2014/main" id="{F6C14D4D-54BC-0347-8DE7-8C387B0DE5D3}"/>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2" name="Rectangle 197">
              <a:extLst>
                <a:ext uri="{FF2B5EF4-FFF2-40B4-BE49-F238E27FC236}">
                  <a16:creationId xmlns:a16="http://schemas.microsoft.com/office/drawing/2014/main" id="{DE2B5795-02B3-824F-BFB7-9E4468C2E04A}"/>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3" name="Freeform 198">
              <a:extLst>
                <a:ext uri="{FF2B5EF4-FFF2-40B4-BE49-F238E27FC236}">
                  <a16:creationId xmlns:a16="http://schemas.microsoft.com/office/drawing/2014/main" id="{30654D98-FCC5-4940-8B89-40DEC14D245E}"/>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4" name="Freeform 199">
              <a:extLst>
                <a:ext uri="{FF2B5EF4-FFF2-40B4-BE49-F238E27FC236}">
                  <a16:creationId xmlns:a16="http://schemas.microsoft.com/office/drawing/2014/main" id="{DB2F1485-9F89-A14E-B2B0-E716B66FE509}"/>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5" name="Oval 200">
              <a:extLst>
                <a:ext uri="{FF2B5EF4-FFF2-40B4-BE49-F238E27FC236}">
                  <a16:creationId xmlns:a16="http://schemas.microsoft.com/office/drawing/2014/main" id="{0913F7BB-B350-6F4C-8E3C-B4373B6BBC1E}"/>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6" name="Freeform 201">
              <a:extLst>
                <a:ext uri="{FF2B5EF4-FFF2-40B4-BE49-F238E27FC236}">
                  <a16:creationId xmlns:a16="http://schemas.microsoft.com/office/drawing/2014/main" id="{D806CA0F-D39E-1044-8994-B3481BAC561C}"/>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7" name="AutoShape 202">
              <a:extLst>
                <a:ext uri="{FF2B5EF4-FFF2-40B4-BE49-F238E27FC236}">
                  <a16:creationId xmlns:a16="http://schemas.microsoft.com/office/drawing/2014/main" id="{653E2F84-88DD-4C48-9132-5E9C22D3C500}"/>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AutoShape 203">
              <a:extLst>
                <a:ext uri="{FF2B5EF4-FFF2-40B4-BE49-F238E27FC236}">
                  <a16:creationId xmlns:a16="http://schemas.microsoft.com/office/drawing/2014/main" id="{7C1622A3-9F30-FA42-9B80-C8BB00A05B8D}"/>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9" name="Oval 204">
              <a:extLst>
                <a:ext uri="{FF2B5EF4-FFF2-40B4-BE49-F238E27FC236}">
                  <a16:creationId xmlns:a16="http://schemas.microsoft.com/office/drawing/2014/main" id="{432A4179-C51B-DE48-94FC-B7412F4DD34C}"/>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Oval 205">
              <a:extLst>
                <a:ext uri="{FF2B5EF4-FFF2-40B4-BE49-F238E27FC236}">
                  <a16:creationId xmlns:a16="http://schemas.microsoft.com/office/drawing/2014/main" id="{9EF71E96-D069-134D-9318-D85F7FF2C50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51" name="Oval 206">
              <a:extLst>
                <a:ext uri="{FF2B5EF4-FFF2-40B4-BE49-F238E27FC236}">
                  <a16:creationId xmlns:a16="http://schemas.microsoft.com/office/drawing/2014/main" id="{3E78A6EB-9CEA-E74E-91AB-439D7171D3AA}"/>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207">
              <a:extLst>
                <a:ext uri="{FF2B5EF4-FFF2-40B4-BE49-F238E27FC236}">
                  <a16:creationId xmlns:a16="http://schemas.microsoft.com/office/drawing/2014/main" id="{1A62E052-D07D-6743-8E2D-F67E3E528E8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1" name="Group 208">
            <a:extLst>
              <a:ext uri="{FF2B5EF4-FFF2-40B4-BE49-F238E27FC236}">
                <a16:creationId xmlns:a16="http://schemas.microsoft.com/office/drawing/2014/main" id="{6A05235C-3E77-6F4F-8ADA-6D04AB8484D1}"/>
              </a:ext>
            </a:extLst>
          </p:cNvPr>
          <p:cNvGrpSpPr>
            <a:grpSpLocks/>
          </p:cNvGrpSpPr>
          <p:nvPr/>
        </p:nvGrpSpPr>
        <p:grpSpPr bwMode="auto">
          <a:xfrm>
            <a:off x="9402667" y="1589358"/>
            <a:ext cx="377825" cy="576263"/>
            <a:chOff x="4140" y="429"/>
            <a:chExt cx="1425" cy="2396"/>
          </a:xfrm>
        </p:grpSpPr>
        <p:sp>
          <p:nvSpPr>
            <p:cNvPr id="362" name="Freeform 209">
              <a:extLst>
                <a:ext uri="{FF2B5EF4-FFF2-40B4-BE49-F238E27FC236}">
                  <a16:creationId xmlns:a16="http://schemas.microsoft.com/office/drawing/2014/main" id="{D166875E-AD19-804C-965F-CDAED7A642D2}"/>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3" name="Rectangle 210">
              <a:extLst>
                <a:ext uri="{FF2B5EF4-FFF2-40B4-BE49-F238E27FC236}">
                  <a16:creationId xmlns:a16="http://schemas.microsoft.com/office/drawing/2014/main" id="{EC5E264D-98A2-B44D-B995-4CB53C25E2B4}"/>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4" name="Freeform 211">
              <a:extLst>
                <a:ext uri="{FF2B5EF4-FFF2-40B4-BE49-F238E27FC236}">
                  <a16:creationId xmlns:a16="http://schemas.microsoft.com/office/drawing/2014/main" id="{C1CF933D-FB73-3240-9F1D-5EED49E6AB45}"/>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Freeform 212">
              <a:extLst>
                <a:ext uri="{FF2B5EF4-FFF2-40B4-BE49-F238E27FC236}">
                  <a16:creationId xmlns:a16="http://schemas.microsoft.com/office/drawing/2014/main" id="{0FC67CB2-6BE1-1847-A437-D99084C5CC4E}"/>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Rectangle 213">
              <a:extLst>
                <a:ext uri="{FF2B5EF4-FFF2-40B4-BE49-F238E27FC236}">
                  <a16:creationId xmlns:a16="http://schemas.microsoft.com/office/drawing/2014/main" id="{14B7D932-BBFC-B74D-816C-440DB3FEB06E}"/>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7" name="Group 214">
              <a:extLst>
                <a:ext uri="{FF2B5EF4-FFF2-40B4-BE49-F238E27FC236}">
                  <a16:creationId xmlns:a16="http://schemas.microsoft.com/office/drawing/2014/main" id="{904783F7-C673-AC48-8DEC-45B791D2E0FD}"/>
                </a:ext>
              </a:extLst>
            </p:cNvPr>
            <p:cNvGrpSpPr>
              <a:grpSpLocks/>
            </p:cNvGrpSpPr>
            <p:nvPr/>
          </p:nvGrpSpPr>
          <p:grpSpPr bwMode="auto">
            <a:xfrm>
              <a:off x="4749" y="668"/>
              <a:ext cx="581" cy="145"/>
              <a:chOff x="614" y="2568"/>
              <a:chExt cx="725" cy="139"/>
            </a:xfrm>
          </p:grpSpPr>
          <p:sp>
            <p:nvSpPr>
              <p:cNvPr id="392" name="AutoShape 215">
                <a:extLst>
                  <a:ext uri="{FF2B5EF4-FFF2-40B4-BE49-F238E27FC236}">
                    <a16:creationId xmlns:a16="http://schemas.microsoft.com/office/drawing/2014/main" id="{259ABA3E-950D-BF40-AF00-89747854A5FD}"/>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3" name="AutoShape 216">
                <a:extLst>
                  <a:ext uri="{FF2B5EF4-FFF2-40B4-BE49-F238E27FC236}">
                    <a16:creationId xmlns:a16="http://schemas.microsoft.com/office/drawing/2014/main" id="{D537C256-5556-E84D-BFD9-801601AF6D06}"/>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68" name="Rectangle 217">
              <a:extLst>
                <a:ext uri="{FF2B5EF4-FFF2-40B4-BE49-F238E27FC236}">
                  <a16:creationId xmlns:a16="http://schemas.microsoft.com/office/drawing/2014/main" id="{6A16D193-BA00-FA4C-84D3-5F7B5C0311B4}"/>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9" name="Group 218">
              <a:extLst>
                <a:ext uri="{FF2B5EF4-FFF2-40B4-BE49-F238E27FC236}">
                  <a16:creationId xmlns:a16="http://schemas.microsoft.com/office/drawing/2014/main" id="{7151F57C-7772-D741-B346-9FD22AFEAC1C}"/>
                </a:ext>
              </a:extLst>
            </p:cNvPr>
            <p:cNvGrpSpPr>
              <a:grpSpLocks/>
            </p:cNvGrpSpPr>
            <p:nvPr/>
          </p:nvGrpSpPr>
          <p:grpSpPr bwMode="auto">
            <a:xfrm>
              <a:off x="4747" y="994"/>
              <a:ext cx="581" cy="134"/>
              <a:chOff x="614" y="2568"/>
              <a:chExt cx="725" cy="139"/>
            </a:xfrm>
          </p:grpSpPr>
          <p:sp>
            <p:nvSpPr>
              <p:cNvPr id="390" name="AutoShape 219">
                <a:extLst>
                  <a:ext uri="{FF2B5EF4-FFF2-40B4-BE49-F238E27FC236}">
                    <a16:creationId xmlns:a16="http://schemas.microsoft.com/office/drawing/2014/main" id="{28A8406C-AFA4-F94B-A2C4-E4FFB185C64F}"/>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AutoShape 220">
                <a:extLst>
                  <a:ext uri="{FF2B5EF4-FFF2-40B4-BE49-F238E27FC236}">
                    <a16:creationId xmlns:a16="http://schemas.microsoft.com/office/drawing/2014/main" id="{9A186499-2183-C24F-89D0-ACB1D39A2787}"/>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0" name="Rectangle 221">
              <a:extLst>
                <a:ext uri="{FF2B5EF4-FFF2-40B4-BE49-F238E27FC236}">
                  <a16:creationId xmlns:a16="http://schemas.microsoft.com/office/drawing/2014/main" id="{6959C99C-8685-CE45-B4A0-BEEBD9CE6FDF}"/>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Rectangle 222">
              <a:extLst>
                <a:ext uri="{FF2B5EF4-FFF2-40B4-BE49-F238E27FC236}">
                  <a16:creationId xmlns:a16="http://schemas.microsoft.com/office/drawing/2014/main" id="{0CEC0CDC-F36A-E147-800E-4BFDDC412C2D}"/>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2" name="Group 223">
              <a:extLst>
                <a:ext uri="{FF2B5EF4-FFF2-40B4-BE49-F238E27FC236}">
                  <a16:creationId xmlns:a16="http://schemas.microsoft.com/office/drawing/2014/main" id="{07BF1C14-2C6F-B94F-8289-1C37D6C61529}"/>
                </a:ext>
              </a:extLst>
            </p:cNvPr>
            <p:cNvGrpSpPr>
              <a:grpSpLocks/>
            </p:cNvGrpSpPr>
            <p:nvPr/>
          </p:nvGrpSpPr>
          <p:grpSpPr bwMode="auto">
            <a:xfrm>
              <a:off x="4735" y="1627"/>
              <a:ext cx="582" cy="151"/>
              <a:chOff x="614" y="2568"/>
              <a:chExt cx="725" cy="139"/>
            </a:xfrm>
          </p:grpSpPr>
          <p:sp>
            <p:nvSpPr>
              <p:cNvPr id="388" name="AutoShape 224">
                <a:extLst>
                  <a:ext uri="{FF2B5EF4-FFF2-40B4-BE49-F238E27FC236}">
                    <a16:creationId xmlns:a16="http://schemas.microsoft.com/office/drawing/2014/main" id="{B660D864-E6AF-2A4B-AF6E-15E67C246146}"/>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9" name="AutoShape 225">
                <a:extLst>
                  <a:ext uri="{FF2B5EF4-FFF2-40B4-BE49-F238E27FC236}">
                    <a16:creationId xmlns:a16="http://schemas.microsoft.com/office/drawing/2014/main" id="{A5592FCE-B8EB-CD42-BD69-D7E95DA3E255}"/>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3" name="Freeform 226">
              <a:extLst>
                <a:ext uri="{FF2B5EF4-FFF2-40B4-BE49-F238E27FC236}">
                  <a16:creationId xmlns:a16="http://schemas.microsoft.com/office/drawing/2014/main" id="{176C9152-AD9C-0043-999D-97BF01B75C5D}"/>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4" name="Group 227">
              <a:extLst>
                <a:ext uri="{FF2B5EF4-FFF2-40B4-BE49-F238E27FC236}">
                  <a16:creationId xmlns:a16="http://schemas.microsoft.com/office/drawing/2014/main" id="{DB7553BD-7EEF-1144-A10E-45052E753529}"/>
                </a:ext>
              </a:extLst>
            </p:cNvPr>
            <p:cNvGrpSpPr>
              <a:grpSpLocks/>
            </p:cNvGrpSpPr>
            <p:nvPr/>
          </p:nvGrpSpPr>
          <p:grpSpPr bwMode="auto">
            <a:xfrm>
              <a:off x="4739" y="1327"/>
              <a:ext cx="582" cy="139"/>
              <a:chOff x="614" y="2568"/>
              <a:chExt cx="725" cy="139"/>
            </a:xfrm>
          </p:grpSpPr>
          <p:sp>
            <p:nvSpPr>
              <p:cNvPr id="386" name="AutoShape 228">
                <a:extLst>
                  <a:ext uri="{FF2B5EF4-FFF2-40B4-BE49-F238E27FC236}">
                    <a16:creationId xmlns:a16="http://schemas.microsoft.com/office/drawing/2014/main" id="{209B423B-7C84-A444-BC5D-A11FD15670F9}"/>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7" name="AutoShape 229">
                <a:extLst>
                  <a:ext uri="{FF2B5EF4-FFF2-40B4-BE49-F238E27FC236}">
                    <a16:creationId xmlns:a16="http://schemas.microsoft.com/office/drawing/2014/main" id="{5AE73D33-B566-9A49-9DC6-C5469487BDCF}"/>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5" name="Rectangle 230">
              <a:extLst>
                <a:ext uri="{FF2B5EF4-FFF2-40B4-BE49-F238E27FC236}">
                  <a16:creationId xmlns:a16="http://schemas.microsoft.com/office/drawing/2014/main" id="{F54FB1FA-BA67-4B47-8CD0-DC612A86E69A}"/>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6" name="Freeform 231">
              <a:extLst>
                <a:ext uri="{FF2B5EF4-FFF2-40B4-BE49-F238E27FC236}">
                  <a16:creationId xmlns:a16="http://schemas.microsoft.com/office/drawing/2014/main" id="{A3240397-6B0C-654E-88F1-F3F3AD6232E7}"/>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7" name="Freeform 232">
              <a:extLst>
                <a:ext uri="{FF2B5EF4-FFF2-40B4-BE49-F238E27FC236}">
                  <a16:creationId xmlns:a16="http://schemas.microsoft.com/office/drawing/2014/main" id="{1A86C13D-4B43-504E-B61C-E2C65477525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 name="Oval 233">
              <a:extLst>
                <a:ext uri="{FF2B5EF4-FFF2-40B4-BE49-F238E27FC236}">
                  <a16:creationId xmlns:a16="http://schemas.microsoft.com/office/drawing/2014/main" id="{A925E2BE-2521-064E-94A2-F5B3CE2A61D8}"/>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9" name="Freeform 234">
              <a:extLst>
                <a:ext uri="{FF2B5EF4-FFF2-40B4-BE49-F238E27FC236}">
                  <a16:creationId xmlns:a16="http://schemas.microsoft.com/office/drawing/2014/main" id="{D0F8527B-9979-9843-B950-02EEB33AD61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0" name="AutoShape 235">
              <a:extLst>
                <a:ext uri="{FF2B5EF4-FFF2-40B4-BE49-F238E27FC236}">
                  <a16:creationId xmlns:a16="http://schemas.microsoft.com/office/drawing/2014/main" id="{01246D65-1D83-514D-96A0-3F53F7E62D09}"/>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1" name="AutoShape 236">
              <a:extLst>
                <a:ext uri="{FF2B5EF4-FFF2-40B4-BE49-F238E27FC236}">
                  <a16:creationId xmlns:a16="http://schemas.microsoft.com/office/drawing/2014/main" id="{EE09E67D-74DE-8E41-B31D-30EBA899EA8C}"/>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2" name="Oval 237">
              <a:extLst>
                <a:ext uri="{FF2B5EF4-FFF2-40B4-BE49-F238E27FC236}">
                  <a16:creationId xmlns:a16="http://schemas.microsoft.com/office/drawing/2014/main" id="{1BAA3765-A4A2-D249-B5E6-B37A650693CE}"/>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3" name="Oval 238">
              <a:extLst>
                <a:ext uri="{FF2B5EF4-FFF2-40B4-BE49-F238E27FC236}">
                  <a16:creationId xmlns:a16="http://schemas.microsoft.com/office/drawing/2014/main" id="{B5829A6B-5209-D644-82E1-A9C2A8D9A01D}"/>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84" name="Oval 239">
              <a:extLst>
                <a:ext uri="{FF2B5EF4-FFF2-40B4-BE49-F238E27FC236}">
                  <a16:creationId xmlns:a16="http://schemas.microsoft.com/office/drawing/2014/main" id="{95394ED4-DC3D-F146-9AEE-0FC4AFC88A7F}"/>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5" name="Rectangle 240">
              <a:extLst>
                <a:ext uri="{FF2B5EF4-FFF2-40B4-BE49-F238E27FC236}">
                  <a16:creationId xmlns:a16="http://schemas.microsoft.com/office/drawing/2014/main" id="{A039A534-5AD2-354C-8072-85670484B5B5}"/>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94" name="Group 241">
            <a:extLst>
              <a:ext uri="{FF2B5EF4-FFF2-40B4-BE49-F238E27FC236}">
                <a16:creationId xmlns:a16="http://schemas.microsoft.com/office/drawing/2014/main" id="{9BE96710-6956-1941-96D5-89D2082B85BD}"/>
              </a:ext>
            </a:extLst>
          </p:cNvPr>
          <p:cNvGrpSpPr>
            <a:grpSpLocks/>
          </p:cNvGrpSpPr>
          <p:nvPr/>
        </p:nvGrpSpPr>
        <p:grpSpPr bwMode="auto">
          <a:xfrm>
            <a:off x="10012267" y="1741758"/>
            <a:ext cx="377825" cy="576263"/>
            <a:chOff x="4140" y="429"/>
            <a:chExt cx="1425" cy="2396"/>
          </a:xfrm>
        </p:grpSpPr>
        <p:sp>
          <p:nvSpPr>
            <p:cNvPr id="395" name="Freeform 242">
              <a:extLst>
                <a:ext uri="{FF2B5EF4-FFF2-40B4-BE49-F238E27FC236}">
                  <a16:creationId xmlns:a16="http://schemas.microsoft.com/office/drawing/2014/main" id="{98FED06C-86AC-174D-897A-AF88782AB34D}"/>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6" name="Rectangle 243">
              <a:extLst>
                <a:ext uri="{FF2B5EF4-FFF2-40B4-BE49-F238E27FC236}">
                  <a16:creationId xmlns:a16="http://schemas.microsoft.com/office/drawing/2014/main" id="{7BCB3493-2EA3-894F-95D3-4BD9689BC0B5}"/>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7" name="Freeform 244">
              <a:extLst>
                <a:ext uri="{FF2B5EF4-FFF2-40B4-BE49-F238E27FC236}">
                  <a16:creationId xmlns:a16="http://schemas.microsoft.com/office/drawing/2014/main" id="{04E3D02B-467F-7F4F-8DC3-9D363101FB1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8" name="Freeform 245">
              <a:extLst>
                <a:ext uri="{FF2B5EF4-FFF2-40B4-BE49-F238E27FC236}">
                  <a16:creationId xmlns:a16="http://schemas.microsoft.com/office/drawing/2014/main" id="{DA94A9FA-D5B5-214A-8D37-34D4B61F600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9" name="Rectangle 246">
              <a:extLst>
                <a:ext uri="{FF2B5EF4-FFF2-40B4-BE49-F238E27FC236}">
                  <a16:creationId xmlns:a16="http://schemas.microsoft.com/office/drawing/2014/main" id="{50539DB1-8D20-F44A-8958-354C5B49CA22}"/>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0" name="Group 247">
              <a:extLst>
                <a:ext uri="{FF2B5EF4-FFF2-40B4-BE49-F238E27FC236}">
                  <a16:creationId xmlns:a16="http://schemas.microsoft.com/office/drawing/2014/main" id="{ABC4B2B5-E127-B14E-8370-5BCDD85E2944}"/>
                </a:ext>
              </a:extLst>
            </p:cNvPr>
            <p:cNvGrpSpPr>
              <a:grpSpLocks/>
            </p:cNvGrpSpPr>
            <p:nvPr/>
          </p:nvGrpSpPr>
          <p:grpSpPr bwMode="auto">
            <a:xfrm>
              <a:off x="4749" y="668"/>
              <a:ext cx="581" cy="145"/>
              <a:chOff x="614" y="2568"/>
              <a:chExt cx="725" cy="139"/>
            </a:xfrm>
          </p:grpSpPr>
          <p:sp>
            <p:nvSpPr>
              <p:cNvPr id="425" name="AutoShape 248">
                <a:extLst>
                  <a:ext uri="{FF2B5EF4-FFF2-40B4-BE49-F238E27FC236}">
                    <a16:creationId xmlns:a16="http://schemas.microsoft.com/office/drawing/2014/main" id="{2544F03E-3822-9142-840A-4600BC4923CF}"/>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6" name="AutoShape 249">
                <a:extLst>
                  <a:ext uri="{FF2B5EF4-FFF2-40B4-BE49-F238E27FC236}">
                    <a16:creationId xmlns:a16="http://schemas.microsoft.com/office/drawing/2014/main" id="{0D6C988D-2CAC-3A4A-8FAC-72B8697E7B94}"/>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1" name="Rectangle 250">
              <a:extLst>
                <a:ext uri="{FF2B5EF4-FFF2-40B4-BE49-F238E27FC236}">
                  <a16:creationId xmlns:a16="http://schemas.microsoft.com/office/drawing/2014/main" id="{FA55D5A2-C0A3-7741-814B-310A28BDD9AE}"/>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2" name="Group 251">
              <a:extLst>
                <a:ext uri="{FF2B5EF4-FFF2-40B4-BE49-F238E27FC236}">
                  <a16:creationId xmlns:a16="http://schemas.microsoft.com/office/drawing/2014/main" id="{DC8A3227-B450-FB4D-852D-DC7E66FF6603}"/>
                </a:ext>
              </a:extLst>
            </p:cNvPr>
            <p:cNvGrpSpPr>
              <a:grpSpLocks/>
            </p:cNvGrpSpPr>
            <p:nvPr/>
          </p:nvGrpSpPr>
          <p:grpSpPr bwMode="auto">
            <a:xfrm>
              <a:off x="4747" y="994"/>
              <a:ext cx="581" cy="134"/>
              <a:chOff x="614" y="2568"/>
              <a:chExt cx="725" cy="139"/>
            </a:xfrm>
          </p:grpSpPr>
          <p:sp>
            <p:nvSpPr>
              <p:cNvPr id="423" name="AutoShape 252">
                <a:extLst>
                  <a:ext uri="{FF2B5EF4-FFF2-40B4-BE49-F238E27FC236}">
                    <a16:creationId xmlns:a16="http://schemas.microsoft.com/office/drawing/2014/main" id="{07F021BE-923D-804C-AB1C-CB812D97B76C}"/>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4" name="AutoShape 253">
                <a:extLst>
                  <a:ext uri="{FF2B5EF4-FFF2-40B4-BE49-F238E27FC236}">
                    <a16:creationId xmlns:a16="http://schemas.microsoft.com/office/drawing/2014/main" id="{3A5C7537-D941-954D-9024-BF32F6D13451}"/>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3" name="Rectangle 254">
              <a:extLst>
                <a:ext uri="{FF2B5EF4-FFF2-40B4-BE49-F238E27FC236}">
                  <a16:creationId xmlns:a16="http://schemas.microsoft.com/office/drawing/2014/main" id="{855ECB0D-BAD2-724F-8296-56F037E689A6}"/>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4" name="Rectangle 255">
              <a:extLst>
                <a:ext uri="{FF2B5EF4-FFF2-40B4-BE49-F238E27FC236}">
                  <a16:creationId xmlns:a16="http://schemas.microsoft.com/office/drawing/2014/main" id="{6D021B7D-23B8-4545-B682-3F0C4BAB5EBA}"/>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5" name="Group 256">
              <a:extLst>
                <a:ext uri="{FF2B5EF4-FFF2-40B4-BE49-F238E27FC236}">
                  <a16:creationId xmlns:a16="http://schemas.microsoft.com/office/drawing/2014/main" id="{431DAF1F-4CC8-1C41-8EEC-05F7D5D789CB}"/>
                </a:ext>
              </a:extLst>
            </p:cNvPr>
            <p:cNvGrpSpPr>
              <a:grpSpLocks/>
            </p:cNvGrpSpPr>
            <p:nvPr/>
          </p:nvGrpSpPr>
          <p:grpSpPr bwMode="auto">
            <a:xfrm>
              <a:off x="4735" y="1627"/>
              <a:ext cx="582" cy="151"/>
              <a:chOff x="614" y="2568"/>
              <a:chExt cx="725" cy="139"/>
            </a:xfrm>
          </p:grpSpPr>
          <p:sp>
            <p:nvSpPr>
              <p:cNvPr id="421" name="AutoShape 257">
                <a:extLst>
                  <a:ext uri="{FF2B5EF4-FFF2-40B4-BE49-F238E27FC236}">
                    <a16:creationId xmlns:a16="http://schemas.microsoft.com/office/drawing/2014/main" id="{18C2CCBA-D707-A24B-A885-97D020E7BE08}"/>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2" name="AutoShape 258">
                <a:extLst>
                  <a:ext uri="{FF2B5EF4-FFF2-40B4-BE49-F238E27FC236}">
                    <a16:creationId xmlns:a16="http://schemas.microsoft.com/office/drawing/2014/main" id="{D7E10C1F-D1F0-7148-A44B-7FEC28811D39}"/>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6" name="Freeform 259">
              <a:extLst>
                <a:ext uri="{FF2B5EF4-FFF2-40B4-BE49-F238E27FC236}">
                  <a16:creationId xmlns:a16="http://schemas.microsoft.com/office/drawing/2014/main" id="{0365C11C-6E47-864E-8122-6C27C34F003E}"/>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7" name="Group 260">
              <a:extLst>
                <a:ext uri="{FF2B5EF4-FFF2-40B4-BE49-F238E27FC236}">
                  <a16:creationId xmlns:a16="http://schemas.microsoft.com/office/drawing/2014/main" id="{27B41BB0-4231-F248-B65A-1A45AD2C9CD7}"/>
                </a:ext>
              </a:extLst>
            </p:cNvPr>
            <p:cNvGrpSpPr>
              <a:grpSpLocks/>
            </p:cNvGrpSpPr>
            <p:nvPr/>
          </p:nvGrpSpPr>
          <p:grpSpPr bwMode="auto">
            <a:xfrm>
              <a:off x="4739" y="1327"/>
              <a:ext cx="582" cy="139"/>
              <a:chOff x="614" y="2568"/>
              <a:chExt cx="725" cy="139"/>
            </a:xfrm>
          </p:grpSpPr>
          <p:sp>
            <p:nvSpPr>
              <p:cNvPr id="419" name="AutoShape 261">
                <a:extLst>
                  <a:ext uri="{FF2B5EF4-FFF2-40B4-BE49-F238E27FC236}">
                    <a16:creationId xmlns:a16="http://schemas.microsoft.com/office/drawing/2014/main" id="{CEAEF38F-92BA-B54F-82FB-C23A106C0988}"/>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0" name="AutoShape 262">
                <a:extLst>
                  <a:ext uri="{FF2B5EF4-FFF2-40B4-BE49-F238E27FC236}">
                    <a16:creationId xmlns:a16="http://schemas.microsoft.com/office/drawing/2014/main" id="{77559B45-47D4-F047-A0E1-3FD4F77050A5}"/>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8" name="Rectangle 263">
              <a:extLst>
                <a:ext uri="{FF2B5EF4-FFF2-40B4-BE49-F238E27FC236}">
                  <a16:creationId xmlns:a16="http://schemas.microsoft.com/office/drawing/2014/main" id="{2BB4AB2F-1E19-ED46-91D0-686A5791A857}"/>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 name="Freeform 264">
              <a:extLst>
                <a:ext uri="{FF2B5EF4-FFF2-40B4-BE49-F238E27FC236}">
                  <a16:creationId xmlns:a16="http://schemas.microsoft.com/office/drawing/2014/main" id="{EFA4165B-2B89-EA44-AAFD-284DDE325634}"/>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0" name="Freeform 265">
              <a:extLst>
                <a:ext uri="{FF2B5EF4-FFF2-40B4-BE49-F238E27FC236}">
                  <a16:creationId xmlns:a16="http://schemas.microsoft.com/office/drawing/2014/main" id="{BF31806F-E19D-6643-B3AB-FCD24491260B}"/>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1" name="Oval 266">
              <a:extLst>
                <a:ext uri="{FF2B5EF4-FFF2-40B4-BE49-F238E27FC236}">
                  <a16:creationId xmlns:a16="http://schemas.microsoft.com/office/drawing/2014/main" id="{297B65E1-F9B5-1942-BAE5-456457D2ADC7}"/>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2" name="Freeform 267">
              <a:extLst>
                <a:ext uri="{FF2B5EF4-FFF2-40B4-BE49-F238E27FC236}">
                  <a16:creationId xmlns:a16="http://schemas.microsoft.com/office/drawing/2014/main" id="{D1451455-90D3-7B4E-9A6C-AC54A2B18BAA}"/>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3" name="AutoShape 268">
              <a:extLst>
                <a:ext uri="{FF2B5EF4-FFF2-40B4-BE49-F238E27FC236}">
                  <a16:creationId xmlns:a16="http://schemas.microsoft.com/office/drawing/2014/main" id="{B96820D1-74F4-9A4F-81C3-99D80AA66D04}"/>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4" name="AutoShape 269">
              <a:extLst>
                <a:ext uri="{FF2B5EF4-FFF2-40B4-BE49-F238E27FC236}">
                  <a16:creationId xmlns:a16="http://schemas.microsoft.com/office/drawing/2014/main" id="{24247BD6-F113-7F46-93F5-34E742E7FA69}"/>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5" name="Oval 270">
              <a:extLst>
                <a:ext uri="{FF2B5EF4-FFF2-40B4-BE49-F238E27FC236}">
                  <a16:creationId xmlns:a16="http://schemas.microsoft.com/office/drawing/2014/main" id="{4716773C-A574-8342-86DD-F8046121F015}"/>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6" name="Oval 271">
              <a:extLst>
                <a:ext uri="{FF2B5EF4-FFF2-40B4-BE49-F238E27FC236}">
                  <a16:creationId xmlns:a16="http://schemas.microsoft.com/office/drawing/2014/main" id="{9F959D50-71EC-0F46-8ED3-4FE4C63D6BFA}"/>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17" name="Oval 272">
              <a:extLst>
                <a:ext uri="{FF2B5EF4-FFF2-40B4-BE49-F238E27FC236}">
                  <a16:creationId xmlns:a16="http://schemas.microsoft.com/office/drawing/2014/main" id="{E6997777-676B-9145-9B53-650C5990989F}"/>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8" name="Rectangle 273">
              <a:extLst>
                <a:ext uri="{FF2B5EF4-FFF2-40B4-BE49-F238E27FC236}">
                  <a16:creationId xmlns:a16="http://schemas.microsoft.com/office/drawing/2014/main" id="{80128537-C0E9-B945-A472-82EC596F177B}"/>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27" name="Group 274">
            <a:extLst>
              <a:ext uri="{FF2B5EF4-FFF2-40B4-BE49-F238E27FC236}">
                <a16:creationId xmlns:a16="http://schemas.microsoft.com/office/drawing/2014/main" id="{637BEA6D-6926-F241-A7B7-63FD120295AA}"/>
              </a:ext>
            </a:extLst>
          </p:cNvPr>
          <p:cNvGrpSpPr>
            <a:grpSpLocks/>
          </p:cNvGrpSpPr>
          <p:nvPr/>
        </p:nvGrpSpPr>
        <p:grpSpPr bwMode="auto">
          <a:xfrm>
            <a:off x="10340880" y="2687908"/>
            <a:ext cx="377825" cy="576263"/>
            <a:chOff x="4140" y="429"/>
            <a:chExt cx="1425" cy="2396"/>
          </a:xfrm>
        </p:grpSpPr>
        <p:sp>
          <p:nvSpPr>
            <p:cNvPr id="428" name="Freeform 275">
              <a:extLst>
                <a:ext uri="{FF2B5EF4-FFF2-40B4-BE49-F238E27FC236}">
                  <a16:creationId xmlns:a16="http://schemas.microsoft.com/office/drawing/2014/main" id="{B73B5122-7AC1-A541-A7CB-7C92E34FE743}"/>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9" name="Rectangle 276">
              <a:extLst>
                <a:ext uri="{FF2B5EF4-FFF2-40B4-BE49-F238E27FC236}">
                  <a16:creationId xmlns:a16="http://schemas.microsoft.com/office/drawing/2014/main" id="{618AFC31-125F-CC41-8835-357B8CF4007B}"/>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0" name="Freeform 277">
              <a:extLst>
                <a:ext uri="{FF2B5EF4-FFF2-40B4-BE49-F238E27FC236}">
                  <a16:creationId xmlns:a16="http://schemas.microsoft.com/office/drawing/2014/main" id="{BA586EC9-AFB5-864C-A8D5-50566D382180}"/>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1" name="Freeform 278">
              <a:extLst>
                <a:ext uri="{FF2B5EF4-FFF2-40B4-BE49-F238E27FC236}">
                  <a16:creationId xmlns:a16="http://schemas.microsoft.com/office/drawing/2014/main" id="{988FA82D-26DD-2446-871B-4FBCD5FE61E3}"/>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2" name="Rectangle 279">
              <a:extLst>
                <a:ext uri="{FF2B5EF4-FFF2-40B4-BE49-F238E27FC236}">
                  <a16:creationId xmlns:a16="http://schemas.microsoft.com/office/drawing/2014/main" id="{E4B9CCE7-0279-6143-BB4D-1198F3326355}"/>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3" name="Group 280">
              <a:extLst>
                <a:ext uri="{FF2B5EF4-FFF2-40B4-BE49-F238E27FC236}">
                  <a16:creationId xmlns:a16="http://schemas.microsoft.com/office/drawing/2014/main" id="{2924B866-539E-1244-B043-D51911A29528}"/>
                </a:ext>
              </a:extLst>
            </p:cNvPr>
            <p:cNvGrpSpPr>
              <a:grpSpLocks/>
            </p:cNvGrpSpPr>
            <p:nvPr/>
          </p:nvGrpSpPr>
          <p:grpSpPr bwMode="auto">
            <a:xfrm>
              <a:off x="4749" y="668"/>
              <a:ext cx="581" cy="145"/>
              <a:chOff x="614" y="2568"/>
              <a:chExt cx="725" cy="139"/>
            </a:xfrm>
          </p:grpSpPr>
          <p:sp>
            <p:nvSpPr>
              <p:cNvPr id="458" name="AutoShape 281">
                <a:extLst>
                  <a:ext uri="{FF2B5EF4-FFF2-40B4-BE49-F238E27FC236}">
                    <a16:creationId xmlns:a16="http://schemas.microsoft.com/office/drawing/2014/main" id="{BDE3646A-4204-5046-942C-15C1653380B6}"/>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9" name="AutoShape 282">
                <a:extLst>
                  <a:ext uri="{FF2B5EF4-FFF2-40B4-BE49-F238E27FC236}">
                    <a16:creationId xmlns:a16="http://schemas.microsoft.com/office/drawing/2014/main" id="{6DE9F0CF-D5ED-704E-8142-3345FC3BBC6F}"/>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4" name="Rectangle 283">
              <a:extLst>
                <a:ext uri="{FF2B5EF4-FFF2-40B4-BE49-F238E27FC236}">
                  <a16:creationId xmlns:a16="http://schemas.microsoft.com/office/drawing/2014/main" id="{657D3494-75CD-034E-9543-25692744465F}"/>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5" name="Group 284">
              <a:extLst>
                <a:ext uri="{FF2B5EF4-FFF2-40B4-BE49-F238E27FC236}">
                  <a16:creationId xmlns:a16="http://schemas.microsoft.com/office/drawing/2014/main" id="{3B21D6B8-9A13-CB4D-A567-07369736D726}"/>
                </a:ext>
              </a:extLst>
            </p:cNvPr>
            <p:cNvGrpSpPr>
              <a:grpSpLocks/>
            </p:cNvGrpSpPr>
            <p:nvPr/>
          </p:nvGrpSpPr>
          <p:grpSpPr bwMode="auto">
            <a:xfrm>
              <a:off x="4747" y="994"/>
              <a:ext cx="581" cy="134"/>
              <a:chOff x="614" y="2568"/>
              <a:chExt cx="725" cy="139"/>
            </a:xfrm>
          </p:grpSpPr>
          <p:sp>
            <p:nvSpPr>
              <p:cNvPr id="456" name="AutoShape 285">
                <a:extLst>
                  <a:ext uri="{FF2B5EF4-FFF2-40B4-BE49-F238E27FC236}">
                    <a16:creationId xmlns:a16="http://schemas.microsoft.com/office/drawing/2014/main" id="{6F0CB466-469D-3F45-BE66-39F561D60958}"/>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7" name="AutoShape 286">
                <a:extLst>
                  <a:ext uri="{FF2B5EF4-FFF2-40B4-BE49-F238E27FC236}">
                    <a16:creationId xmlns:a16="http://schemas.microsoft.com/office/drawing/2014/main" id="{29D719D4-E1C6-604A-8870-549D67683095}"/>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6" name="Rectangle 287">
              <a:extLst>
                <a:ext uri="{FF2B5EF4-FFF2-40B4-BE49-F238E27FC236}">
                  <a16:creationId xmlns:a16="http://schemas.microsoft.com/office/drawing/2014/main" id="{0D71907F-6787-7144-A19B-418733EE17E3}"/>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7" name="Rectangle 288">
              <a:extLst>
                <a:ext uri="{FF2B5EF4-FFF2-40B4-BE49-F238E27FC236}">
                  <a16:creationId xmlns:a16="http://schemas.microsoft.com/office/drawing/2014/main" id="{35AED19C-A1F1-AC46-914C-8F5D6F4BCEB8}"/>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38" name="Group 289">
              <a:extLst>
                <a:ext uri="{FF2B5EF4-FFF2-40B4-BE49-F238E27FC236}">
                  <a16:creationId xmlns:a16="http://schemas.microsoft.com/office/drawing/2014/main" id="{45D31D32-5A14-5742-954A-BA17509AC6ED}"/>
                </a:ext>
              </a:extLst>
            </p:cNvPr>
            <p:cNvGrpSpPr>
              <a:grpSpLocks/>
            </p:cNvGrpSpPr>
            <p:nvPr/>
          </p:nvGrpSpPr>
          <p:grpSpPr bwMode="auto">
            <a:xfrm>
              <a:off x="4735" y="1627"/>
              <a:ext cx="582" cy="151"/>
              <a:chOff x="614" y="2568"/>
              <a:chExt cx="725" cy="139"/>
            </a:xfrm>
          </p:grpSpPr>
          <p:sp>
            <p:nvSpPr>
              <p:cNvPr id="454" name="AutoShape 290">
                <a:extLst>
                  <a:ext uri="{FF2B5EF4-FFF2-40B4-BE49-F238E27FC236}">
                    <a16:creationId xmlns:a16="http://schemas.microsoft.com/office/drawing/2014/main" id="{FBB57FC3-B7A2-A541-9EC0-D57A59BBEF9D}"/>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AutoShape 291">
                <a:extLst>
                  <a:ext uri="{FF2B5EF4-FFF2-40B4-BE49-F238E27FC236}">
                    <a16:creationId xmlns:a16="http://schemas.microsoft.com/office/drawing/2014/main" id="{52BE3087-7497-914D-B468-02CDAA58DBD9}"/>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39" name="Freeform 292">
              <a:extLst>
                <a:ext uri="{FF2B5EF4-FFF2-40B4-BE49-F238E27FC236}">
                  <a16:creationId xmlns:a16="http://schemas.microsoft.com/office/drawing/2014/main" id="{5070ED80-559E-4540-964B-D73009E42A4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40" name="Group 293">
              <a:extLst>
                <a:ext uri="{FF2B5EF4-FFF2-40B4-BE49-F238E27FC236}">
                  <a16:creationId xmlns:a16="http://schemas.microsoft.com/office/drawing/2014/main" id="{30993F73-047D-CD47-96E3-F7599404305B}"/>
                </a:ext>
              </a:extLst>
            </p:cNvPr>
            <p:cNvGrpSpPr>
              <a:grpSpLocks/>
            </p:cNvGrpSpPr>
            <p:nvPr/>
          </p:nvGrpSpPr>
          <p:grpSpPr bwMode="auto">
            <a:xfrm>
              <a:off x="4739" y="1327"/>
              <a:ext cx="582" cy="139"/>
              <a:chOff x="614" y="2568"/>
              <a:chExt cx="725" cy="139"/>
            </a:xfrm>
          </p:grpSpPr>
          <p:sp>
            <p:nvSpPr>
              <p:cNvPr id="452" name="AutoShape 294">
                <a:extLst>
                  <a:ext uri="{FF2B5EF4-FFF2-40B4-BE49-F238E27FC236}">
                    <a16:creationId xmlns:a16="http://schemas.microsoft.com/office/drawing/2014/main" id="{F253CC19-7627-6043-A479-C0AADFD1B00A}"/>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3" name="AutoShape 295">
                <a:extLst>
                  <a:ext uri="{FF2B5EF4-FFF2-40B4-BE49-F238E27FC236}">
                    <a16:creationId xmlns:a16="http://schemas.microsoft.com/office/drawing/2014/main" id="{9818C9E1-67F5-5D42-8D8A-BFA5671949F0}"/>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1" name="Rectangle 296">
              <a:extLst>
                <a:ext uri="{FF2B5EF4-FFF2-40B4-BE49-F238E27FC236}">
                  <a16:creationId xmlns:a16="http://schemas.microsoft.com/office/drawing/2014/main" id="{D263AAA2-92D9-9A4A-9D5F-0CEC89CD02FB}"/>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2" name="Freeform 297">
              <a:extLst>
                <a:ext uri="{FF2B5EF4-FFF2-40B4-BE49-F238E27FC236}">
                  <a16:creationId xmlns:a16="http://schemas.microsoft.com/office/drawing/2014/main" id="{51AD4C3A-6939-3B47-91CC-E1A0D3A3ED25}"/>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3" name="Freeform 298">
              <a:extLst>
                <a:ext uri="{FF2B5EF4-FFF2-40B4-BE49-F238E27FC236}">
                  <a16:creationId xmlns:a16="http://schemas.microsoft.com/office/drawing/2014/main" id="{023E9D5F-D41C-8A48-B73A-4E4F43755A28}"/>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4" name="Oval 299">
              <a:extLst>
                <a:ext uri="{FF2B5EF4-FFF2-40B4-BE49-F238E27FC236}">
                  <a16:creationId xmlns:a16="http://schemas.microsoft.com/office/drawing/2014/main" id="{C4126737-BE73-B444-BC40-5B679E6E13B1}"/>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5" name="Freeform 300">
              <a:extLst>
                <a:ext uri="{FF2B5EF4-FFF2-40B4-BE49-F238E27FC236}">
                  <a16:creationId xmlns:a16="http://schemas.microsoft.com/office/drawing/2014/main" id="{567B6CFD-A1A1-094D-8F7C-5A9EF1AB027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6" name="AutoShape 301">
              <a:extLst>
                <a:ext uri="{FF2B5EF4-FFF2-40B4-BE49-F238E27FC236}">
                  <a16:creationId xmlns:a16="http://schemas.microsoft.com/office/drawing/2014/main" id="{3B7B7519-C492-8348-B873-C01A2103E47E}"/>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7" name="AutoShape 302">
              <a:extLst>
                <a:ext uri="{FF2B5EF4-FFF2-40B4-BE49-F238E27FC236}">
                  <a16:creationId xmlns:a16="http://schemas.microsoft.com/office/drawing/2014/main" id="{0AEDB1EF-7012-ED44-8FBC-F1B714A63DD2}"/>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8" name="Oval 303">
              <a:extLst>
                <a:ext uri="{FF2B5EF4-FFF2-40B4-BE49-F238E27FC236}">
                  <a16:creationId xmlns:a16="http://schemas.microsoft.com/office/drawing/2014/main" id="{BA640DBB-C29F-A54E-BE9A-180B14269FA4}"/>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9" name="Oval 304">
              <a:extLst>
                <a:ext uri="{FF2B5EF4-FFF2-40B4-BE49-F238E27FC236}">
                  <a16:creationId xmlns:a16="http://schemas.microsoft.com/office/drawing/2014/main" id="{2F7F78D4-9C68-A84C-8801-9C057B8C145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50" name="Oval 305">
              <a:extLst>
                <a:ext uri="{FF2B5EF4-FFF2-40B4-BE49-F238E27FC236}">
                  <a16:creationId xmlns:a16="http://schemas.microsoft.com/office/drawing/2014/main" id="{3D213A7E-B9E9-694B-8ED3-47609E49D2F1}"/>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1" name="Rectangle 306">
              <a:extLst>
                <a:ext uri="{FF2B5EF4-FFF2-40B4-BE49-F238E27FC236}">
                  <a16:creationId xmlns:a16="http://schemas.microsoft.com/office/drawing/2014/main" id="{4F8B5B78-3482-8142-BC2B-1825AA302880}"/>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3" name="Group 340">
            <a:extLst>
              <a:ext uri="{FF2B5EF4-FFF2-40B4-BE49-F238E27FC236}">
                <a16:creationId xmlns:a16="http://schemas.microsoft.com/office/drawing/2014/main" id="{3B951C82-D444-224D-9348-99C19D9166DC}"/>
              </a:ext>
            </a:extLst>
          </p:cNvPr>
          <p:cNvGrpSpPr>
            <a:grpSpLocks/>
          </p:cNvGrpSpPr>
          <p:nvPr/>
        </p:nvGrpSpPr>
        <p:grpSpPr bwMode="auto">
          <a:xfrm>
            <a:off x="8396192" y="5170758"/>
            <a:ext cx="525463" cy="557213"/>
            <a:chOff x="-44" y="1473"/>
            <a:chExt cx="981" cy="1105"/>
          </a:xfrm>
        </p:grpSpPr>
        <p:pic>
          <p:nvPicPr>
            <p:cNvPr id="494" name="Picture 341" descr="desktop_computer_stylized_medium">
              <a:extLst>
                <a:ext uri="{FF2B5EF4-FFF2-40B4-BE49-F238E27FC236}">
                  <a16:creationId xmlns:a16="http://schemas.microsoft.com/office/drawing/2014/main" id="{A2EB07C0-0A48-8944-B12C-316C163FF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 name="Freeform 342">
              <a:extLst>
                <a:ext uri="{FF2B5EF4-FFF2-40B4-BE49-F238E27FC236}">
                  <a16:creationId xmlns:a16="http://schemas.microsoft.com/office/drawing/2014/main" id="{2E93558C-0361-464A-9337-3AA86EC1D4B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6" name="Group 343">
            <a:extLst>
              <a:ext uri="{FF2B5EF4-FFF2-40B4-BE49-F238E27FC236}">
                <a16:creationId xmlns:a16="http://schemas.microsoft.com/office/drawing/2014/main" id="{B96E9301-59D5-4D4B-95C3-D8F5D00E370A}"/>
              </a:ext>
            </a:extLst>
          </p:cNvPr>
          <p:cNvGrpSpPr>
            <a:grpSpLocks/>
          </p:cNvGrpSpPr>
          <p:nvPr/>
        </p:nvGrpSpPr>
        <p:grpSpPr bwMode="auto">
          <a:xfrm>
            <a:off x="8920067" y="5159646"/>
            <a:ext cx="525463" cy="557212"/>
            <a:chOff x="-44" y="1473"/>
            <a:chExt cx="981" cy="1105"/>
          </a:xfrm>
        </p:grpSpPr>
        <p:pic>
          <p:nvPicPr>
            <p:cNvPr id="497" name="Picture 344" descr="desktop_computer_stylized_medium">
              <a:extLst>
                <a:ext uri="{FF2B5EF4-FFF2-40B4-BE49-F238E27FC236}">
                  <a16:creationId xmlns:a16="http://schemas.microsoft.com/office/drawing/2014/main" id="{A8402C6A-6509-0642-B84E-51B8097E1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8" name="Freeform 345">
              <a:extLst>
                <a:ext uri="{FF2B5EF4-FFF2-40B4-BE49-F238E27FC236}">
                  <a16:creationId xmlns:a16="http://schemas.microsoft.com/office/drawing/2014/main" id="{6E7E5B0F-1FE1-6A4B-BCDC-96E210FCE585}"/>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1" name="Group 520">
            <a:extLst>
              <a:ext uri="{FF2B5EF4-FFF2-40B4-BE49-F238E27FC236}">
                <a16:creationId xmlns:a16="http://schemas.microsoft.com/office/drawing/2014/main" id="{8E1A0307-E695-FC42-983B-9915B98768EC}"/>
              </a:ext>
            </a:extLst>
          </p:cNvPr>
          <p:cNvGrpSpPr/>
          <p:nvPr/>
        </p:nvGrpSpPr>
        <p:grpSpPr>
          <a:xfrm>
            <a:off x="8988913" y="3095664"/>
            <a:ext cx="889089" cy="466491"/>
            <a:chOff x="7493876" y="2774731"/>
            <a:chExt cx="1481958" cy="894622"/>
          </a:xfrm>
        </p:grpSpPr>
        <p:sp>
          <p:nvSpPr>
            <p:cNvPr id="522" name="Freeform 521">
              <a:extLst>
                <a:ext uri="{FF2B5EF4-FFF2-40B4-BE49-F238E27FC236}">
                  <a16:creationId xmlns:a16="http://schemas.microsoft.com/office/drawing/2014/main" id="{DC9856E7-1969-524C-8F21-65D77697BD0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523" name="Oval 522">
              <a:extLst>
                <a:ext uri="{FF2B5EF4-FFF2-40B4-BE49-F238E27FC236}">
                  <a16:creationId xmlns:a16="http://schemas.microsoft.com/office/drawing/2014/main" id="{FFDA8F93-2C48-6A4A-9D27-9AECFC5B94B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524" name="Group 523">
              <a:extLst>
                <a:ext uri="{FF2B5EF4-FFF2-40B4-BE49-F238E27FC236}">
                  <a16:creationId xmlns:a16="http://schemas.microsoft.com/office/drawing/2014/main" id="{C7EC4B67-EB13-E647-A5CD-E91C5D1F4094}"/>
                </a:ext>
              </a:extLst>
            </p:cNvPr>
            <p:cNvGrpSpPr/>
            <p:nvPr/>
          </p:nvGrpSpPr>
          <p:grpSpPr>
            <a:xfrm>
              <a:off x="7713663" y="2848339"/>
              <a:ext cx="1042107" cy="425543"/>
              <a:chOff x="7786941" y="2884917"/>
              <a:chExt cx="897649" cy="353919"/>
            </a:xfrm>
          </p:grpSpPr>
          <p:sp>
            <p:nvSpPr>
              <p:cNvPr id="525" name="Freeform 524">
                <a:extLst>
                  <a:ext uri="{FF2B5EF4-FFF2-40B4-BE49-F238E27FC236}">
                    <a16:creationId xmlns:a16="http://schemas.microsoft.com/office/drawing/2014/main" id="{6145C3A8-D719-B744-9DC6-51E7FB72118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6" name="Freeform 525">
                <a:extLst>
                  <a:ext uri="{FF2B5EF4-FFF2-40B4-BE49-F238E27FC236}">
                    <a16:creationId xmlns:a16="http://schemas.microsoft.com/office/drawing/2014/main" id="{92F9C394-34C8-3D42-ACE0-014520ED0D5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7" name="Freeform 526">
                <a:extLst>
                  <a:ext uri="{FF2B5EF4-FFF2-40B4-BE49-F238E27FC236}">
                    <a16:creationId xmlns:a16="http://schemas.microsoft.com/office/drawing/2014/main" id="{3E34F096-DAE4-6D4F-9026-F07CB5FB9F7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8" name="Freeform 527">
                <a:extLst>
                  <a:ext uri="{FF2B5EF4-FFF2-40B4-BE49-F238E27FC236}">
                    <a16:creationId xmlns:a16="http://schemas.microsoft.com/office/drawing/2014/main" id="{3D175E3D-A4A7-3F4E-8C6B-A59321AD72E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02" name="Group 501">
            <a:extLst>
              <a:ext uri="{FF2B5EF4-FFF2-40B4-BE49-F238E27FC236}">
                <a16:creationId xmlns:a16="http://schemas.microsoft.com/office/drawing/2014/main" id="{B2C32989-94BE-1349-908C-1DF72CEEA243}"/>
              </a:ext>
            </a:extLst>
          </p:cNvPr>
          <p:cNvGrpSpPr/>
          <p:nvPr/>
        </p:nvGrpSpPr>
        <p:grpSpPr>
          <a:xfrm>
            <a:off x="8967576" y="4437217"/>
            <a:ext cx="889089" cy="466491"/>
            <a:chOff x="7493876" y="2774731"/>
            <a:chExt cx="1481958" cy="894622"/>
          </a:xfrm>
        </p:grpSpPr>
        <p:sp>
          <p:nvSpPr>
            <p:cNvPr id="511" name="Freeform 510">
              <a:extLst>
                <a:ext uri="{FF2B5EF4-FFF2-40B4-BE49-F238E27FC236}">
                  <a16:creationId xmlns:a16="http://schemas.microsoft.com/office/drawing/2014/main" id="{C2991A41-3005-6140-8488-3B5A28439BE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512" name="Oval 511">
              <a:extLst>
                <a:ext uri="{FF2B5EF4-FFF2-40B4-BE49-F238E27FC236}">
                  <a16:creationId xmlns:a16="http://schemas.microsoft.com/office/drawing/2014/main" id="{49B8AB88-8810-704D-9300-A83DE18C86C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513" name="Group 512">
              <a:extLst>
                <a:ext uri="{FF2B5EF4-FFF2-40B4-BE49-F238E27FC236}">
                  <a16:creationId xmlns:a16="http://schemas.microsoft.com/office/drawing/2014/main" id="{9DCFAF85-9D5F-BD4E-92DB-E7931A4466B4}"/>
                </a:ext>
              </a:extLst>
            </p:cNvPr>
            <p:cNvGrpSpPr/>
            <p:nvPr/>
          </p:nvGrpSpPr>
          <p:grpSpPr>
            <a:xfrm>
              <a:off x="7713663" y="2848339"/>
              <a:ext cx="1042107" cy="425543"/>
              <a:chOff x="7786941" y="2884917"/>
              <a:chExt cx="897649" cy="353919"/>
            </a:xfrm>
          </p:grpSpPr>
          <p:sp>
            <p:nvSpPr>
              <p:cNvPr id="514" name="Freeform 513">
                <a:extLst>
                  <a:ext uri="{FF2B5EF4-FFF2-40B4-BE49-F238E27FC236}">
                    <a16:creationId xmlns:a16="http://schemas.microsoft.com/office/drawing/2014/main" id="{EB001B67-F654-CF4C-934D-354F339EBA6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5" name="Freeform 514">
                <a:extLst>
                  <a:ext uri="{FF2B5EF4-FFF2-40B4-BE49-F238E27FC236}">
                    <a16:creationId xmlns:a16="http://schemas.microsoft.com/office/drawing/2014/main" id="{C0D4D273-34F9-9640-8CF6-6EF497AEF3E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6" name="Freeform 515">
                <a:extLst>
                  <a:ext uri="{FF2B5EF4-FFF2-40B4-BE49-F238E27FC236}">
                    <a16:creationId xmlns:a16="http://schemas.microsoft.com/office/drawing/2014/main" id="{14D9297A-8D94-304C-9142-46F6B69902F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7" name="Freeform 516">
                <a:extLst>
                  <a:ext uri="{FF2B5EF4-FFF2-40B4-BE49-F238E27FC236}">
                    <a16:creationId xmlns:a16="http://schemas.microsoft.com/office/drawing/2014/main" id="{18D26BD9-84B6-C74F-8936-105C5777BBC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8" name="Group 7">
            <a:extLst>
              <a:ext uri="{FF2B5EF4-FFF2-40B4-BE49-F238E27FC236}">
                <a16:creationId xmlns:a16="http://schemas.microsoft.com/office/drawing/2014/main" id="{C1B9D561-2CE1-E94C-A5B6-6D386991296C}"/>
              </a:ext>
            </a:extLst>
          </p:cNvPr>
          <p:cNvGrpSpPr/>
          <p:nvPr/>
        </p:nvGrpSpPr>
        <p:grpSpPr>
          <a:xfrm>
            <a:off x="9339961" y="4807753"/>
            <a:ext cx="811212" cy="1033463"/>
            <a:chOff x="9001301" y="5550914"/>
            <a:chExt cx="811212" cy="1033463"/>
          </a:xfrm>
        </p:grpSpPr>
        <p:sp>
          <p:nvSpPr>
            <p:cNvPr id="5" name="Oval 4">
              <a:extLst>
                <a:ext uri="{FF2B5EF4-FFF2-40B4-BE49-F238E27FC236}">
                  <a16:creationId xmlns:a16="http://schemas.microsoft.com/office/drawing/2014/main" id="{A298426B-04DE-A940-931E-BDC464270408}"/>
                </a:ext>
              </a:extLst>
            </p:cNvPr>
            <p:cNvSpPr/>
            <p:nvPr/>
          </p:nvSpPr>
          <p:spPr>
            <a:xfrm>
              <a:off x="9001301" y="5550914"/>
              <a:ext cx="811212" cy="1033463"/>
            </a:xfrm>
            <a:prstGeom prst="ellipse">
              <a:avLst/>
            </a:prstGeom>
            <a:solidFill>
              <a:srgbClr val="C0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738995C0-BBC9-804D-85E8-324290F772D6}"/>
                </a:ext>
              </a:extLst>
            </p:cNvPr>
            <p:cNvGrpSpPr/>
            <p:nvPr/>
          </p:nvGrpSpPr>
          <p:grpSpPr>
            <a:xfrm>
              <a:off x="9256094" y="5631762"/>
              <a:ext cx="377825" cy="800176"/>
              <a:chOff x="10907888" y="5189290"/>
              <a:chExt cx="377825" cy="800176"/>
            </a:xfrm>
          </p:grpSpPr>
          <p:sp>
            <p:nvSpPr>
              <p:cNvPr id="266" name="Line 80">
                <a:extLst>
                  <a:ext uri="{FF2B5EF4-FFF2-40B4-BE49-F238E27FC236}">
                    <a16:creationId xmlns:a16="http://schemas.microsoft.com/office/drawing/2014/main" id="{DC2C9F57-B9EB-1941-A689-B13B8950BD5E}"/>
                  </a:ext>
                </a:extLst>
              </p:cNvPr>
              <p:cNvSpPr>
                <a:spLocks noChangeShapeType="1"/>
              </p:cNvSpPr>
              <p:nvPr/>
            </p:nvSpPr>
            <p:spPr bwMode="auto">
              <a:xfrm>
                <a:off x="10966625" y="5189290"/>
                <a:ext cx="76200" cy="3222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60" name="Group 307">
                <a:extLst>
                  <a:ext uri="{FF2B5EF4-FFF2-40B4-BE49-F238E27FC236}">
                    <a16:creationId xmlns:a16="http://schemas.microsoft.com/office/drawing/2014/main" id="{EBBCE30B-4C00-0843-BA56-FF3F98DF9C83}"/>
                  </a:ext>
                </a:extLst>
              </p:cNvPr>
              <p:cNvGrpSpPr>
                <a:grpSpLocks/>
              </p:cNvGrpSpPr>
              <p:nvPr/>
            </p:nvGrpSpPr>
            <p:grpSpPr bwMode="auto">
              <a:xfrm>
                <a:off x="10907888" y="5413204"/>
                <a:ext cx="377825" cy="576262"/>
                <a:chOff x="4140" y="429"/>
                <a:chExt cx="1425" cy="2396"/>
              </a:xfrm>
            </p:grpSpPr>
            <p:sp>
              <p:nvSpPr>
                <p:cNvPr id="461" name="Freeform 308">
                  <a:extLst>
                    <a:ext uri="{FF2B5EF4-FFF2-40B4-BE49-F238E27FC236}">
                      <a16:creationId xmlns:a16="http://schemas.microsoft.com/office/drawing/2014/main" id="{83748550-5535-714B-A011-5732D5AB9F86}"/>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2" name="Rectangle 309">
                  <a:extLst>
                    <a:ext uri="{FF2B5EF4-FFF2-40B4-BE49-F238E27FC236}">
                      <a16:creationId xmlns:a16="http://schemas.microsoft.com/office/drawing/2014/main" id="{9EDD97E5-06A3-F844-AC12-86FF0C988996}"/>
                    </a:ext>
                  </a:extLst>
                </p:cNvPr>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3" name="Freeform 310">
                  <a:extLst>
                    <a:ext uri="{FF2B5EF4-FFF2-40B4-BE49-F238E27FC236}">
                      <a16:creationId xmlns:a16="http://schemas.microsoft.com/office/drawing/2014/main" id="{70945480-4E5A-4D4D-9CB5-2EE3B8B723DB}"/>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4" name="Freeform 311">
                  <a:extLst>
                    <a:ext uri="{FF2B5EF4-FFF2-40B4-BE49-F238E27FC236}">
                      <a16:creationId xmlns:a16="http://schemas.microsoft.com/office/drawing/2014/main" id="{2D50B6AC-633A-E648-9313-0B33331842D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Rectangle 312">
                  <a:extLst>
                    <a:ext uri="{FF2B5EF4-FFF2-40B4-BE49-F238E27FC236}">
                      <a16:creationId xmlns:a16="http://schemas.microsoft.com/office/drawing/2014/main" id="{47F72229-4C07-FF49-B907-A9D7C0379756}"/>
                    </a:ext>
                  </a:extLst>
                </p:cNvPr>
                <p:cNvSpPr>
                  <a:spLocks noChangeArrowheads="1"/>
                </p:cNvSpPr>
                <p:nvPr/>
              </p:nvSpPr>
              <p:spPr bwMode="auto">
                <a:xfrm>
                  <a:off x="4212" y="693"/>
                  <a:ext cx="599"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66" name="Group 313">
                  <a:extLst>
                    <a:ext uri="{FF2B5EF4-FFF2-40B4-BE49-F238E27FC236}">
                      <a16:creationId xmlns:a16="http://schemas.microsoft.com/office/drawing/2014/main" id="{A42FF10A-615B-304D-8C35-154C0E4C5787}"/>
                    </a:ext>
                  </a:extLst>
                </p:cNvPr>
                <p:cNvGrpSpPr>
                  <a:grpSpLocks/>
                </p:cNvGrpSpPr>
                <p:nvPr/>
              </p:nvGrpSpPr>
              <p:grpSpPr bwMode="auto">
                <a:xfrm>
                  <a:off x="4749" y="668"/>
                  <a:ext cx="581" cy="145"/>
                  <a:chOff x="614" y="2568"/>
                  <a:chExt cx="725" cy="139"/>
                </a:xfrm>
              </p:grpSpPr>
              <p:sp>
                <p:nvSpPr>
                  <p:cNvPr id="491" name="AutoShape 314">
                    <a:extLst>
                      <a:ext uri="{FF2B5EF4-FFF2-40B4-BE49-F238E27FC236}">
                        <a16:creationId xmlns:a16="http://schemas.microsoft.com/office/drawing/2014/main" id="{34A57301-3C4F-8449-804B-13CE58B4846F}"/>
                      </a:ext>
                    </a:extLst>
                  </p:cNvPr>
                  <p:cNvSpPr>
                    <a:spLocks noChangeArrowheads="1"/>
                  </p:cNvSpPr>
                  <p:nvPr/>
                </p:nvSpPr>
                <p:spPr bwMode="auto">
                  <a:xfrm>
                    <a:off x="616" y="2567"/>
                    <a:ext cx="725"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2" name="AutoShape 315">
                    <a:extLst>
                      <a:ext uri="{FF2B5EF4-FFF2-40B4-BE49-F238E27FC236}">
                        <a16:creationId xmlns:a16="http://schemas.microsoft.com/office/drawing/2014/main" id="{9A1FA8F9-C3C6-0F4F-92B5-0F88F3CADE81}"/>
                      </a:ext>
                    </a:extLst>
                  </p:cNvPr>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67" name="Rectangle 316">
                  <a:extLst>
                    <a:ext uri="{FF2B5EF4-FFF2-40B4-BE49-F238E27FC236}">
                      <a16:creationId xmlns:a16="http://schemas.microsoft.com/office/drawing/2014/main" id="{9C19D553-23E1-C642-BE27-380720AFE330}"/>
                    </a:ext>
                  </a:extLst>
                </p:cNvPr>
                <p:cNvSpPr>
                  <a:spLocks noChangeArrowheads="1"/>
                </p:cNvSpPr>
                <p:nvPr/>
              </p:nvSpPr>
              <p:spPr bwMode="auto">
                <a:xfrm>
                  <a:off x="4224" y="1016"/>
                  <a:ext cx="599" cy="53"/>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68" name="Group 317">
                  <a:extLst>
                    <a:ext uri="{FF2B5EF4-FFF2-40B4-BE49-F238E27FC236}">
                      <a16:creationId xmlns:a16="http://schemas.microsoft.com/office/drawing/2014/main" id="{BA84A45F-1D87-2D4A-ADC6-FBD0F07175D1}"/>
                    </a:ext>
                  </a:extLst>
                </p:cNvPr>
                <p:cNvGrpSpPr>
                  <a:grpSpLocks/>
                </p:cNvGrpSpPr>
                <p:nvPr/>
              </p:nvGrpSpPr>
              <p:grpSpPr bwMode="auto">
                <a:xfrm>
                  <a:off x="4747" y="994"/>
                  <a:ext cx="581" cy="134"/>
                  <a:chOff x="614" y="2568"/>
                  <a:chExt cx="725" cy="139"/>
                </a:xfrm>
              </p:grpSpPr>
              <p:sp>
                <p:nvSpPr>
                  <p:cNvPr id="489" name="AutoShape 318">
                    <a:extLst>
                      <a:ext uri="{FF2B5EF4-FFF2-40B4-BE49-F238E27FC236}">
                        <a16:creationId xmlns:a16="http://schemas.microsoft.com/office/drawing/2014/main" id="{9967BFD2-AF98-6C48-9664-709DAD7F645D}"/>
                      </a:ext>
                    </a:extLst>
                  </p:cNvPr>
                  <p:cNvSpPr>
                    <a:spLocks noChangeArrowheads="1"/>
                  </p:cNvSpPr>
                  <p:nvPr/>
                </p:nvSpPr>
                <p:spPr bwMode="auto">
                  <a:xfrm>
                    <a:off x="611" y="2571"/>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0" name="AutoShape 319">
                    <a:extLst>
                      <a:ext uri="{FF2B5EF4-FFF2-40B4-BE49-F238E27FC236}">
                        <a16:creationId xmlns:a16="http://schemas.microsoft.com/office/drawing/2014/main" id="{98F66D34-8A75-524A-85C0-CD7FBB230949}"/>
                      </a:ext>
                    </a:extLst>
                  </p:cNvPr>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69" name="Rectangle 320">
                  <a:extLst>
                    <a:ext uri="{FF2B5EF4-FFF2-40B4-BE49-F238E27FC236}">
                      <a16:creationId xmlns:a16="http://schemas.microsoft.com/office/drawing/2014/main" id="{C6107AE3-3C09-A34C-964D-28157ABBDF99}"/>
                    </a:ext>
                  </a:extLst>
                </p:cNvPr>
                <p:cNvSpPr>
                  <a:spLocks noChangeArrowheads="1"/>
                </p:cNvSpPr>
                <p:nvPr/>
              </p:nvSpPr>
              <p:spPr bwMode="auto">
                <a:xfrm>
                  <a:off x="4218" y="1360"/>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Rectangle 321">
                  <a:extLst>
                    <a:ext uri="{FF2B5EF4-FFF2-40B4-BE49-F238E27FC236}">
                      <a16:creationId xmlns:a16="http://schemas.microsoft.com/office/drawing/2014/main" id="{737FBD85-26B2-914A-8B0D-606EB3EDB4CA}"/>
                    </a:ext>
                  </a:extLst>
                </p:cNvPr>
                <p:cNvSpPr>
                  <a:spLocks noChangeArrowheads="1"/>
                </p:cNvSpPr>
                <p:nvPr/>
              </p:nvSpPr>
              <p:spPr bwMode="auto">
                <a:xfrm>
                  <a:off x="4230" y="1657"/>
                  <a:ext cx="593" cy="46"/>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71" name="Group 322">
                  <a:extLst>
                    <a:ext uri="{FF2B5EF4-FFF2-40B4-BE49-F238E27FC236}">
                      <a16:creationId xmlns:a16="http://schemas.microsoft.com/office/drawing/2014/main" id="{E5A59E91-C5CD-894D-8213-3909A8CC3A4A}"/>
                    </a:ext>
                  </a:extLst>
                </p:cNvPr>
                <p:cNvGrpSpPr>
                  <a:grpSpLocks/>
                </p:cNvGrpSpPr>
                <p:nvPr/>
              </p:nvGrpSpPr>
              <p:grpSpPr bwMode="auto">
                <a:xfrm>
                  <a:off x="4735" y="1627"/>
                  <a:ext cx="582" cy="151"/>
                  <a:chOff x="614" y="2568"/>
                  <a:chExt cx="725" cy="139"/>
                </a:xfrm>
              </p:grpSpPr>
              <p:sp>
                <p:nvSpPr>
                  <p:cNvPr id="487" name="AutoShape 323">
                    <a:extLst>
                      <a:ext uri="{FF2B5EF4-FFF2-40B4-BE49-F238E27FC236}">
                        <a16:creationId xmlns:a16="http://schemas.microsoft.com/office/drawing/2014/main" id="{8962A917-2AE1-7242-B9FB-8E9263A51063}"/>
                      </a:ext>
                    </a:extLst>
                  </p:cNvPr>
                  <p:cNvSpPr>
                    <a:spLocks noChangeArrowheads="1"/>
                  </p:cNvSpPr>
                  <p:nvPr/>
                </p:nvSpPr>
                <p:spPr bwMode="auto">
                  <a:xfrm>
                    <a:off x="611" y="2571"/>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8" name="AutoShape 324">
                    <a:extLst>
                      <a:ext uri="{FF2B5EF4-FFF2-40B4-BE49-F238E27FC236}">
                        <a16:creationId xmlns:a16="http://schemas.microsoft.com/office/drawing/2014/main" id="{97C18552-37AD-CE49-8BBD-05E8608B6160}"/>
                      </a:ext>
                    </a:extLst>
                  </p:cNvPr>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72" name="Freeform 325">
                  <a:extLst>
                    <a:ext uri="{FF2B5EF4-FFF2-40B4-BE49-F238E27FC236}">
                      <a16:creationId xmlns:a16="http://schemas.microsoft.com/office/drawing/2014/main" id="{426DAACD-E1F3-7E44-9DC7-B1A44414FA45}"/>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73" name="Group 326">
                  <a:extLst>
                    <a:ext uri="{FF2B5EF4-FFF2-40B4-BE49-F238E27FC236}">
                      <a16:creationId xmlns:a16="http://schemas.microsoft.com/office/drawing/2014/main" id="{73D89D04-968E-6442-873B-B8D1778FD278}"/>
                    </a:ext>
                  </a:extLst>
                </p:cNvPr>
                <p:cNvGrpSpPr>
                  <a:grpSpLocks/>
                </p:cNvGrpSpPr>
                <p:nvPr/>
              </p:nvGrpSpPr>
              <p:grpSpPr bwMode="auto">
                <a:xfrm>
                  <a:off x="4739" y="1327"/>
                  <a:ext cx="582" cy="139"/>
                  <a:chOff x="614" y="2568"/>
                  <a:chExt cx="725" cy="139"/>
                </a:xfrm>
              </p:grpSpPr>
              <p:sp>
                <p:nvSpPr>
                  <p:cNvPr id="485" name="AutoShape 327">
                    <a:extLst>
                      <a:ext uri="{FF2B5EF4-FFF2-40B4-BE49-F238E27FC236}">
                        <a16:creationId xmlns:a16="http://schemas.microsoft.com/office/drawing/2014/main" id="{6065DB5E-95E8-8643-B0FE-6CB09E8FDB4A}"/>
                      </a:ext>
                    </a:extLst>
                  </p:cNvPr>
                  <p:cNvSpPr>
                    <a:spLocks noChangeArrowheads="1"/>
                  </p:cNvSpPr>
                  <p:nvPr/>
                </p:nvSpPr>
                <p:spPr bwMode="auto">
                  <a:xfrm>
                    <a:off x="614" y="2568"/>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6" name="AutoShape 328">
                    <a:extLst>
                      <a:ext uri="{FF2B5EF4-FFF2-40B4-BE49-F238E27FC236}">
                        <a16:creationId xmlns:a16="http://schemas.microsoft.com/office/drawing/2014/main" id="{F973A90F-0F3C-F744-97ED-8AAC23F79D91}"/>
                      </a:ext>
                    </a:extLst>
                  </p:cNvPr>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74" name="Rectangle 329">
                  <a:extLst>
                    <a:ext uri="{FF2B5EF4-FFF2-40B4-BE49-F238E27FC236}">
                      <a16:creationId xmlns:a16="http://schemas.microsoft.com/office/drawing/2014/main" id="{F4ADD3E7-CF4E-ED4B-B276-1E6A7B9D4116}"/>
                    </a:ext>
                  </a:extLst>
                </p:cNvPr>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5" name="Freeform 330">
                  <a:extLst>
                    <a:ext uri="{FF2B5EF4-FFF2-40B4-BE49-F238E27FC236}">
                      <a16:creationId xmlns:a16="http://schemas.microsoft.com/office/drawing/2014/main" id="{1CEE161A-40E6-604E-B7AD-3830C72F6660}"/>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6" name="Freeform 331">
                  <a:extLst>
                    <a:ext uri="{FF2B5EF4-FFF2-40B4-BE49-F238E27FC236}">
                      <a16:creationId xmlns:a16="http://schemas.microsoft.com/office/drawing/2014/main" id="{40DF445E-B42A-CF43-806C-B86CD001760A}"/>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7" name="Oval 332">
                  <a:extLst>
                    <a:ext uri="{FF2B5EF4-FFF2-40B4-BE49-F238E27FC236}">
                      <a16:creationId xmlns:a16="http://schemas.microsoft.com/office/drawing/2014/main" id="{4AA850BD-AD7E-884D-BB50-C36880F437D7}"/>
                    </a:ext>
                  </a:extLst>
                </p:cNvPr>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8" name="Freeform 333">
                  <a:extLst>
                    <a:ext uri="{FF2B5EF4-FFF2-40B4-BE49-F238E27FC236}">
                      <a16:creationId xmlns:a16="http://schemas.microsoft.com/office/drawing/2014/main" id="{04990E0C-FF14-0448-9208-F0CB93DA52DE}"/>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9" name="AutoShape 334">
                  <a:extLst>
                    <a:ext uri="{FF2B5EF4-FFF2-40B4-BE49-F238E27FC236}">
                      <a16:creationId xmlns:a16="http://schemas.microsoft.com/office/drawing/2014/main" id="{29F22CD1-333F-2444-8E27-DB06458666AB}"/>
                    </a:ext>
                  </a:extLst>
                </p:cNvPr>
                <p:cNvSpPr>
                  <a:spLocks noChangeArrowheads="1"/>
                </p:cNvSpPr>
                <p:nvPr/>
              </p:nvSpPr>
              <p:spPr bwMode="auto">
                <a:xfrm>
                  <a:off x="4140" y="2680"/>
                  <a:ext cx="1197" cy="145"/>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0" name="AutoShape 335">
                  <a:extLst>
                    <a:ext uri="{FF2B5EF4-FFF2-40B4-BE49-F238E27FC236}">
                      <a16:creationId xmlns:a16="http://schemas.microsoft.com/office/drawing/2014/main" id="{9522690A-CB4D-3F4F-855E-313DECF4F185}"/>
                    </a:ext>
                  </a:extLst>
                </p:cNvPr>
                <p:cNvSpPr>
                  <a:spLocks noChangeArrowheads="1"/>
                </p:cNvSpPr>
                <p:nvPr/>
              </p:nvSpPr>
              <p:spPr bwMode="auto">
                <a:xfrm>
                  <a:off x="4206" y="2713"/>
                  <a:ext cx="1072"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1" name="Oval 336">
                  <a:extLst>
                    <a:ext uri="{FF2B5EF4-FFF2-40B4-BE49-F238E27FC236}">
                      <a16:creationId xmlns:a16="http://schemas.microsoft.com/office/drawing/2014/main" id="{749723D7-4892-4246-90CC-F3A241CAD008}"/>
                    </a:ext>
                  </a:extLst>
                </p:cNvPr>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2" name="Oval 337">
                  <a:extLst>
                    <a:ext uri="{FF2B5EF4-FFF2-40B4-BE49-F238E27FC236}">
                      <a16:creationId xmlns:a16="http://schemas.microsoft.com/office/drawing/2014/main" id="{B774EC24-F0E4-0846-B90E-1164E9332432}"/>
                    </a:ext>
                  </a:extLst>
                </p:cNvPr>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83" name="Oval 338">
                  <a:extLst>
                    <a:ext uri="{FF2B5EF4-FFF2-40B4-BE49-F238E27FC236}">
                      <a16:creationId xmlns:a16="http://schemas.microsoft.com/office/drawing/2014/main" id="{2751493B-E933-8A4F-BE77-A10013F6A478}"/>
                    </a:ext>
                  </a:extLst>
                </p:cNvPr>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4" name="Rectangle 339">
                  <a:extLst>
                    <a:ext uri="{FF2B5EF4-FFF2-40B4-BE49-F238E27FC236}">
                      <a16:creationId xmlns:a16="http://schemas.microsoft.com/office/drawing/2014/main" id="{635CA67E-C290-3742-9D2C-39D9B69DB583}"/>
                    </a:ext>
                  </a:extLst>
                </p:cNvPr>
                <p:cNvSpPr>
                  <a:spLocks noChangeArrowheads="1"/>
                </p:cNvSpPr>
                <p:nvPr/>
              </p:nvSpPr>
              <p:spPr bwMode="auto">
                <a:xfrm>
                  <a:off x="5062" y="1835"/>
                  <a:ext cx="84"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sp>
        <p:nvSpPr>
          <p:cNvPr id="251" name="Text Box 98">
            <a:extLst>
              <a:ext uri="{FF2B5EF4-FFF2-40B4-BE49-F238E27FC236}">
                <a16:creationId xmlns:a16="http://schemas.microsoft.com/office/drawing/2014/main" id="{40BB819D-0723-5748-B260-0AF0BBAC27EB}"/>
              </a:ext>
            </a:extLst>
          </p:cNvPr>
          <p:cNvSpPr txBox="1">
            <a:spLocks noChangeArrowheads="1"/>
          </p:cNvSpPr>
          <p:nvPr/>
        </p:nvSpPr>
        <p:spPr bwMode="auto">
          <a:xfrm>
            <a:off x="9443782" y="5793184"/>
            <a:ext cx="16417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local web cache</a:t>
            </a:r>
            <a:endParaRPr kumimoji="0" lang="en-US" altLang="en-US" sz="2400" b="0" i="0" u="none" strike="noStrike" kern="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endParaRPr>
          </a:p>
        </p:txBody>
      </p:sp>
      <p:sp>
        <p:nvSpPr>
          <p:cNvPr id="252" name="Rectangle 4">
            <a:extLst>
              <a:ext uri="{FF2B5EF4-FFF2-40B4-BE49-F238E27FC236}">
                <a16:creationId xmlns:a16="http://schemas.microsoft.com/office/drawing/2014/main" id="{5292EFEC-88AD-0B46-B2E3-643489D30B9D}"/>
              </a:ext>
            </a:extLst>
          </p:cNvPr>
          <p:cNvSpPr txBox="1">
            <a:spLocks noChangeArrowheads="1"/>
          </p:cNvSpPr>
          <p:nvPr/>
        </p:nvSpPr>
        <p:spPr>
          <a:xfrm>
            <a:off x="889002" y="1405471"/>
            <a:ext cx="6166171" cy="1744128"/>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110000"/>
              </a:lnSpc>
              <a:spcBef>
                <a:spcPts val="400"/>
              </a:spcBef>
              <a:spcAft>
                <a:spcPts val="0"/>
              </a:spcAft>
              <a:buClr>
                <a:srgbClr val="0000A3"/>
              </a:buClr>
              <a:buSzTx/>
              <a:buFont typeface="Wingdings" pitchFamily="2" charset="2"/>
              <a:buNone/>
              <a:tabLst>
                <a:tab pos="53975" algn="l"/>
                <a:tab pos="576263" algn="l"/>
              </a:tabLst>
              <a:defRPr/>
            </a:pPr>
            <a:r>
              <a:rPr kumimoji="0" lang="en-US" altLang="en-US" sz="3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suppose cache hit rate is 0.4:  </a:t>
            </a:r>
          </a:p>
          <a:p>
            <a:pPr marL="352425" marR="0" lvl="0" indent="-231775" algn="l" defTabSz="914400" rtl="0" eaLnBrk="1" fontAlgn="auto" latinLnBrk="0" hangingPunct="1">
              <a:lnSpc>
                <a:spcPct val="110000"/>
              </a:lnSpc>
              <a:spcBef>
                <a:spcPts val="400"/>
              </a:spcBef>
              <a:spcAft>
                <a:spcPts val="0"/>
              </a:spcAft>
              <a:buClr>
                <a:srgbClr val="0000A3"/>
              </a:buClr>
              <a:buSzTx/>
              <a:buFont typeface="Wingdings" pitchFamily="2" charset="2"/>
              <a:buChar char="§"/>
              <a:tabLst>
                <a:tab pos="53975" algn="l"/>
                <a:tab pos="576263" algn="l"/>
              </a:tabLst>
              <a:defRPr/>
            </a:pPr>
            <a:r>
              <a:rPr kumimoji="0" lang="en-US" altLang="en-US" sz="26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40% requests served by cache, with low (msec) delay </a:t>
            </a:r>
          </a:p>
          <a:p>
            <a:pPr marL="228600" marR="0" lvl="0" indent="-228600" algn="l" defTabSz="914400" rtl="0" eaLnBrk="1" fontAlgn="auto" latinLnBrk="0" hangingPunct="1">
              <a:lnSpc>
                <a:spcPct val="80000"/>
              </a:lnSpc>
              <a:spcBef>
                <a:spcPts val="1000"/>
              </a:spcBef>
              <a:spcAft>
                <a:spcPts val="0"/>
              </a:spcAft>
              <a:buClr>
                <a:srgbClr val="0000A3"/>
              </a:buClr>
              <a:buSzTx/>
              <a:buFont typeface="Wingdings" pitchFamily="2" charset="2"/>
              <a:buNone/>
              <a:tabLst>
                <a:tab pos="576263" algn="l"/>
              </a:tabLst>
              <a:defRPr/>
            </a:pPr>
            <a:r>
              <a:rPr kumimoji="0" lang="en-US" altLang="en-US" sz="26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a:t>
            </a:r>
          </a:p>
        </p:txBody>
      </p:sp>
      <p:sp>
        <p:nvSpPr>
          <p:cNvPr id="253" name="Rectangle 4">
            <a:extLst>
              <a:ext uri="{FF2B5EF4-FFF2-40B4-BE49-F238E27FC236}">
                <a16:creationId xmlns:a16="http://schemas.microsoft.com/office/drawing/2014/main" id="{0C139AEE-1F5A-A64B-9C16-223417C8CB7F}"/>
              </a:ext>
            </a:extLst>
          </p:cNvPr>
          <p:cNvSpPr>
            <a:spLocks noChangeArrowheads="1"/>
          </p:cNvSpPr>
          <p:nvPr/>
        </p:nvSpPr>
        <p:spPr bwMode="auto">
          <a:xfrm>
            <a:off x="1010219" y="2685374"/>
            <a:ext cx="6168360" cy="1570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31775" marR="0" lvl="0" indent="-231775" algn="l" defTabSz="914400" rtl="0" eaLnBrk="1" fontAlgn="auto" latinLnBrk="0" hangingPunct="1">
              <a:lnSpc>
                <a:spcPct val="90000"/>
              </a:lnSpc>
              <a:spcBef>
                <a:spcPts val="400"/>
              </a:spcBef>
              <a:spcAft>
                <a:spcPts val="0"/>
              </a:spcAft>
              <a:buClr>
                <a:srgbClr val="000099"/>
              </a:buClr>
              <a:buSzPct val="100000"/>
              <a:buFont typeface="Wingdings" charset="2"/>
              <a:buChar char="§"/>
              <a:tabLst>
                <a:tab pos="576263" algn="l"/>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60% requests satisfied at origin </a:t>
            </a:r>
          </a:p>
          <a:p>
            <a:pPr marL="406400" marR="0" lvl="1" indent="-169863" algn="l" defTabSz="914400" rtl="0" eaLnBrk="1" fontAlgn="auto" latinLnBrk="0" hangingPunct="1">
              <a:lnSpc>
                <a:spcPct val="90000"/>
              </a:lnSpc>
              <a:spcBef>
                <a:spcPts val="400"/>
              </a:spcBef>
              <a:spcAft>
                <a:spcPts val="0"/>
              </a:spcAft>
              <a:buClr>
                <a:srgbClr val="000099"/>
              </a:buClr>
              <a:buSzPct val="100000"/>
              <a:buFont typeface="Arial" panose="020B0604020202020204" pitchFamily="34" charset="0"/>
              <a:buChar char="•"/>
              <a:tabLst>
                <a:tab pos="457200" algn="l"/>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 rate to browsers over access link </a:t>
            </a:r>
          </a:p>
          <a:p>
            <a:pPr marL="457200" marR="0" lvl="1" indent="0" algn="l" defTabSz="914400" rtl="0" eaLnBrk="1" fontAlgn="auto" latinLnBrk="0" hangingPunct="1">
              <a:lnSpc>
                <a:spcPct val="90000"/>
              </a:lnSpc>
              <a:spcBef>
                <a:spcPts val="400"/>
              </a:spcBef>
              <a:spcAft>
                <a:spcPts val="0"/>
              </a:spcAft>
              <a:buClr>
                <a:srgbClr val="000099"/>
              </a:buClr>
              <a:buSzPct val="65000"/>
              <a:buFont typeface="ZapfDingbats" charset="0"/>
              <a:buNone/>
              <a:tabLst>
                <a:tab pos="576263" algn="l"/>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       = 0.6 * 1.50 Mbps  =  .9 Mbps </a:t>
            </a:r>
          </a:p>
          <a:p>
            <a:pPr marL="473075" marR="0" lvl="1" indent="-287338" algn="l" defTabSz="914400" rtl="0" eaLnBrk="1" fontAlgn="auto" latinLnBrk="0" hangingPunct="1">
              <a:lnSpc>
                <a:spcPct val="90000"/>
              </a:lnSpc>
              <a:spcBef>
                <a:spcPts val="400"/>
              </a:spcBef>
              <a:spcAft>
                <a:spcPts val="0"/>
              </a:spcAft>
              <a:buClr>
                <a:srgbClr val="0000A3"/>
              </a:buClr>
              <a:buSzPct val="100000"/>
              <a:buFont typeface="Arial" panose="020B0604020202020204" pitchFamily="34" charset="0"/>
              <a:buChar char="•"/>
              <a:tabLst>
                <a:tab pos="576263" algn="l"/>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access link utilization = 0.9/1.54 = .58 means low (msec) queueing delay at access link</a:t>
            </a:r>
          </a:p>
        </p:txBody>
      </p:sp>
      <p:sp>
        <p:nvSpPr>
          <p:cNvPr id="271" name="Rectangle 4">
            <a:extLst>
              <a:ext uri="{FF2B5EF4-FFF2-40B4-BE49-F238E27FC236}">
                <a16:creationId xmlns:a16="http://schemas.microsoft.com/office/drawing/2014/main" id="{D2059C01-2D9C-6C48-A831-71AE55D0D07E}"/>
              </a:ext>
            </a:extLst>
          </p:cNvPr>
          <p:cNvSpPr>
            <a:spLocks noChangeArrowheads="1"/>
          </p:cNvSpPr>
          <p:nvPr/>
        </p:nvSpPr>
        <p:spPr bwMode="auto">
          <a:xfrm>
            <a:off x="949326" y="4570944"/>
            <a:ext cx="6438281" cy="1492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85750" marR="0" lvl="0" indent="-220663" algn="l" defTabSz="914400" rtl="0" eaLnBrk="1" fontAlgn="auto" latinLnBrk="0" hangingPunct="1">
              <a:lnSpc>
                <a:spcPct val="85000"/>
              </a:lnSpc>
              <a:spcBef>
                <a:spcPts val="0"/>
              </a:spcBef>
              <a:spcAft>
                <a:spcPts val="0"/>
              </a:spcAft>
              <a:buClr>
                <a:srgbClr val="000099"/>
              </a:buClr>
              <a:buSzPct val="100000"/>
              <a:buFont typeface="Wingdings" charset="2"/>
              <a:buChar char="§"/>
              <a:tabLst>
                <a:tab pos="576263" algn="l"/>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average end-end delay:</a:t>
            </a:r>
          </a:p>
          <a:p>
            <a:pPr marL="342900" marR="0" lvl="1" indent="0" algn="l" defTabSz="914400" rtl="0" eaLnBrk="1" fontAlgn="auto" latinLnBrk="0" hangingPunct="1">
              <a:lnSpc>
                <a:spcPct val="90000"/>
              </a:lnSpc>
              <a:spcBef>
                <a:spcPts val="400"/>
              </a:spcBef>
              <a:spcAft>
                <a:spcPts val="0"/>
              </a:spcAft>
              <a:buClr>
                <a:srgbClr val="000099"/>
              </a:buClr>
              <a:buSzTx/>
              <a:buFontTx/>
              <a:buNone/>
              <a:tabLst>
                <a:tab pos="576263" algn="l"/>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a:t>
            </a:r>
            <a:r>
              <a:rPr kumimoji="0" lang="en-US" sz="2400" b="0" i="0" u="none" strike="noStrike" kern="1200" cap="none" spc="0" normalizeH="0" baseline="0" noProof="0" dirty="0">
                <a:ln>
                  <a:noFill/>
                </a:ln>
                <a:solidFill>
                  <a:srgbClr val="C00000"/>
                </a:solidFill>
                <a:effectLst/>
                <a:uLnTx/>
                <a:uFillTx/>
                <a:latin typeface="Calibri"/>
                <a:ea typeface="ＭＳ Ｐゴシック" charset="0"/>
                <a:cs typeface="ＭＳ Ｐゴシック" charset="0"/>
              </a:rPr>
              <a:t> 0.6 </a:t>
            </a: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 (delay from origin servers)</a:t>
            </a:r>
          </a:p>
          <a:p>
            <a:pPr marL="342900" marR="0" lvl="1" indent="0" algn="l" defTabSz="914400" rtl="0" eaLnBrk="1" fontAlgn="auto" latinLnBrk="0" hangingPunct="1">
              <a:lnSpc>
                <a:spcPct val="90000"/>
              </a:lnSpc>
              <a:spcBef>
                <a:spcPts val="400"/>
              </a:spcBef>
              <a:spcAft>
                <a:spcPts val="0"/>
              </a:spcAft>
              <a:buClr>
                <a:srgbClr val="000099"/>
              </a:buClr>
              <a:buSzTx/>
              <a:buFontTx/>
              <a:buNone/>
              <a:tabLst>
                <a:tab pos="576263" algn="l"/>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           +</a:t>
            </a:r>
            <a:r>
              <a:rPr kumimoji="0" lang="en-US" sz="2400" b="0" i="0" u="none" strike="noStrike" kern="1200" cap="none" spc="0" normalizeH="0" baseline="0" noProof="0" dirty="0">
                <a:ln>
                  <a:noFill/>
                </a:ln>
                <a:solidFill>
                  <a:srgbClr val="C00000"/>
                </a:solidFill>
                <a:effectLst/>
                <a:uLnTx/>
                <a:uFillTx/>
                <a:latin typeface="Calibri"/>
                <a:ea typeface="ＭＳ Ｐゴシック" charset="0"/>
                <a:cs typeface="ＭＳ Ｐゴシック" charset="0"/>
              </a:rPr>
              <a:t> 0.4 </a:t>
            </a: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 (delay when satisfied at cache)</a:t>
            </a:r>
          </a:p>
          <a:p>
            <a:pPr marL="342900" marR="0" lvl="1" indent="0" algn="l" defTabSz="914400" rtl="0" eaLnBrk="1" fontAlgn="auto" latinLnBrk="0" hangingPunct="1">
              <a:lnSpc>
                <a:spcPct val="90000"/>
              </a:lnSpc>
              <a:spcBef>
                <a:spcPts val="400"/>
              </a:spcBef>
              <a:spcAft>
                <a:spcPts val="0"/>
              </a:spcAft>
              <a:buClr>
                <a:srgbClr val="000099"/>
              </a:buClr>
              <a:buSzTx/>
              <a:buFontTx/>
              <a:buNone/>
              <a:tabLst>
                <a:tab pos="576263" algn="l"/>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 0.6 (2.01) + 0.4 (~msecs) = ~ 1.2 secs</a:t>
            </a:r>
          </a:p>
          <a:p>
            <a:pPr marL="228600" marR="0" lvl="0" indent="-228600" algn="l" defTabSz="914400" rtl="0" eaLnBrk="1" fontAlgn="auto" latinLnBrk="0" hangingPunct="1">
              <a:lnSpc>
                <a:spcPct val="80000"/>
              </a:lnSpc>
              <a:spcBef>
                <a:spcPts val="0"/>
              </a:spcBef>
              <a:spcAft>
                <a:spcPts val="0"/>
              </a:spcAft>
              <a:buClr>
                <a:srgbClr val="000099"/>
              </a:buClr>
              <a:buSzPct val="65000"/>
              <a:buFont typeface="Wingdings" charset="0"/>
              <a:buNone/>
              <a:tabLst>
                <a:tab pos="576263" algn="l"/>
              </a:tabLst>
              <a:defRPr/>
            </a:pPr>
            <a:r>
              <a:rPr kumimoji="0" lang="en-US" sz="2400" b="0" i="0" u="none" strike="noStrike" kern="1200" cap="none" spc="0" normalizeH="0" baseline="0" noProof="0" dirty="0">
                <a:ln>
                  <a:noFill/>
                </a:ln>
                <a:solidFill>
                  <a:prstClr val="black"/>
                </a:solidFill>
                <a:effectLst/>
                <a:uLnTx/>
                <a:uFillTx/>
                <a:latin typeface="Gill Sans MT" charset="0"/>
                <a:ea typeface="ＭＳ Ｐゴシック" charset="0"/>
                <a:cs typeface="ＭＳ Ｐゴシック" charset="0"/>
              </a:rPr>
              <a:t>  </a:t>
            </a:r>
          </a:p>
        </p:txBody>
      </p:sp>
      <p:sp>
        <p:nvSpPr>
          <p:cNvPr id="2" name="TextBox 1">
            <a:extLst>
              <a:ext uri="{FF2B5EF4-FFF2-40B4-BE49-F238E27FC236}">
                <a16:creationId xmlns:a16="http://schemas.microsoft.com/office/drawing/2014/main" id="{F3ABE105-9733-D741-944B-F6DC771B29F2}"/>
              </a:ext>
            </a:extLst>
          </p:cNvPr>
          <p:cNvSpPr txBox="1"/>
          <p:nvPr/>
        </p:nvSpPr>
        <p:spPr>
          <a:xfrm>
            <a:off x="990600" y="6119336"/>
            <a:ext cx="9274975" cy="7386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a:ea typeface="ＭＳ Ｐゴシック" charset="0"/>
                <a:cs typeface="ＭＳ Ｐゴシック" charset="0"/>
              </a:rPr>
              <a:t>lower average end-end delay than with 154 Mbps link (and cheaper too!)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72" name="Slide Number Placeholder 2">
            <a:extLst>
              <a:ext uri="{FF2B5EF4-FFF2-40B4-BE49-F238E27FC236}">
                <a16:creationId xmlns:a16="http://schemas.microsoft.com/office/drawing/2014/main" id="{14DEAC98-1261-9342-BC5F-A639A0695D77}"/>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45</a:t>
            </a:fld>
            <a:endParaRPr lang="en-US" dirty="0"/>
          </a:p>
        </p:txBody>
      </p:sp>
    </p:spTree>
    <p:extLst>
      <p:ext uri="{BB962C8B-B14F-4D97-AF65-F5344CB8AC3E}">
        <p14:creationId xmlns:p14="http://schemas.microsoft.com/office/powerpoint/2010/main" val="86457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3"/>
                                        </p:tgtEl>
                                        <p:attrNameLst>
                                          <p:attrName>style.visibility</p:attrName>
                                        </p:attrNameLst>
                                      </p:cBhvr>
                                      <p:to>
                                        <p:strVal val="visible"/>
                                      </p:to>
                                    </p:set>
                                    <p:animEffect transition="in" filter="dissolve">
                                      <p:cBhvr>
                                        <p:cTn id="7" dur="500"/>
                                        <p:tgtEl>
                                          <p:spTgt spid="2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1"/>
                                        </p:tgtEl>
                                        <p:attrNameLst>
                                          <p:attrName>style.visibility</p:attrName>
                                        </p:attrNameLst>
                                      </p:cBhvr>
                                      <p:to>
                                        <p:strVal val="visible"/>
                                      </p:to>
                                    </p:set>
                                    <p:animEffect transition="in" filter="dissolve">
                                      <p:cBhvr>
                                        <p:cTn id="12" dur="500"/>
                                        <p:tgtEl>
                                          <p:spTgt spid="27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 grpId="0"/>
      <p:bldP spid="271"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400" dirty="0">
                <a:ea typeface="ＭＳ Ｐゴシック" panose="020B0600070205080204" pitchFamily="34" charset="-128"/>
              </a:rPr>
              <a:t>Browser caching: Conditional GET</a:t>
            </a:r>
            <a:endParaRPr lang="en-US" sz="4400" dirty="0"/>
          </a:p>
        </p:txBody>
      </p:sp>
      <p:sp>
        <p:nvSpPr>
          <p:cNvPr id="272" name="Rectangle 3">
            <a:extLst>
              <a:ext uri="{FF2B5EF4-FFF2-40B4-BE49-F238E27FC236}">
                <a16:creationId xmlns:a16="http://schemas.microsoft.com/office/drawing/2014/main" id="{8CBA4EFF-1AC8-A245-B998-4DDACE8C36D2}"/>
              </a:ext>
            </a:extLst>
          </p:cNvPr>
          <p:cNvSpPr txBox="1">
            <a:spLocks noChangeArrowheads="1"/>
          </p:cNvSpPr>
          <p:nvPr/>
        </p:nvSpPr>
        <p:spPr>
          <a:xfrm>
            <a:off x="714337" y="1626575"/>
            <a:ext cx="5597253" cy="513238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1"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Goal:</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don’</a:t>
            </a:r>
            <a:r>
              <a:rPr kumimoji="0" lang="en-US" altLang="ja-JP"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 send object if browser has up-to-date cached version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no object transmission delay (or use of network resources)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0"/>
                </a:solidFill>
                <a:effectLst/>
                <a:uLnTx/>
                <a:uFillTx/>
                <a:latin typeface="Calibri"/>
                <a:ea typeface="ＭＳ Ｐゴシック" panose="020B0600070205080204" pitchFamily="34" charset="-128"/>
                <a:cs typeface="+mn-cs"/>
              </a:rPr>
              <a:t>client:</a:t>
            </a:r>
            <a:r>
              <a:rPr kumimoji="0" lang="en-US" altLang="en-US" sz="2800" b="0" i="0" u="none" strike="noStrike" kern="1200" cap="none" spc="0" normalizeH="0" baseline="0" noProof="0" dirty="0">
                <a:ln>
                  <a:noFill/>
                </a:ln>
                <a:solidFill>
                  <a:srgbClr val="000090"/>
                </a:solidFill>
                <a:effectLst/>
                <a:uLnTx/>
                <a:uFillTx/>
                <a:latin typeface="Calibri"/>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specify date of browser-cached copy in HTTP request</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None/>
              <a:tabLst/>
              <a:defRPr/>
            </a:pPr>
            <a:r>
              <a:rPr kumimoji="0" lang="en-US" altLang="en-US" sz="24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If-modified-since: &lt;date&gt;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0"/>
                </a:solidFill>
                <a:effectLst/>
                <a:uLnTx/>
                <a:uFillTx/>
                <a:latin typeface="Calibri"/>
                <a:ea typeface="ＭＳ Ｐゴシック" panose="020B0600070205080204" pitchFamily="34" charset="-128"/>
                <a:cs typeface="+mn-cs"/>
              </a:rPr>
              <a:t>server:</a:t>
            </a:r>
            <a:r>
              <a:rPr kumimoji="0" lang="en-US" altLang="en-US" sz="2800" b="0" i="0" u="none" strike="noStrike" kern="1200" cap="none" spc="0" normalizeH="0" baseline="0" noProof="0" dirty="0">
                <a:ln>
                  <a:noFill/>
                </a:ln>
                <a:solidFill>
                  <a:srgbClr val="000090"/>
                </a:solidFill>
                <a:effectLst/>
                <a:uLnTx/>
                <a:uFillTx/>
                <a:latin typeface="Calibri"/>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response contains no object if browser-cached copy is up-to-date: </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None/>
              <a:tabLst/>
              <a:defRPr/>
            </a:pPr>
            <a:r>
              <a:rPr kumimoji="0" lang="en-US" altLang="en-US" sz="24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HTTP/1.0 304 Not Modified</a:t>
            </a:r>
            <a:endPar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73" name="Line 4">
            <a:extLst>
              <a:ext uri="{FF2B5EF4-FFF2-40B4-BE49-F238E27FC236}">
                <a16:creationId xmlns:a16="http://schemas.microsoft.com/office/drawing/2014/main" id="{F2F5CF00-0B08-CD49-8216-B019F02D62E4}"/>
              </a:ext>
            </a:extLst>
          </p:cNvPr>
          <p:cNvSpPr>
            <a:spLocks noChangeShapeType="1"/>
          </p:cNvSpPr>
          <p:nvPr/>
        </p:nvSpPr>
        <p:spPr bwMode="auto">
          <a:xfrm>
            <a:off x="7035490" y="2068251"/>
            <a:ext cx="3305175"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74" name="Text Box 8">
            <a:extLst>
              <a:ext uri="{FF2B5EF4-FFF2-40B4-BE49-F238E27FC236}">
                <a16:creationId xmlns:a16="http://schemas.microsoft.com/office/drawing/2014/main" id="{906861D1-0EDE-1E49-A686-C17A98961A57}"/>
              </a:ext>
            </a:extLst>
          </p:cNvPr>
          <p:cNvSpPr txBox="1">
            <a:spLocks noChangeArrowheads="1"/>
          </p:cNvSpPr>
          <p:nvPr/>
        </p:nvSpPr>
        <p:spPr bwMode="auto">
          <a:xfrm>
            <a:off x="7341878" y="1952364"/>
            <a:ext cx="2681287" cy="620712"/>
          </a:xfrm>
          <a:prstGeom prst="rect">
            <a:avLst/>
          </a:prstGeom>
          <a:solidFill>
            <a:schemeClr val="bg1"/>
          </a:solidFill>
          <a:ln w="9525">
            <a:solidFill>
              <a:schemeClr val="tx1"/>
            </a:solidFill>
            <a:miter lim="800000"/>
            <a:headEnd/>
            <a:tailEnd/>
          </a:ln>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 request msg</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If-modified-since: &lt;date&gt;</a:t>
            </a:r>
            <a:endParaRPr kumimoji="0" lang="en-US" altLang="en-US" sz="20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75" name="Line 9">
            <a:extLst>
              <a:ext uri="{FF2B5EF4-FFF2-40B4-BE49-F238E27FC236}">
                <a16:creationId xmlns:a16="http://schemas.microsoft.com/office/drawing/2014/main" id="{ED4D0E55-FFE9-4141-9763-499742C88EAA}"/>
              </a:ext>
            </a:extLst>
          </p:cNvPr>
          <p:cNvSpPr>
            <a:spLocks noChangeShapeType="1"/>
          </p:cNvSpPr>
          <p:nvPr/>
        </p:nvSpPr>
        <p:spPr bwMode="auto">
          <a:xfrm flipH="1">
            <a:off x="7054540" y="2814376"/>
            <a:ext cx="3305175"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76" name="Group 30">
            <a:extLst>
              <a:ext uri="{FF2B5EF4-FFF2-40B4-BE49-F238E27FC236}">
                <a16:creationId xmlns:a16="http://schemas.microsoft.com/office/drawing/2014/main" id="{F2D4CC5D-48B8-6642-A163-00E2785A7CB2}"/>
              </a:ext>
            </a:extLst>
          </p:cNvPr>
          <p:cNvGrpSpPr>
            <a:grpSpLocks/>
          </p:cNvGrpSpPr>
          <p:nvPr/>
        </p:nvGrpSpPr>
        <p:grpSpPr bwMode="auto">
          <a:xfrm>
            <a:off x="7322828" y="2808026"/>
            <a:ext cx="2643187" cy="865188"/>
            <a:chOff x="2698" y="2036"/>
            <a:chExt cx="1665" cy="545"/>
          </a:xfrm>
        </p:grpSpPr>
        <p:sp>
          <p:nvSpPr>
            <p:cNvPr id="277" name="Rectangle 10">
              <a:extLst>
                <a:ext uri="{FF2B5EF4-FFF2-40B4-BE49-F238E27FC236}">
                  <a16:creationId xmlns:a16="http://schemas.microsoft.com/office/drawing/2014/main" id="{B8FAE946-FF4C-5F4E-8634-A0F622EB3E82}"/>
                </a:ext>
              </a:extLst>
            </p:cNvPr>
            <p:cNvSpPr>
              <a:spLocks noChangeArrowheads="1"/>
            </p:cNvSpPr>
            <p:nvPr/>
          </p:nvSpPr>
          <p:spPr bwMode="auto">
            <a:xfrm>
              <a:off x="2760" y="2071"/>
              <a:ext cx="1578" cy="465"/>
            </a:xfrm>
            <a:prstGeom prst="rect">
              <a:avLst/>
            </a:prstGeom>
            <a:solidFill>
              <a:schemeClr val="bg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78" name="Text Box 11">
              <a:extLst>
                <a:ext uri="{FF2B5EF4-FFF2-40B4-BE49-F238E27FC236}">
                  <a16:creationId xmlns:a16="http://schemas.microsoft.com/office/drawing/2014/main" id="{D0F47DD5-D98D-8947-AE9C-C9BE59718F9C}"/>
                </a:ext>
              </a:extLst>
            </p:cNvPr>
            <p:cNvSpPr txBox="1">
              <a:spLocks noChangeArrowheads="1"/>
            </p:cNvSpPr>
            <p:nvPr/>
          </p:nvSpPr>
          <p:spPr bwMode="auto">
            <a:xfrm>
              <a:off x="2698" y="2036"/>
              <a:ext cx="1665" cy="545"/>
            </a:xfrm>
            <a:prstGeom prst="rect">
              <a:avLst/>
            </a:prstGeom>
            <a:solidFill>
              <a:schemeClr val="bg1"/>
            </a:solidFill>
            <a:ln w="9525">
              <a:solidFill>
                <a:schemeClr val="tx1"/>
              </a:solidFill>
              <a:miter lim="800000"/>
              <a:headEnd/>
              <a:tailEnd/>
            </a:ln>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 response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HTTP/1.0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304 Not Modified</a:t>
              </a:r>
              <a:endParaRPr kumimoji="0" lang="en-US" altLang="en-US" sz="20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79" name="Text Box 28">
            <a:extLst>
              <a:ext uri="{FF2B5EF4-FFF2-40B4-BE49-F238E27FC236}">
                <a16:creationId xmlns:a16="http://schemas.microsoft.com/office/drawing/2014/main" id="{FD73E46B-3F04-E648-BC54-671B5D578B4B}"/>
              </a:ext>
            </a:extLst>
          </p:cNvPr>
          <p:cNvSpPr txBox="1">
            <a:spLocks noChangeArrowheads="1"/>
          </p:cNvSpPr>
          <p:nvPr/>
        </p:nvSpPr>
        <p:spPr bwMode="auto">
          <a:xfrm>
            <a:off x="10420040" y="2103176"/>
            <a:ext cx="10477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object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not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modified</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before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&lt;date&gt;</a:t>
            </a:r>
          </a:p>
        </p:txBody>
      </p:sp>
      <p:sp>
        <p:nvSpPr>
          <p:cNvPr id="280" name="Line 31">
            <a:extLst>
              <a:ext uri="{FF2B5EF4-FFF2-40B4-BE49-F238E27FC236}">
                <a16:creationId xmlns:a16="http://schemas.microsoft.com/office/drawing/2014/main" id="{C63FE7CD-8932-5842-A550-AB95E976B065}"/>
              </a:ext>
            </a:extLst>
          </p:cNvPr>
          <p:cNvSpPr>
            <a:spLocks noChangeShapeType="1"/>
          </p:cNvSpPr>
          <p:nvPr/>
        </p:nvSpPr>
        <p:spPr bwMode="auto">
          <a:xfrm>
            <a:off x="6792603" y="4033576"/>
            <a:ext cx="3905250" cy="0"/>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1" name="Line 32">
            <a:extLst>
              <a:ext uri="{FF2B5EF4-FFF2-40B4-BE49-F238E27FC236}">
                <a16:creationId xmlns:a16="http://schemas.microsoft.com/office/drawing/2014/main" id="{FB4BB9E8-5BA3-1A4B-A22B-B43D8797910A}"/>
              </a:ext>
            </a:extLst>
          </p:cNvPr>
          <p:cNvSpPr>
            <a:spLocks noChangeShapeType="1"/>
          </p:cNvSpPr>
          <p:nvPr/>
        </p:nvSpPr>
        <p:spPr bwMode="auto">
          <a:xfrm>
            <a:off x="7102165" y="4632064"/>
            <a:ext cx="3305175"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2" name="Text Box 34">
            <a:extLst>
              <a:ext uri="{FF2B5EF4-FFF2-40B4-BE49-F238E27FC236}">
                <a16:creationId xmlns:a16="http://schemas.microsoft.com/office/drawing/2014/main" id="{EEDA71D6-F453-1A4D-98C9-B23EA89D5F67}"/>
              </a:ext>
            </a:extLst>
          </p:cNvPr>
          <p:cNvSpPr txBox="1">
            <a:spLocks noChangeArrowheads="1"/>
          </p:cNvSpPr>
          <p:nvPr/>
        </p:nvSpPr>
        <p:spPr bwMode="auto">
          <a:xfrm>
            <a:off x="7346640" y="4516176"/>
            <a:ext cx="2681288" cy="620713"/>
          </a:xfrm>
          <a:prstGeom prst="rect">
            <a:avLst/>
          </a:prstGeom>
          <a:solidFill>
            <a:schemeClr val="bg1"/>
          </a:solidFill>
          <a:ln w="9525">
            <a:solidFill>
              <a:schemeClr val="tx1"/>
            </a:solidFill>
            <a:miter lim="800000"/>
            <a:headEnd/>
            <a:tailEnd/>
          </a:ln>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 request msg</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If-modified-since: &lt;date&gt;</a:t>
            </a:r>
            <a:endParaRPr kumimoji="0" lang="en-US" altLang="en-US" sz="20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83" name="Line 35">
            <a:extLst>
              <a:ext uri="{FF2B5EF4-FFF2-40B4-BE49-F238E27FC236}">
                <a16:creationId xmlns:a16="http://schemas.microsoft.com/office/drawing/2014/main" id="{8CE24BAA-3E73-704D-A359-BE2DD479246A}"/>
              </a:ext>
            </a:extLst>
          </p:cNvPr>
          <p:cNvSpPr>
            <a:spLocks noChangeShapeType="1"/>
          </p:cNvSpPr>
          <p:nvPr/>
        </p:nvSpPr>
        <p:spPr bwMode="auto">
          <a:xfrm flipH="1">
            <a:off x="7121215" y="5411526"/>
            <a:ext cx="3305175"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4" name="Text Box 38">
            <a:extLst>
              <a:ext uri="{FF2B5EF4-FFF2-40B4-BE49-F238E27FC236}">
                <a16:creationId xmlns:a16="http://schemas.microsoft.com/office/drawing/2014/main" id="{6B6CFEBF-546C-2C4A-A9DA-A2BC6976D61C}"/>
              </a:ext>
            </a:extLst>
          </p:cNvPr>
          <p:cNvSpPr txBox="1">
            <a:spLocks noChangeArrowheads="1"/>
          </p:cNvSpPr>
          <p:nvPr/>
        </p:nvSpPr>
        <p:spPr bwMode="auto">
          <a:xfrm>
            <a:off x="7365690" y="5355964"/>
            <a:ext cx="2643188" cy="1231106"/>
          </a:xfrm>
          <a:prstGeom prst="rect">
            <a:avLst/>
          </a:prstGeom>
          <a:solidFill>
            <a:schemeClr val="bg1"/>
          </a:solidFill>
          <a:ln w="9525">
            <a:solidFill>
              <a:schemeClr val="tx1"/>
            </a:solidFill>
            <a:miter lim="800000"/>
            <a:headEnd/>
            <a:tailEnd/>
          </a:ln>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 response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HTTP/1.0 200 OK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&lt;data&gt;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85" name="Text Box 39">
            <a:extLst>
              <a:ext uri="{FF2B5EF4-FFF2-40B4-BE49-F238E27FC236}">
                <a16:creationId xmlns:a16="http://schemas.microsoft.com/office/drawing/2014/main" id="{F31EAC50-5999-F949-836E-741F26435FCE}"/>
              </a:ext>
            </a:extLst>
          </p:cNvPr>
          <p:cNvSpPr txBox="1">
            <a:spLocks noChangeArrowheads="1"/>
          </p:cNvSpPr>
          <p:nvPr/>
        </p:nvSpPr>
        <p:spPr bwMode="auto">
          <a:xfrm>
            <a:off x="10499415" y="4762239"/>
            <a:ext cx="10477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object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modified</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after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Calibri"/>
                <a:ea typeface="ＭＳ Ｐゴシック" panose="020B0600070205080204" pitchFamily="34" charset="-128"/>
                <a:cs typeface="+mn-cs"/>
              </a:rPr>
              <a:t>&lt;date&gt;</a:t>
            </a:r>
          </a:p>
        </p:txBody>
      </p:sp>
      <p:grpSp>
        <p:nvGrpSpPr>
          <p:cNvPr id="2" name="Group 1">
            <a:extLst>
              <a:ext uri="{FF2B5EF4-FFF2-40B4-BE49-F238E27FC236}">
                <a16:creationId xmlns:a16="http://schemas.microsoft.com/office/drawing/2014/main" id="{16DA0E8B-38E2-9342-A1EB-20A2D702A664}"/>
              </a:ext>
            </a:extLst>
          </p:cNvPr>
          <p:cNvGrpSpPr/>
          <p:nvPr/>
        </p:nvGrpSpPr>
        <p:grpSpPr>
          <a:xfrm>
            <a:off x="6311590" y="1146753"/>
            <a:ext cx="4549154" cy="787400"/>
            <a:chOff x="6311590" y="931601"/>
            <a:chExt cx="4549154" cy="787400"/>
          </a:xfrm>
        </p:grpSpPr>
        <p:sp>
          <p:nvSpPr>
            <p:cNvPr id="286" name="Text Box 5">
              <a:extLst>
                <a:ext uri="{FF2B5EF4-FFF2-40B4-BE49-F238E27FC236}">
                  <a16:creationId xmlns:a16="http://schemas.microsoft.com/office/drawing/2014/main" id="{E637D672-7B6C-1647-8EEE-A788FA28FF1F}"/>
                </a:ext>
              </a:extLst>
            </p:cNvPr>
            <p:cNvSpPr txBox="1">
              <a:spLocks noChangeArrowheads="1"/>
            </p:cNvSpPr>
            <p:nvPr/>
          </p:nvSpPr>
          <p:spPr bwMode="auto">
            <a:xfrm>
              <a:off x="6311590" y="1015739"/>
              <a:ext cx="777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client</a:t>
              </a:r>
            </a:p>
          </p:txBody>
        </p:sp>
        <p:sp>
          <p:nvSpPr>
            <p:cNvPr id="287" name="Text Box 6">
              <a:extLst>
                <a:ext uri="{FF2B5EF4-FFF2-40B4-BE49-F238E27FC236}">
                  <a16:creationId xmlns:a16="http://schemas.microsoft.com/office/drawing/2014/main" id="{5AC69B11-5115-184E-9F7C-26E36EF6DF93}"/>
                </a:ext>
              </a:extLst>
            </p:cNvPr>
            <p:cNvSpPr txBox="1">
              <a:spLocks noChangeArrowheads="1"/>
            </p:cNvSpPr>
            <p:nvPr/>
          </p:nvSpPr>
          <p:spPr bwMode="auto">
            <a:xfrm>
              <a:off x="10023785" y="1010976"/>
              <a:ext cx="8369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server</a:t>
              </a:r>
            </a:p>
          </p:txBody>
        </p:sp>
        <p:grpSp>
          <p:nvGrpSpPr>
            <p:cNvPr id="288" name="Group 34">
              <a:extLst>
                <a:ext uri="{FF2B5EF4-FFF2-40B4-BE49-F238E27FC236}">
                  <a16:creationId xmlns:a16="http://schemas.microsoft.com/office/drawing/2014/main" id="{966CD3F7-7AB2-924F-823A-58555F32174D}"/>
                </a:ext>
              </a:extLst>
            </p:cNvPr>
            <p:cNvGrpSpPr>
              <a:grpSpLocks/>
            </p:cNvGrpSpPr>
            <p:nvPr/>
          </p:nvGrpSpPr>
          <p:grpSpPr bwMode="auto">
            <a:xfrm>
              <a:off x="9588190" y="931601"/>
              <a:ext cx="422275" cy="685800"/>
              <a:chOff x="4140" y="429"/>
              <a:chExt cx="1425" cy="2396"/>
            </a:xfrm>
          </p:grpSpPr>
          <p:sp>
            <p:nvSpPr>
              <p:cNvPr id="289" name="Freeform 35">
                <a:extLst>
                  <a:ext uri="{FF2B5EF4-FFF2-40B4-BE49-F238E27FC236}">
                    <a16:creationId xmlns:a16="http://schemas.microsoft.com/office/drawing/2014/main" id="{8CE7E2BE-E936-F147-8C06-143889566EBA}"/>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0" name="Rectangle 36">
                <a:extLst>
                  <a:ext uri="{FF2B5EF4-FFF2-40B4-BE49-F238E27FC236}">
                    <a16:creationId xmlns:a16="http://schemas.microsoft.com/office/drawing/2014/main" id="{A6315B9D-328B-4B4A-938A-EEDFB67D3471}"/>
                  </a:ext>
                </a:extLst>
              </p:cNvPr>
              <p:cNvSpPr>
                <a:spLocks noChangeArrowheads="1"/>
              </p:cNvSpPr>
              <p:nvPr/>
            </p:nvSpPr>
            <p:spPr bwMode="auto">
              <a:xfrm>
                <a:off x="4204" y="429"/>
                <a:ext cx="1050"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91" name="Freeform 37">
                <a:extLst>
                  <a:ext uri="{FF2B5EF4-FFF2-40B4-BE49-F238E27FC236}">
                    <a16:creationId xmlns:a16="http://schemas.microsoft.com/office/drawing/2014/main" id="{D6D629FF-99A4-C445-814B-73349ADDC7F4}"/>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99" name="Freeform 38">
                <a:extLst>
                  <a:ext uri="{FF2B5EF4-FFF2-40B4-BE49-F238E27FC236}">
                    <a16:creationId xmlns:a16="http://schemas.microsoft.com/office/drawing/2014/main" id="{99A64A90-EA88-094D-B5BA-9DEE55C33525}"/>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00" name="Rectangle 39">
                <a:extLst>
                  <a:ext uri="{FF2B5EF4-FFF2-40B4-BE49-F238E27FC236}">
                    <a16:creationId xmlns:a16="http://schemas.microsoft.com/office/drawing/2014/main" id="{4F858703-B37B-004C-96CE-22FC3EB7FAD4}"/>
                  </a:ext>
                </a:extLst>
              </p:cNvPr>
              <p:cNvSpPr>
                <a:spLocks noChangeArrowheads="1"/>
              </p:cNvSpPr>
              <p:nvPr/>
            </p:nvSpPr>
            <p:spPr bwMode="auto">
              <a:xfrm>
                <a:off x="4210" y="695"/>
                <a:ext cx="600"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501" name="Group 40">
                <a:extLst>
                  <a:ext uri="{FF2B5EF4-FFF2-40B4-BE49-F238E27FC236}">
                    <a16:creationId xmlns:a16="http://schemas.microsoft.com/office/drawing/2014/main" id="{94FE2F64-7E16-FF44-B770-1FF34858DF6A}"/>
                  </a:ext>
                </a:extLst>
              </p:cNvPr>
              <p:cNvGrpSpPr>
                <a:grpSpLocks/>
              </p:cNvGrpSpPr>
              <p:nvPr/>
            </p:nvGrpSpPr>
            <p:grpSpPr bwMode="auto">
              <a:xfrm>
                <a:off x="4749" y="668"/>
                <a:ext cx="581" cy="145"/>
                <a:chOff x="614" y="2568"/>
                <a:chExt cx="725" cy="139"/>
              </a:xfrm>
            </p:grpSpPr>
            <p:sp>
              <p:nvSpPr>
                <p:cNvPr id="542" name="AutoShape 41">
                  <a:extLst>
                    <a:ext uri="{FF2B5EF4-FFF2-40B4-BE49-F238E27FC236}">
                      <a16:creationId xmlns:a16="http://schemas.microsoft.com/office/drawing/2014/main" id="{FFB919DB-3DB6-2E47-9682-893EFF45038E}"/>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43" name="AutoShape 42">
                  <a:extLst>
                    <a:ext uri="{FF2B5EF4-FFF2-40B4-BE49-F238E27FC236}">
                      <a16:creationId xmlns:a16="http://schemas.microsoft.com/office/drawing/2014/main" id="{4E207D69-67B1-E24E-86A3-1CFB9A8ED603}"/>
                    </a:ext>
                  </a:extLst>
                </p:cNvPr>
                <p:cNvSpPr>
                  <a:spLocks noChangeArrowheads="1"/>
                </p:cNvSpPr>
                <p:nvPr/>
              </p:nvSpPr>
              <p:spPr bwMode="auto">
                <a:xfrm>
                  <a:off x="630" y="2583"/>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503" name="Rectangle 43">
                <a:extLst>
                  <a:ext uri="{FF2B5EF4-FFF2-40B4-BE49-F238E27FC236}">
                    <a16:creationId xmlns:a16="http://schemas.microsoft.com/office/drawing/2014/main" id="{B50DC330-10D1-2A4E-ACAC-FF9B40FF00F4}"/>
                  </a:ext>
                </a:extLst>
              </p:cNvPr>
              <p:cNvSpPr>
                <a:spLocks noChangeArrowheads="1"/>
              </p:cNvSpPr>
              <p:nvPr/>
            </p:nvSpPr>
            <p:spPr bwMode="auto">
              <a:xfrm>
                <a:off x="4226" y="1017"/>
                <a:ext cx="595"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504" name="Group 44">
                <a:extLst>
                  <a:ext uri="{FF2B5EF4-FFF2-40B4-BE49-F238E27FC236}">
                    <a16:creationId xmlns:a16="http://schemas.microsoft.com/office/drawing/2014/main" id="{2E12D255-3950-B547-9406-602D45CB34C2}"/>
                  </a:ext>
                </a:extLst>
              </p:cNvPr>
              <p:cNvGrpSpPr>
                <a:grpSpLocks/>
              </p:cNvGrpSpPr>
              <p:nvPr/>
            </p:nvGrpSpPr>
            <p:grpSpPr bwMode="auto">
              <a:xfrm>
                <a:off x="4747" y="994"/>
                <a:ext cx="581" cy="134"/>
                <a:chOff x="614" y="2568"/>
                <a:chExt cx="725" cy="139"/>
              </a:xfrm>
            </p:grpSpPr>
            <p:sp>
              <p:nvSpPr>
                <p:cNvPr id="540" name="AutoShape 45">
                  <a:extLst>
                    <a:ext uri="{FF2B5EF4-FFF2-40B4-BE49-F238E27FC236}">
                      <a16:creationId xmlns:a16="http://schemas.microsoft.com/office/drawing/2014/main" id="{BE313EB5-0E75-D64F-9B58-846AEC112DB0}"/>
                    </a:ext>
                  </a:extLst>
                </p:cNvPr>
                <p:cNvSpPr>
                  <a:spLocks noChangeArrowheads="1"/>
                </p:cNvSpPr>
                <p:nvPr/>
              </p:nvSpPr>
              <p:spPr bwMode="auto">
                <a:xfrm>
                  <a:off x="612" y="2569"/>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41" name="AutoShape 46">
                  <a:extLst>
                    <a:ext uri="{FF2B5EF4-FFF2-40B4-BE49-F238E27FC236}">
                      <a16:creationId xmlns:a16="http://schemas.microsoft.com/office/drawing/2014/main" id="{7CDD2F87-9EE6-9841-BDE1-56E95B3F0006}"/>
                    </a:ext>
                  </a:extLst>
                </p:cNvPr>
                <p:cNvSpPr>
                  <a:spLocks noChangeArrowheads="1"/>
                </p:cNvSpPr>
                <p:nvPr/>
              </p:nvSpPr>
              <p:spPr bwMode="auto">
                <a:xfrm>
                  <a:off x="625"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505" name="Rectangle 47">
                <a:extLst>
                  <a:ext uri="{FF2B5EF4-FFF2-40B4-BE49-F238E27FC236}">
                    <a16:creationId xmlns:a16="http://schemas.microsoft.com/office/drawing/2014/main" id="{A3C6AC3E-B182-224E-ABE3-984D17D8AE9D}"/>
                  </a:ext>
                </a:extLst>
              </p:cNvPr>
              <p:cNvSpPr>
                <a:spLocks noChangeArrowheads="1"/>
              </p:cNvSpPr>
              <p:nvPr/>
            </p:nvSpPr>
            <p:spPr bwMode="auto">
              <a:xfrm>
                <a:off x="4215" y="1355"/>
                <a:ext cx="600"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06" name="Rectangle 48">
                <a:extLst>
                  <a:ext uri="{FF2B5EF4-FFF2-40B4-BE49-F238E27FC236}">
                    <a16:creationId xmlns:a16="http://schemas.microsoft.com/office/drawing/2014/main" id="{D49F39F4-203C-5E48-875C-EE137013CD0B}"/>
                  </a:ext>
                </a:extLst>
              </p:cNvPr>
              <p:cNvSpPr>
                <a:spLocks noChangeArrowheads="1"/>
              </p:cNvSpPr>
              <p:nvPr/>
            </p:nvSpPr>
            <p:spPr bwMode="auto">
              <a:xfrm>
                <a:off x="4226" y="1655"/>
                <a:ext cx="600"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507" name="Group 49">
                <a:extLst>
                  <a:ext uri="{FF2B5EF4-FFF2-40B4-BE49-F238E27FC236}">
                    <a16:creationId xmlns:a16="http://schemas.microsoft.com/office/drawing/2014/main" id="{CBB7495C-CDDF-B74E-AC55-41F4E153E97A}"/>
                  </a:ext>
                </a:extLst>
              </p:cNvPr>
              <p:cNvGrpSpPr>
                <a:grpSpLocks/>
              </p:cNvGrpSpPr>
              <p:nvPr/>
            </p:nvGrpSpPr>
            <p:grpSpPr bwMode="auto">
              <a:xfrm>
                <a:off x="4735" y="1627"/>
                <a:ext cx="582" cy="151"/>
                <a:chOff x="614" y="2568"/>
                <a:chExt cx="725" cy="139"/>
              </a:xfrm>
            </p:grpSpPr>
            <p:sp>
              <p:nvSpPr>
                <p:cNvPr id="538" name="AutoShape 50">
                  <a:extLst>
                    <a:ext uri="{FF2B5EF4-FFF2-40B4-BE49-F238E27FC236}">
                      <a16:creationId xmlns:a16="http://schemas.microsoft.com/office/drawing/2014/main" id="{DBD04B1C-004E-494D-9602-0F1310B0C334}"/>
                    </a:ext>
                  </a:extLst>
                </p:cNvPr>
                <p:cNvSpPr>
                  <a:spLocks noChangeArrowheads="1"/>
                </p:cNvSpPr>
                <p:nvPr/>
              </p:nvSpPr>
              <p:spPr bwMode="auto">
                <a:xfrm>
                  <a:off x="614" y="2568"/>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39" name="AutoShape 51">
                  <a:extLst>
                    <a:ext uri="{FF2B5EF4-FFF2-40B4-BE49-F238E27FC236}">
                      <a16:creationId xmlns:a16="http://schemas.microsoft.com/office/drawing/2014/main" id="{3D0C8D43-BC47-E747-9FD0-5C502E897CF7}"/>
                    </a:ext>
                  </a:extLst>
                </p:cNvPr>
                <p:cNvSpPr>
                  <a:spLocks noChangeArrowheads="1"/>
                </p:cNvSpPr>
                <p:nvPr/>
              </p:nvSpPr>
              <p:spPr bwMode="auto">
                <a:xfrm>
                  <a:off x="627" y="2583"/>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508" name="Freeform 52">
                <a:extLst>
                  <a:ext uri="{FF2B5EF4-FFF2-40B4-BE49-F238E27FC236}">
                    <a16:creationId xmlns:a16="http://schemas.microsoft.com/office/drawing/2014/main" id="{00C2FD89-F255-5B44-B5A0-4E02CB37B47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509" name="Group 53">
                <a:extLst>
                  <a:ext uri="{FF2B5EF4-FFF2-40B4-BE49-F238E27FC236}">
                    <a16:creationId xmlns:a16="http://schemas.microsoft.com/office/drawing/2014/main" id="{C35E79E1-71FE-4E4A-83A2-F8C0643953EC}"/>
                  </a:ext>
                </a:extLst>
              </p:cNvPr>
              <p:cNvGrpSpPr>
                <a:grpSpLocks/>
              </p:cNvGrpSpPr>
              <p:nvPr/>
            </p:nvGrpSpPr>
            <p:grpSpPr bwMode="auto">
              <a:xfrm>
                <a:off x="4739" y="1327"/>
                <a:ext cx="582" cy="139"/>
                <a:chOff x="614" y="2568"/>
                <a:chExt cx="725" cy="139"/>
              </a:xfrm>
            </p:grpSpPr>
            <p:sp>
              <p:nvSpPr>
                <p:cNvPr id="536" name="AutoShape 54">
                  <a:extLst>
                    <a:ext uri="{FF2B5EF4-FFF2-40B4-BE49-F238E27FC236}">
                      <a16:creationId xmlns:a16="http://schemas.microsoft.com/office/drawing/2014/main" id="{95A667E4-D78B-7A4C-A440-4917259D7A56}"/>
                    </a:ext>
                  </a:extLst>
                </p:cNvPr>
                <p:cNvSpPr>
                  <a:spLocks noChangeArrowheads="1"/>
                </p:cNvSpPr>
                <p:nvPr/>
              </p:nvSpPr>
              <p:spPr bwMode="auto">
                <a:xfrm>
                  <a:off x="615" y="2568"/>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37" name="AutoShape 55">
                  <a:extLst>
                    <a:ext uri="{FF2B5EF4-FFF2-40B4-BE49-F238E27FC236}">
                      <a16:creationId xmlns:a16="http://schemas.microsoft.com/office/drawing/2014/main" id="{ED50BD44-2B1A-A041-ACD3-EEFDC8341188}"/>
                    </a:ext>
                  </a:extLst>
                </p:cNvPr>
                <p:cNvSpPr>
                  <a:spLocks noChangeArrowheads="1"/>
                </p:cNvSpPr>
                <p:nvPr/>
              </p:nvSpPr>
              <p:spPr bwMode="auto">
                <a:xfrm>
                  <a:off x="629" y="2585"/>
                  <a:ext cx="687"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510" name="Rectangle 56">
                <a:extLst>
                  <a:ext uri="{FF2B5EF4-FFF2-40B4-BE49-F238E27FC236}">
                    <a16:creationId xmlns:a16="http://schemas.microsoft.com/office/drawing/2014/main" id="{5DA6EF43-A6D1-5A48-BBCA-48444D1A9E86}"/>
                  </a:ext>
                </a:extLst>
              </p:cNvPr>
              <p:cNvSpPr>
                <a:spLocks noChangeArrowheads="1"/>
              </p:cNvSpPr>
              <p:nvPr/>
            </p:nvSpPr>
            <p:spPr bwMode="auto">
              <a:xfrm>
                <a:off x="5249" y="429"/>
                <a:ext cx="70"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18" name="Freeform 57">
                <a:extLst>
                  <a:ext uri="{FF2B5EF4-FFF2-40B4-BE49-F238E27FC236}">
                    <a16:creationId xmlns:a16="http://schemas.microsoft.com/office/drawing/2014/main" id="{3C6C8679-5D2D-A24A-B371-C4C1F50D16C2}"/>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19" name="Freeform 58">
                <a:extLst>
                  <a:ext uri="{FF2B5EF4-FFF2-40B4-BE49-F238E27FC236}">
                    <a16:creationId xmlns:a16="http://schemas.microsoft.com/office/drawing/2014/main" id="{84C1EB21-DBAC-5D42-A7C0-5F245901D03F}"/>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20" name="Oval 59">
                <a:extLst>
                  <a:ext uri="{FF2B5EF4-FFF2-40B4-BE49-F238E27FC236}">
                    <a16:creationId xmlns:a16="http://schemas.microsoft.com/office/drawing/2014/main" id="{D88785FB-A16E-B34D-8961-EB75C81E8E45}"/>
                  </a:ext>
                </a:extLst>
              </p:cNvPr>
              <p:cNvSpPr>
                <a:spLocks noChangeArrowheads="1"/>
              </p:cNvSpPr>
              <p:nvPr/>
            </p:nvSpPr>
            <p:spPr bwMode="auto">
              <a:xfrm>
                <a:off x="5517" y="2609"/>
                <a:ext cx="48" cy="100"/>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29" name="Freeform 60">
                <a:extLst>
                  <a:ext uri="{FF2B5EF4-FFF2-40B4-BE49-F238E27FC236}">
                    <a16:creationId xmlns:a16="http://schemas.microsoft.com/office/drawing/2014/main" id="{137D376C-6C12-0648-BCAA-30DCACD94D7B}"/>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30" name="AutoShape 61">
                <a:extLst>
                  <a:ext uri="{FF2B5EF4-FFF2-40B4-BE49-F238E27FC236}">
                    <a16:creationId xmlns:a16="http://schemas.microsoft.com/office/drawing/2014/main" id="{3524D490-AC16-CF4B-AAFE-EF4C666B3F72}"/>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31" name="AutoShape 62">
                <a:extLst>
                  <a:ext uri="{FF2B5EF4-FFF2-40B4-BE49-F238E27FC236}">
                    <a16:creationId xmlns:a16="http://schemas.microsoft.com/office/drawing/2014/main" id="{B279651A-6EBD-F542-B219-9B4C83AF459F}"/>
                  </a:ext>
                </a:extLst>
              </p:cNvPr>
              <p:cNvSpPr>
                <a:spLocks noChangeArrowheads="1"/>
              </p:cNvSpPr>
              <p:nvPr/>
            </p:nvSpPr>
            <p:spPr bwMode="auto">
              <a:xfrm>
                <a:off x="4204" y="2709"/>
                <a:ext cx="107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32" name="Oval 63">
                <a:extLst>
                  <a:ext uri="{FF2B5EF4-FFF2-40B4-BE49-F238E27FC236}">
                    <a16:creationId xmlns:a16="http://schemas.microsoft.com/office/drawing/2014/main" id="{15D5DA26-8982-F44B-A3F7-03FEC745AB79}"/>
                  </a:ext>
                </a:extLst>
              </p:cNvPr>
              <p:cNvSpPr>
                <a:spLocks noChangeArrowheads="1"/>
              </p:cNvSpPr>
              <p:nvPr/>
            </p:nvSpPr>
            <p:spPr bwMode="auto">
              <a:xfrm>
                <a:off x="4306" y="2381"/>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33" name="Oval 64">
                <a:extLst>
                  <a:ext uri="{FF2B5EF4-FFF2-40B4-BE49-F238E27FC236}">
                    <a16:creationId xmlns:a16="http://schemas.microsoft.com/office/drawing/2014/main" id="{25B61B78-2AA0-A245-9C22-EC0A104A491C}"/>
                  </a:ext>
                </a:extLst>
              </p:cNvPr>
              <p:cNvSpPr>
                <a:spLocks noChangeArrowheads="1"/>
              </p:cNvSpPr>
              <p:nvPr/>
            </p:nvSpPr>
            <p:spPr bwMode="auto">
              <a:xfrm>
                <a:off x="4488" y="2381"/>
                <a:ext cx="155"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Arial" panose="020B0604020202020204" pitchFamily="34" charset="0"/>
                </a:endParaRPr>
              </a:p>
            </p:txBody>
          </p:sp>
          <p:sp>
            <p:nvSpPr>
              <p:cNvPr id="534" name="Oval 65">
                <a:extLst>
                  <a:ext uri="{FF2B5EF4-FFF2-40B4-BE49-F238E27FC236}">
                    <a16:creationId xmlns:a16="http://schemas.microsoft.com/office/drawing/2014/main" id="{78934A6A-6F9D-5541-8897-F81821D1AF16}"/>
                  </a:ext>
                </a:extLst>
              </p:cNvPr>
              <p:cNvSpPr>
                <a:spLocks noChangeArrowheads="1"/>
              </p:cNvSpPr>
              <p:nvPr/>
            </p:nvSpPr>
            <p:spPr bwMode="auto">
              <a:xfrm>
                <a:off x="4660" y="2381"/>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35" name="Rectangle 66">
                <a:extLst>
                  <a:ext uri="{FF2B5EF4-FFF2-40B4-BE49-F238E27FC236}">
                    <a16:creationId xmlns:a16="http://schemas.microsoft.com/office/drawing/2014/main" id="{4994117A-432E-094B-BF94-5385D43F9BDE}"/>
                  </a:ext>
                </a:extLst>
              </p:cNvPr>
              <p:cNvSpPr>
                <a:spLocks noChangeArrowheads="1"/>
              </p:cNvSpPr>
              <p:nvPr/>
            </p:nvSpPr>
            <p:spPr bwMode="auto">
              <a:xfrm>
                <a:off x="5061" y="1838"/>
                <a:ext cx="86" cy="760"/>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grpSp>
          <p:nvGrpSpPr>
            <p:cNvPr id="544" name="Group 67">
              <a:extLst>
                <a:ext uri="{FF2B5EF4-FFF2-40B4-BE49-F238E27FC236}">
                  <a16:creationId xmlns:a16="http://schemas.microsoft.com/office/drawing/2014/main" id="{A6DA78F5-835E-D242-9B19-A42AE8C14789}"/>
                </a:ext>
              </a:extLst>
            </p:cNvPr>
            <p:cNvGrpSpPr>
              <a:grpSpLocks/>
            </p:cNvGrpSpPr>
            <p:nvPr/>
          </p:nvGrpSpPr>
          <p:grpSpPr bwMode="auto">
            <a:xfrm>
              <a:off x="6887853" y="976051"/>
              <a:ext cx="742950" cy="742950"/>
              <a:chOff x="-44" y="1473"/>
              <a:chExt cx="981" cy="1105"/>
            </a:xfrm>
          </p:grpSpPr>
          <p:pic>
            <p:nvPicPr>
              <p:cNvPr id="545" name="Picture 68" descr="desktop_computer_stylized_medium">
                <a:extLst>
                  <a:ext uri="{FF2B5EF4-FFF2-40B4-BE49-F238E27FC236}">
                    <a16:creationId xmlns:a16="http://schemas.microsoft.com/office/drawing/2014/main" id="{AF3FF2A0-2B19-2846-B88C-3A51C7188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6" name="Freeform 69">
                <a:extLst>
                  <a:ext uri="{FF2B5EF4-FFF2-40B4-BE49-F238E27FC236}">
                    <a16:creationId xmlns:a16="http://schemas.microsoft.com/office/drawing/2014/main" id="{77A4C668-554A-6C44-A4D3-0F6A27C1F48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56" name="Slide Number Placeholder 2">
            <a:extLst>
              <a:ext uri="{FF2B5EF4-FFF2-40B4-BE49-F238E27FC236}">
                <a16:creationId xmlns:a16="http://schemas.microsoft.com/office/drawing/2014/main" id="{8064881B-A35A-8B40-BFE6-0E4FAAB88AA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51033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2">
                                            <p:txEl>
                                              <p:pRg st="2" end="2"/>
                                            </p:txEl>
                                          </p:spTgt>
                                        </p:tgtEl>
                                        <p:attrNameLst>
                                          <p:attrName>style.visibility</p:attrName>
                                        </p:attrNameLst>
                                      </p:cBhvr>
                                      <p:to>
                                        <p:strVal val="visible"/>
                                      </p:to>
                                    </p:set>
                                    <p:animEffect transition="in" filter="dissolve">
                                      <p:cBhvr>
                                        <p:cTn id="7" dur="500"/>
                                        <p:tgtEl>
                                          <p:spTgt spid="272">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72">
                                            <p:txEl>
                                              <p:pRg st="3" end="3"/>
                                            </p:txEl>
                                          </p:spTgt>
                                        </p:tgtEl>
                                        <p:attrNameLst>
                                          <p:attrName>style.visibility</p:attrName>
                                        </p:attrNameLst>
                                      </p:cBhvr>
                                      <p:to>
                                        <p:strVal val="visible"/>
                                      </p:to>
                                    </p:set>
                                    <p:animEffect transition="in" filter="dissolve">
                                      <p:cBhvr>
                                        <p:cTn id="10" dur="500"/>
                                        <p:tgtEl>
                                          <p:spTgt spid="27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72">
                                            <p:txEl>
                                              <p:pRg st="4" end="4"/>
                                            </p:txEl>
                                          </p:spTgt>
                                        </p:tgtEl>
                                        <p:attrNameLst>
                                          <p:attrName>style.visibility</p:attrName>
                                        </p:attrNameLst>
                                      </p:cBhvr>
                                      <p:to>
                                        <p:strVal val="visible"/>
                                      </p:to>
                                    </p:set>
                                    <p:animEffect transition="in" filter="dissolve">
                                      <p:cBhvr>
                                        <p:cTn id="15" dur="500"/>
                                        <p:tgtEl>
                                          <p:spTgt spid="272">
                                            <p:txEl>
                                              <p:pRg st="4" end="4"/>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272">
                                            <p:txEl>
                                              <p:pRg st="5" end="5"/>
                                            </p:txEl>
                                          </p:spTgt>
                                        </p:tgtEl>
                                        <p:attrNameLst>
                                          <p:attrName>style.visibility</p:attrName>
                                        </p:attrNameLst>
                                      </p:cBhvr>
                                      <p:to>
                                        <p:strVal val="visible"/>
                                      </p:to>
                                    </p:set>
                                    <p:animEffect transition="in" filter="dissolve">
                                      <p:cBhvr>
                                        <p:cTn id="18" dur="500"/>
                                        <p:tgtEl>
                                          <p:spTgt spid="272">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273"/>
                                        </p:tgtEl>
                                        <p:attrNameLst>
                                          <p:attrName>style.visibility</p:attrName>
                                        </p:attrNameLst>
                                      </p:cBhvr>
                                      <p:to>
                                        <p:strVal val="visible"/>
                                      </p:to>
                                    </p:set>
                                    <p:animEffect transition="in" filter="wipe(left)">
                                      <p:cBhvr>
                                        <p:cTn id="27" dur="500"/>
                                        <p:tgtEl>
                                          <p:spTgt spid="273"/>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74"/>
                                        </p:tgtEl>
                                        <p:attrNameLst>
                                          <p:attrName>style.visibility</p:attrName>
                                        </p:attrNameLst>
                                      </p:cBhvr>
                                      <p:to>
                                        <p:strVal val="visible"/>
                                      </p:to>
                                    </p:set>
                                    <p:animEffect transition="in" filter="wipe(left)">
                                      <p:cBhvr>
                                        <p:cTn id="30" dur="500"/>
                                        <p:tgtEl>
                                          <p:spTgt spid="274"/>
                                        </p:tgtEl>
                                      </p:cBhvr>
                                    </p:animEffect>
                                  </p:childTnLst>
                                </p:cTn>
                              </p:par>
                            </p:childTnLst>
                          </p:cTn>
                        </p:par>
                        <p:par>
                          <p:cTn id="31" fill="hold">
                            <p:stCondLst>
                              <p:cond delay="1000"/>
                            </p:stCondLst>
                            <p:childTnLst>
                              <p:par>
                                <p:cTn id="32" presetID="9" presetClass="entr" presetSubtype="0" fill="hold" grpId="0" nodeType="afterEffect">
                                  <p:stCondLst>
                                    <p:cond delay="0"/>
                                  </p:stCondLst>
                                  <p:childTnLst>
                                    <p:set>
                                      <p:cBhvr>
                                        <p:cTn id="33" dur="1" fill="hold">
                                          <p:stCondLst>
                                            <p:cond delay="0"/>
                                          </p:stCondLst>
                                        </p:cTn>
                                        <p:tgtEl>
                                          <p:spTgt spid="279"/>
                                        </p:tgtEl>
                                        <p:attrNameLst>
                                          <p:attrName>style.visibility</p:attrName>
                                        </p:attrNameLst>
                                      </p:cBhvr>
                                      <p:to>
                                        <p:strVal val="visible"/>
                                      </p:to>
                                    </p:set>
                                    <p:animEffect transition="in" filter="dissolve">
                                      <p:cBhvr>
                                        <p:cTn id="34" dur="500"/>
                                        <p:tgtEl>
                                          <p:spTgt spid="27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275"/>
                                        </p:tgtEl>
                                        <p:attrNameLst>
                                          <p:attrName>style.visibility</p:attrName>
                                        </p:attrNameLst>
                                      </p:cBhvr>
                                      <p:to>
                                        <p:strVal val="visible"/>
                                      </p:to>
                                    </p:set>
                                    <p:animEffect transition="in" filter="wipe(right)">
                                      <p:cBhvr>
                                        <p:cTn id="39" dur="500"/>
                                        <p:tgtEl>
                                          <p:spTgt spid="275"/>
                                        </p:tgtEl>
                                      </p:cBhvr>
                                    </p:animEffect>
                                  </p:childTnLst>
                                </p:cTn>
                              </p:par>
                              <p:par>
                                <p:cTn id="40" presetID="22" presetClass="entr" presetSubtype="2" fill="hold" nodeType="withEffect">
                                  <p:stCondLst>
                                    <p:cond delay="0"/>
                                  </p:stCondLst>
                                  <p:childTnLst>
                                    <p:set>
                                      <p:cBhvr>
                                        <p:cTn id="41" dur="1" fill="hold">
                                          <p:stCondLst>
                                            <p:cond delay="0"/>
                                          </p:stCondLst>
                                        </p:cTn>
                                        <p:tgtEl>
                                          <p:spTgt spid="276"/>
                                        </p:tgtEl>
                                        <p:attrNameLst>
                                          <p:attrName>style.visibility</p:attrName>
                                        </p:attrNameLst>
                                      </p:cBhvr>
                                      <p:to>
                                        <p:strVal val="visible"/>
                                      </p:to>
                                    </p:set>
                                    <p:animEffect transition="in" filter="wipe(right)">
                                      <p:cBhvr>
                                        <p:cTn id="42" dur="500"/>
                                        <p:tgtEl>
                                          <p:spTgt spid="276"/>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0"/>
                                        </p:tgtEl>
                                        <p:attrNameLst>
                                          <p:attrName>style.visibility</p:attrName>
                                        </p:attrNameLst>
                                      </p:cBhvr>
                                      <p:to>
                                        <p:strVal val="visible"/>
                                      </p:to>
                                    </p:set>
                                  </p:childTnLst>
                                </p:cTn>
                              </p:par>
                            </p:childTnLst>
                          </p:cTn>
                        </p:par>
                        <p:par>
                          <p:cTn id="47" fill="hold">
                            <p:stCondLst>
                              <p:cond delay="0"/>
                            </p:stCondLst>
                            <p:childTnLst>
                              <p:par>
                                <p:cTn id="48" presetID="22" presetClass="entr" presetSubtype="8" fill="hold" nodeType="afterEffect">
                                  <p:stCondLst>
                                    <p:cond delay="0"/>
                                  </p:stCondLst>
                                  <p:childTnLst>
                                    <p:set>
                                      <p:cBhvr>
                                        <p:cTn id="49" dur="1" fill="hold">
                                          <p:stCondLst>
                                            <p:cond delay="0"/>
                                          </p:stCondLst>
                                        </p:cTn>
                                        <p:tgtEl>
                                          <p:spTgt spid="281"/>
                                        </p:tgtEl>
                                        <p:attrNameLst>
                                          <p:attrName>style.visibility</p:attrName>
                                        </p:attrNameLst>
                                      </p:cBhvr>
                                      <p:to>
                                        <p:strVal val="visible"/>
                                      </p:to>
                                    </p:set>
                                    <p:animEffect transition="in" filter="wipe(left)">
                                      <p:cBhvr>
                                        <p:cTn id="50" dur="500"/>
                                        <p:tgtEl>
                                          <p:spTgt spid="281"/>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82"/>
                                        </p:tgtEl>
                                        <p:attrNameLst>
                                          <p:attrName>style.visibility</p:attrName>
                                        </p:attrNameLst>
                                      </p:cBhvr>
                                      <p:to>
                                        <p:strVal val="visible"/>
                                      </p:to>
                                    </p:set>
                                    <p:animEffect transition="in" filter="wipe(left)">
                                      <p:cBhvr>
                                        <p:cTn id="53" dur="500"/>
                                        <p:tgtEl>
                                          <p:spTgt spid="282"/>
                                        </p:tgtEl>
                                      </p:cBhvr>
                                    </p:animEffect>
                                  </p:childTnLst>
                                </p:cTn>
                              </p:par>
                            </p:childTnLst>
                          </p:cTn>
                        </p:par>
                        <p:par>
                          <p:cTn id="54" fill="hold">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285"/>
                                        </p:tgtEl>
                                        <p:attrNameLst>
                                          <p:attrName>style.visibility</p:attrName>
                                        </p:attrNameLst>
                                      </p:cBhvr>
                                      <p:to>
                                        <p:strVal val="visible"/>
                                      </p:to>
                                    </p:set>
                                    <p:animEffect transition="in" filter="dissolve">
                                      <p:cBhvr>
                                        <p:cTn id="57" dur="500"/>
                                        <p:tgtEl>
                                          <p:spTgt spid="28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nodeType="clickEffect">
                                  <p:stCondLst>
                                    <p:cond delay="0"/>
                                  </p:stCondLst>
                                  <p:childTnLst>
                                    <p:set>
                                      <p:cBhvr>
                                        <p:cTn id="61" dur="1" fill="hold">
                                          <p:stCondLst>
                                            <p:cond delay="0"/>
                                          </p:stCondLst>
                                        </p:cTn>
                                        <p:tgtEl>
                                          <p:spTgt spid="283"/>
                                        </p:tgtEl>
                                        <p:attrNameLst>
                                          <p:attrName>style.visibility</p:attrName>
                                        </p:attrNameLst>
                                      </p:cBhvr>
                                      <p:to>
                                        <p:strVal val="visible"/>
                                      </p:to>
                                    </p:set>
                                    <p:animEffect transition="in" filter="wipe(right)">
                                      <p:cBhvr>
                                        <p:cTn id="62" dur="500"/>
                                        <p:tgtEl>
                                          <p:spTgt spid="283"/>
                                        </p:tgtEl>
                                      </p:cBhvr>
                                    </p:animEffect>
                                  </p:childTnLst>
                                </p:cTn>
                              </p:par>
                              <p:par>
                                <p:cTn id="63" presetID="22" presetClass="entr" presetSubtype="2" fill="hold" grpId="0" nodeType="withEffect">
                                  <p:stCondLst>
                                    <p:cond delay="0"/>
                                  </p:stCondLst>
                                  <p:childTnLst>
                                    <p:set>
                                      <p:cBhvr>
                                        <p:cTn id="64" dur="1" fill="hold">
                                          <p:stCondLst>
                                            <p:cond delay="0"/>
                                          </p:stCondLst>
                                        </p:cTn>
                                        <p:tgtEl>
                                          <p:spTgt spid="284"/>
                                        </p:tgtEl>
                                        <p:attrNameLst>
                                          <p:attrName>style.visibility</p:attrName>
                                        </p:attrNameLst>
                                      </p:cBhvr>
                                      <p:to>
                                        <p:strVal val="visible"/>
                                      </p:to>
                                    </p:set>
                                    <p:animEffect transition="in" filter="wipe(right)">
                                      <p:cBhvr>
                                        <p:cTn id="65" dur="500"/>
                                        <p:tgtEl>
                                          <p:spTgt spid="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 grpId="0" animBg="1"/>
      <p:bldP spid="279" grpId="0"/>
      <p:bldP spid="282" grpId="0" animBg="1"/>
      <p:bldP spid="284" grpId="0" animBg="1"/>
      <p:bldP spid="28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651417" y="223762"/>
            <a:ext cx="10515600" cy="894622"/>
          </a:xfrm>
        </p:spPr>
        <p:txBody>
          <a:bodyPr>
            <a:normAutofit/>
          </a:bodyPr>
          <a:lstStyle/>
          <a:p>
            <a:r>
              <a:rPr lang="en-US" sz="4400" dirty="0">
                <a:ea typeface="ＭＳ Ｐゴシック" panose="020B0600070205080204" pitchFamily="34" charset="-128"/>
              </a:rPr>
              <a:t>HTTP/2</a:t>
            </a:r>
            <a:endParaRPr lang="en-US" sz="4400" dirty="0"/>
          </a:p>
        </p:txBody>
      </p:sp>
      <p:sp>
        <p:nvSpPr>
          <p:cNvPr id="272" name="Rectangle 3">
            <a:extLst>
              <a:ext uri="{FF2B5EF4-FFF2-40B4-BE49-F238E27FC236}">
                <a16:creationId xmlns:a16="http://schemas.microsoft.com/office/drawing/2014/main" id="{8CBA4EFF-1AC8-A245-B998-4DDACE8C36D2}"/>
              </a:ext>
            </a:extLst>
          </p:cNvPr>
          <p:cNvSpPr txBox="1">
            <a:spLocks noChangeArrowheads="1"/>
          </p:cNvSpPr>
          <p:nvPr/>
        </p:nvSpPr>
        <p:spPr>
          <a:xfrm>
            <a:off x="572119" y="1236917"/>
            <a:ext cx="11117107" cy="50330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ctr"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600" b="0" i="1" u="none" strike="noStrike" kern="1200" cap="none" spc="0" normalizeH="0" baseline="0" noProof="0" dirty="0">
                <a:ln>
                  <a:noFill/>
                </a:ln>
                <a:solidFill>
                  <a:srgbClr val="000090"/>
                </a:solidFill>
                <a:effectLst/>
                <a:uLnTx/>
                <a:uFillTx/>
                <a:latin typeface="Calibri"/>
                <a:ea typeface="ＭＳ Ｐゴシック" panose="020B0600070205080204" pitchFamily="34" charset="-128"/>
                <a:cs typeface="+mn-cs"/>
              </a:rPr>
              <a:t>Key goal: </a:t>
            </a:r>
            <a:r>
              <a:rPr kumimoji="0" lang="en-US" altLang="en-US" sz="36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decreased delay in multi-object HTTP requests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7" name="Rectangle 3">
            <a:extLst>
              <a:ext uri="{FF2B5EF4-FFF2-40B4-BE49-F238E27FC236}">
                <a16:creationId xmlns:a16="http://schemas.microsoft.com/office/drawing/2014/main" id="{FB527882-F34C-8945-BA16-5C2965DA6310}"/>
              </a:ext>
            </a:extLst>
          </p:cNvPr>
          <p:cNvSpPr txBox="1">
            <a:spLocks noChangeArrowheads="1"/>
          </p:cNvSpPr>
          <p:nvPr/>
        </p:nvSpPr>
        <p:spPr>
          <a:xfrm>
            <a:off x="914400" y="2142059"/>
            <a:ext cx="10654118" cy="3930449"/>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sng"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HTTP1.1:</a:t>
            </a:r>
            <a:r>
              <a:rPr kumimoji="0" lang="en-US" altLang="en-US" sz="3200" b="0" i="0" u="sng"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introduced </a:t>
            </a:r>
            <a:r>
              <a:rPr kumimoji="0" lang="en-US" altLang="en-US" sz="3200" b="0" i="0" u="none" strike="noStrike" kern="1200" cap="none" spc="0" normalizeH="0" baseline="0" noProof="0" dirty="0">
                <a:ln>
                  <a:noFill/>
                </a:ln>
                <a:solidFill>
                  <a:srgbClr val="0000A3"/>
                </a:solidFill>
                <a:effectLst/>
                <a:uLnTx/>
                <a:uFillTx/>
                <a:latin typeface="Calibri"/>
                <a:ea typeface="ＭＳ Ｐゴシック" panose="020B0600070205080204" pitchFamily="34" charset="-128"/>
                <a:cs typeface="+mn-cs"/>
              </a:rPr>
              <a:t>multiple, pipelined GETs</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over single TCP connection</a:t>
            </a:r>
            <a:endParaRPr kumimoji="0" lang="en-US" altLang="en-US" sz="3200" b="1"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server responds </a:t>
            </a:r>
            <a:r>
              <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in-order</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(FCFS: first-come-first-served scheduling) to GET requests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with FCFS, small object may have to wait for transmission  (</a:t>
            </a:r>
            <a:r>
              <a:rPr kumimoji="0" lang="en-US" altLang="en-US" sz="28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head-of-line (HOL) blocking</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behind large object(s)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loss recovery (retransmitting lost TCP segments) stalls object transmission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id="{A6F2E176-E832-C946-945A-E70AAE074BF6}"/>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47</a:t>
            </a:fld>
            <a:endParaRPr lang="en-US" dirty="0"/>
          </a:p>
        </p:txBody>
      </p:sp>
    </p:spTree>
    <p:extLst>
      <p:ext uri="{BB962C8B-B14F-4D97-AF65-F5344CB8AC3E}">
        <p14:creationId xmlns:p14="http://schemas.microsoft.com/office/powerpoint/2010/main" val="32612160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651417" y="223762"/>
            <a:ext cx="10515600" cy="894622"/>
          </a:xfrm>
        </p:spPr>
        <p:txBody>
          <a:bodyPr>
            <a:normAutofit/>
          </a:bodyPr>
          <a:lstStyle/>
          <a:p>
            <a:r>
              <a:rPr lang="en-US" sz="4400" dirty="0">
                <a:ea typeface="ＭＳ Ｐゴシック" panose="020B0600070205080204" pitchFamily="34" charset="-128"/>
              </a:rPr>
              <a:t>HTTP/2</a:t>
            </a:r>
            <a:endParaRPr lang="en-US" sz="4400" dirty="0"/>
          </a:p>
        </p:txBody>
      </p:sp>
      <p:sp>
        <p:nvSpPr>
          <p:cNvPr id="56" name="Rectangle 3">
            <a:extLst>
              <a:ext uri="{FF2B5EF4-FFF2-40B4-BE49-F238E27FC236}">
                <a16:creationId xmlns:a16="http://schemas.microsoft.com/office/drawing/2014/main" id="{9A8B785A-4E29-F546-8152-139D7CF7C8F9}"/>
              </a:ext>
            </a:extLst>
          </p:cNvPr>
          <p:cNvSpPr txBox="1">
            <a:spLocks noChangeArrowheads="1"/>
          </p:cNvSpPr>
          <p:nvPr/>
        </p:nvSpPr>
        <p:spPr>
          <a:xfrm>
            <a:off x="901486" y="2150525"/>
            <a:ext cx="10458375" cy="4487272"/>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sng"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HTTP/2:</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a:t>
            </a:r>
            <a:r>
              <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[RFC 7540, 2015] </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increased flexibility at </a:t>
            </a:r>
            <a:r>
              <a:rPr kumimoji="0" lang="en-US" altLang="en-US" sz="32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server</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in sending objects to client:</a:t>
            </a:r>
          </a:p>
          <a:p>
            <a:pPr marL="346075"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methods, status codes, most header fields unchanged from HTTP 1.1</a:t>
            </a:r>
          </a:p>
          <a:p>
            <a:pPr marL="346075"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transmission order of requested objects based on client-specified object priority </a:t>
            </a: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(not necessarily FCFS)</a:t>
            </a:r>
          </a:p>
          <a:p>
            <a:pPr marL="346075"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push</a:t>
            </a: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unrequested objects to client</a:t>
            </a:r>
          </a:p>
          <a:p>
            <a:pPr marL="346075"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divide objects into frames, schedule frames to mitigate HOL blocking</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5" name="Rectangle 3">
            <a:extLst>
              <a:ext uri="{FF2B5EF4-FFF2-40B4-BE49-F238E27FC236}">
                <a16:creationId xmlns:a16="http://schemas.microsoft.com/office/drawing/2014/main" id="{279D3858-EB11-8347-B284-0EA3928CF486}"/>
              </a:ext>
            </a:extLst>
          </p:cNvPr>
          <p:cNvSpPr txBox="1">
            <a:spLocks noChangeArrowheads="1"/>
          </p:cNvSpPr>
          <p:nvPr/>
        </p:nvSpPr>
        <p:spPr>
          <a:xfrm>
            <a:off x="572119" y="1236917"/>
            <a:ext cx="11117107" cy="50330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ctr"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600" b="0" i="1" u="none" strike="noStrike" kern="1200" cap="none" spc="0" normalizeH="0" baseline="0" noProof="0" dirty="0">
                <a:ln>
                  <a:noFill/>
                </a:ln>
                <a:solidFill>
                  <a:srgbClr val="000090"/>
                </a:solidFill>
                <a:effectLst/>
                <a:uLnTx/>
                <a:uFillTx/>
                <a:latin typeface="Calibri"/>
                <a:ea typeface="ＭＳ Ｐゴシック" panose="020B0600070205080204" pitchFamily="34" charset="-128"/>
                <a:cs typeface="+mn-cs"/>
              </a:rPr>
              <a:t>Key goal: </a:t>
            </a:r>
            <a:r>
              <a:rPr kumimoji="0" lang="en-US" altLang="en-US" sz="36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decreased delay in multi-object HTTP requests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6" name="Slide Number Placeholder 2">
            <a:extLst>
              <a:ext uri="{FF2B5EF4-FFF2-40B4-BE49-F238E27FC236}">
                <a16:creationId xmlns:a16="http://schemas.microsoft.com/office/drawing/2014/main" id="{20476A41-E13C-BC40-A484-B8CD2CE4B461}"/>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48</a:t>
            </a:fld>
            <a:endParaRPr lang="en-US" dirty="0"/>
          </a:p>
        </p:txBody>
      </p:sp>
    </p:spTree>
    <p:extLst>
      <p:ext uri="{BB962C8B-B14F-4D97-AF65-F5344CB8AC3E}">
        <p14:creationId xmlns:p14="http://schemas.microsoft.com/office/powerpoint/2010/main" val="15347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dissolve">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6">
                                            <p:txEl>
                                              <p:pRg st="1" end="1"/>
                                            </p:txEl>
                                          </p:spTgt>
                                        </p:tgtEl>
                                        <p:attrNameLst>
                                          <p:attrName>style.visibility</p:attrName>
                                        </p:attrNameLst>
                                      </p:cBhvr>
                                      <p:to>
                                        <p:strVal val="visible"/>
                                      </p:to>
                                    </p:set>
                                    <p:animEffect transition="in" filter="dissolve">
                                      <p:cBhvr>
                                        <p:cTn id="12" dur="500"/>
                                        <p:tgtEl>
                                          <p:spTgt spid="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6">
                                            <p:txEl>
                                              <p:pRg st="2" end="2"/>
                                            </p:txEl>
                                          </p:spTgt>
                                        </p:tgtEl>
                                        <p:attrNameLst>
                                          <p:attrName>style.visibility</p:attrName>
                                        </p:attrNameLst>
                                      </p:cBhvr>
                                      <p:to>
                                        <p:strVal val="visible"/>
                                      </p:to>
                                    </p:set>
                                    <p:animEffect transition="in" filter="dissolve">
                                      <p:cBhvr>
                                        <p:cTn id="17" dur="500"/>
                                        <p:tgtEl>
                                          <p:spTgt spid="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6">
                                            <p:txEl>
                                              <p:pRg st="3" end="3"/>
                                            </p:txEl>
                                          </p:spTgt>
                                        </p:tgtEl>
                                        <p:attrNameLst>
                                          <p:attrName>style.visibility</p:attrName>
                                        </p:attrNameLst>
                                      </p:cBhvr>
                                      <p:to>
                                        <p:strVal val="visible"/>
                                      </p:to>
                                    </p:set>
                                    <p:animEffect transition="in" filter="dissolve">
                                      <p:cBhvr>
                                        <p:cTn id="22" dur="500"/>
                                        <p:tgtEl>
                                          <p:spTgt spid="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6">
                                            <p:txEl>
                                              <p:pRg st="4" end="4"/>
                                            </p:txEl>
                                          </p:spTgt>
                                        </p:tgtEl>
                                        <p:attrNameLst>
                                          <p:attrName>style.visibility</p:attrName>
                                        </p:attrNameLst>
                                      </p:cBhvr>
                                      <p:to>
                                        <p:strVal val="visible"/>
                                      </p:to>
                                    </p:set>
                                    <p:animEffect transition="in" filter="dissolve">
                                      <p:cBhvr>
                                        <p:cTn id="27" dur="500"/>
                                        <p:tgtEl>
                                          <p:spTgt spid="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400" dirty="0">
                <a:ea typeface="ＭＳ Ｐゴシック" panose="020B0600070205080204" pitchFamily="34" charset="-128"/>
              </a:rPr>
              <a:t>HTTP/2: mitigating HOL blocking</a:t>
            </a:r>
            <a:endParaRPr lang="en-US" sz="4400" dirty="0"/>
          </a:p>
        </p:txBody>
      </p:sp>
      <p:sp>
        <p:nvSpPr>
          <p:cNvPr id="272" name="Rectangle 3">
            <a:extLst>
              <a:ext uri="{FF2B5EF4-FFF2-40B4-BE49-F238E27FC236}">
                <a16:creationId xmlns:a16="http://schemas.microsoft.com/office/drawing/2014/main" id="{8CBA4EFF-1AC8-A245-B998-4DDACE8C36D2}"/>
              </a:ext>
            </a:extLst>
          </p:cNvPr>
          <p:cNvSpPr txBox="1">
            <a:spLocks noChangeArrowheads="1"/>
          </p:cNvSpPr>
          <p:nvPr/>
        </p:nvSpPr>
        <p:spPr>
          <a:xfrm>
            <a:off x="798691" y="1274501"/>
            <a:ext cx="11117107" cy="50330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 1.1: client requests 1 large object (e.g., video file) and 3 smaller objects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id="{9C81A400-509D-8B49-94F6-4A247623F1EE}"/>
              </a:ext>
            </a:extLst>
          </p:cNvPr>
          <p:cNvSpPr txBox="1">
            <a:spLocks noChangeArrowheads="1"/>
          </p:cNvSpPr>
          <p:nvPr/>
        </p:nvSpPr>
        <p:spPr bwMode="auto">
          <a:xfrm>
            <a:off x="2900584" y="2902508"/>
            <a:ext cx="777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client</a:t>
            </a:r>
          </a:p>
        </p:txBody>
      </p:sp>
      <p:sp>
        <p:nvSpPr>
          <p:cNvPr id="12" name="Text Box 6">
            <a:extLst>
              <a:ext uri="{FF2B5EF4-FFF2-40B4-BE49-F238E27FC236}">
                <a16:creationId xmlns:a16="http://schemas.microsoft.com/office/drawing/2014/main" id="{1C4A8696-15E9-F34E-9D6B-A386450B2B8A}"/>
              </a:ext>
            </a:extLst>
          </p:cNvPr>
          <p:cNvSpPr txBox="1">
            <a:spLocks noChangeArrowheads="1"/>
          </p:cNvSpPr>
          <p:nvPr/>
        </p:nvSpPr>
        <p:spPr bwMode="auto">
          <a:xfrm>
            <a:off x="7029972" y="1892257"/>
            <a:ext cx="8369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server</a:t>
            </a:r>
          </a:p>
        </p:txBody>
      </p:sp>
      <p:grpSp>
        <p:nvGrpSpPr>
          <p:cNvPr id="13" name="Group 34">
            <a:extLst>
              <a:ext uri="{FF2B5EF4-FFF2-40B4-BE49-F238E27FC236}">
                <a16:creationId xmlns:a16="http://schemas.microsoft.com/office/drawing/2014/main" id="{3F9049F0-AD0D-BB4A-9A38-AE6CD2DEE44B}"/>
              </a:ext>
            </a:extLst>
          </p:cNvPr>
          <p:cNvGrpSpPr>
            <a:grpSpLocks/>
          </p:cNvGrpSpPr>
          <p:nvPr/>
        </p:nvGrpSpPr>
        <p:grpSpPr bwMode="auto">
          <a:xfrm>
            <a:off x="7234967" y="2262203"/>
            <a:ext cx="422275" cy="685800"/>
            <a:chOff x="4140" y="429"/>
            <a:chExt cx="1425" cy="2396"/>
          </a:xfrm>
        </p:grpSpPr>
        <p:sp>
          <p:nvSpPr>
            <p:cNvPr id="14" name="Freeform 35">
              <a:extLst>
                <a:ext uri="{FF2B5EF4-FFF2-40B4-BE49-F238E27FC236}">
                  <a16:creationId xmlns:a16="http://schemas.microsoft.com/office/drawing/2014/main" id="{803C6B5A-D9D1-EB4A-A391-52C6BC681D84}"/>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Rectangle 36">
              <a:extLst>
                <a:ext uri="{FF2B5EF4-FFF2-40B4-BE49-F238E27FC236}">
                  <a16:creationId xmlns:a16="http://schemas.microsoft.com/office/drawing/2014/main" id="{743E8922-0B4F-124B-8E08-EAFC48A26AC2}"/>
                </a:ext>
              </a:extLst>
            </p:cNvPr>
            <p:cNvSpPr>
              <a:spLocks noChangeArrowheads="1"/>
            </p:cNvSpPr>
            <p:nvPr/>
          </p:nvSpPr>
          <p:spPr bwMode="auto">
            <a:xfrm>
              <a:off x="4204" y="429"/>
              <a:ext cx="1050"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6" name="Freeform 37">
              <a:extLst>
                <a:ext uri="{FF2B5EF4-FFF2-40B4-BE49-F238E27FC236}">
                  <a16:creationId xmlns:a16="http://schemas.microsoft.com/office/drawing/2014/main" id="{B8099CED-B66E-A64F-9D64-36008CA1795B}"/>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Freeform 38">
              <a:extLst>
                <a:ext uri="{FF2B5EF4-FFF2-40B4-BE49-F238E27FC236}">
                  <a16:creationId xmlns:a16="http://schemas.microsoft.com/office/drawing/2014/main" id="{8E10A1E3-E714-724B-9A56-653D39FCCDCC}"/>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Rectangle 39">
              <a:extLst>
                <a:ext uri="{FF2B5EF4-FFF2-40B4-BE49-F238E27FC236}">
                  <a16:creationId xmlns:a16="http://schemas.microsoft.com/office/drawing/2014/main" id="{51B7511E-9F4A-634B-B78E-ADF6D024CA43}"/>
                </a:ext>
              </a:extLst>
            </p:cNvPr>
            <p:cNvSpPr>
              <a:spLocks noChangeArrowheads="1"/>
            </p:cNvSpPr>
            <p:nvPr/>
          </p:nvSpPr>
          <p:spPr bwMode="auto">
            <a:xfrm>
              <a:off x="4210" y="695"/>
              <a:ext cx="600"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19" name="Group 40">
              <a:extLst>
                <a:ext uri="{FF2B5EF4-FFF2-40B4-BE49-F238E27FC236}">
                  <a16:creationId xmlns:a16="http://schemas.microsoft.com/office/drawing/2014/main" id="{5B0CC43F-BAC2-3140-B5A3-62B0B2DB20E0}"/>
                </a:ext>
              </a:extLst>
            </p:cNvPr>
            <p:cNvGrpSpPr>
              <a:grpSpLocks/>
            </p:cNvGrpSpPr>
            <p:nvPr/>
          </p:nvGrpSpPr>
          <p:grpSpPr bwMode="auto">
            <a:xfrm>
              <a:off x="4749" y="668"/>
              <a:ext cx="581" cy="145"/>
              <a:chOff x="614" y="2568"/>
              <a:chExt cx="725" cy="139"/>
            </a:xfrm>
          </p:grpSpPr>
          <p:sp>
            <p:nvSpPr>
              <p:cNvPr id="44" name="AutoShape 41">
                <a:extLst>
                  <a:ext uri="{FF2B5EF4-FFF2-40B4-BE49-F238E27FC236}">
                    <a16:creationId xmlns:a16="http://schemas.microsoft.com/office/drawing/2014/main" id="{15BC3053-32F0-D74D-89AF-8B97E27A3909}"/>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5" name="AutoShape 42">
                <a:extLst>
                  <a:ext uri="{FF2B5EF4-FFF2-40B4-BE49-F238E27FC236}">
                    <a16:creationId xmlns:a16="http://schemas.microsoft.com/office/drawing/2014/main" id="{20995AA6-2DCD-3745-B56B-D4A2BD016FEA}"/>
                  </a:ext>
                </a:extLst>
              </p:cNvPr>
              <p:cNvSpPr>
                <a:spLocks noChangeArrowheads="1"/>
              </p:cNvSpPr>
              <p:nvPr/>
            </p:nvSpPr>
            <p:spPr bwMode="auto">
              <a:xfrm>
                <a:off x="630" y="2583"/>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0" name="Rectangle 43">
              <a:extLst>
                <a:ext uri="{FF2B5EF4-FFF2-40B4-BE49-F238E27FC236}">
                  <a16:creationId xmlns:a16="http://schemas.microsoft.com/office/drawing/2014/main" id="{A0AB9F72-54CB-1348-80D1-B314D48A04CD}"/>
                </a:ext>
              </a:extLst>
            </p:cNvPr>
            <p:cNvSpPr>
              <a:spLocks noChangeArrowheads="1"/>
            </p:cNvSpPr>
            <p:nvPr/>
          </p:nvSpPr>
          <p:spPr bwMode="auto">
            <a:xfrm>
              <a:off x="4226" y="1017"/>
              <a:ext cx="595"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21" name="Group 44">
              <a:extLst>
                <a:ext uri="{FF2B5EF4-FFF2-40B4-BE49-F238E27FC236}">
                  <a16:creationId xmlns:a16="http://schemas.microsoft.com/office/drawing/2014/main" id="{9E4659C2-4E42-B443-84EF-9148F9288BE3}"/>
                </a:ext>
              </a:extLst>
            </p:cNvPr>
            <p:cNvGrpSpPr>
              <a:grpSpLocks/>
            </p:cNvGrpSpPr>
            <p:nvPr/>
          </p:nvGrpSpPr>
          <p:grpSpPr bwMode="auto">
            <a:xfrm>
              <a:off x="4747" y="994"/>
              <a:ext cx="581" cy="134"/>
              <a:chOff x="614" y="2568"/>
              <a:chExt cx="725" cy="139"/>
            </a:xfrm>
          </p:grpSpPr>
          <p:sp>
            <p:nvSpPr>
              <p:cNvPr id="42" name="AutoShape 45">
                <a:extLst>
                  <a:ext uri="{FF2B5EF4-FFF2-40B4-BE49-F238E27FC236}">
                    <a16:creationId xmlns:a16="http://schemas.microsoft.com/office/drawing/2014/main" id="{D8903B39-8265-544A-9AFB-566D599B94BF}"/>
                  </a:ext>
                </a:extLst>
              </p:cNvPr>
              <p:cNvSpPr>
                <a:spLocks noChangeArrowheads="1"/>
              </p:cNvSpPr>
              <p:nvPr/>
            </p:nvSpPr>
            <p:spPr bwMode="auto">
              <a:xfrm>
                <a:off x="612" y="2569"/>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3" name="AutoShape 46">
                <a:extLst>
                  <a:ext uri="{FF2B5EF4-FFF2-40B4-BE49-F238E27FC236}">
                    <a16:creationId xmlns:a16="http://schemas.microsoft.com/office/drawing/2014/main" id="{FD67A903-00AF-8F4D-B4F7-1CE981372C02}"/>
                  </a:ext>
                </a:extLst>
              </p:cNvPr>
              <p:cNvSpPr>
                <a:spLocks noChangeArrowheads="1"/>
              </p:cNvSpPr>
              <p:nvPr/>
            </p:nvSpPr>
            <p:spPr bwMode="auto">
              <a:xfrm>
                <a:off x="625"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2" name="Rectangle 47">
              <a:extLst>
                <a:ext uri="{FF2B5EF4-FFF2-40B4-BE49-F238E27FC236}">
                  <a16:creationId xmlns:a16="http://schemas.microsoft.com/office/drawing/2014/main" id="{4CE4A0E0-E439-5A47-BF8B-98C51081AA9D}"/>
                </a:ext>
              </a:extLst>
            </p:cNvPr>
            <p:cNvSpPr>
              <a:spLocks noChangeArrowheads="1"/>
            </p:cNvSpPr>
            <p:nvPr/>
          </p:nvSpPr>
          <p:spPr bwMode="auto">
            <a:xfrm>
              <a:off x="4215" y="1355"/>
              <a:ext cx="600"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3" name="Rectangle 48">
              <a:extLst>
                <a:ext uri="{FF2B5EF4-FFF2-40B4-BE49-F238E27FC236}">
                  <a16:creationId xmlns:a16="http://schemas.microsoft.com/office/drawing/2014/main" id="{9C3A9589-0AF1-484B-8D65-785BF63FA907}"/>
                </a:ext>
              </a:extLst>
            </p:cNvPr>
            <p:cNvSpPr>
              <a:spLocks noChangeArrowheads="1"/>
            </p:cNvSpPr>
            <p:nvPr/>
          </p:nvSpPr>
          <p:spPr bwMode="auto">
            <a:xfrm>
              <a:off x="4226" y="1655"/>
              <a:ext cx="600"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24" name="Group 49">
              <a:extLst>
                <a:ext uri="{FF2B5EF4-FFF2-40B4-BE49-F238E27FC236}">
                  <a16:creationId xmlns:a16="http://schemas.microsoft.com/office/drawing/2014/main" id="{B0BBD09F-6C03-C742-8A03-DE01670CB532}"/>
                </a:ext>
              </a:extLst>
            </p:cNvPr>
            <p:cNvGrpSpPr>
              <a:grpSpLocks/>
            </p:cNvGrpSpPr>
            <p:nvPr/>
          </p:nvGrpSpPr>
          <p:grpSpPr bwMode="auto">
            <a:xfrm>
              <a:off x="4735" y="1627"/>
              <a:ext cx="582" cy="151"/>
              <a:chOff x="614" y="2568"/>
              <a:chExt cx="725" cy="139"/>
            </a:xfrm>
          </p:grpSpPr>
          <p:sp>
            <p:nvSpPr>
              <p:cNvPr id="40" name="AutoShape 50">
                <a:extLst>
                  <a:ext uri="{FF2B5EF4-FFF2-40B4-BE49-F238E27FC236}">
                    <a16:creationId xmlns:a16="http://schemas.microsoft.com/office/drawing/2014/main" id="{F540A08B-AEF4-A545-BD11-4851FF84EDEE}"/>
                  </a:ext>
                </a:extLst>
              </p:cNvPr>
              <p:cNvSpPr>
                <a:spLocks noChangeArrowheads="1"/>
              </p:cNvSpPr>
              <p:nvPr/>
            </p:nvSpPr>
            <p:spPr bwMode="auto">
              <a:xfrm>
                <a:off x="614" y="2568"/>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1" name="AutoShape 51">
                <a:extLst>
                  <a:ext uri="{FF2B5EF4-FFF2-40B4-BE49-F238E27FC236}">
                    <a16:creationId xmlns:a16="http://schemas.microsoft.com/office/drawing/2014/main" id="{3E831A66-2030-664B-A089-E131017C23D6}"/>
                  </a:ext>
                </a:extLst>
              </p:cNvPr>
              <p:cNvSpPr>
                <a:spLocks noChangeArrowheads="1"/>
              </p:cNvSpPr>
              <p:nvPr/>
            </p:nvSpPr>
            <p:spPr bwMode="auto">
              <a:xfrm>
                <a:off x="627" y="2583"/>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5" name="Freeform 52">
              <a:extLst>
                <a:ext uri="{FF2B5EF4-FFF2-40B4-BE49-F238E27FC236}">
                  <a16:creationId xmlns:a16="http://schemas.microsoft.com/office/drawing/2014/main" id="{EB110631-8DF7-8E4E-A94B-F2F52EA1E58F}"/>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6" name="Group 53">
              <a:extLst>
                <a:ext uri="{FF2B5EF4-FFF2-40B4-BE49-F238E27FC236}">
                  <a16:creationId xmlns:a16="http://schemas.microsoft.com/office/drawing/2014/main" id="{0605E8F2-9F9A-7648-8BA6-ABA0DFC79339}"/>
                </a:ext>
              </a:extLst>
            </p:cNvPr>
            <p:cNvGrpSpPr>
              <a:grpSpLocks/>
            </p:cNvGrpSpPr>
            <p:nvPr/>
          </p:nvGrpSpPr>
          <p:grpSpPr bwMode="auto">
            <a:xfrm>
              <a:off x="4739" y="1327"/>
              <a:ext cx="582" cy="139"/>
              <a:chOff x="614" y="2568"/>
              <a:chExt cx="725" cy="139"/>
            </a:xfrm>
          </p:grpSpPr>
          <p:sp>
            <p:nvSpPr>
              <p:cNvPr id="38" name="AutoShape 54">
                <a:extLst>
                  <a:ext uri="{FF2B5EF4-FFF2-40B4-BE49-F238E27FC236}">
                    <a16:creationId xmlns:a16="http://schemas.microsoft.com/office/drawing/2014/main" id="{D18E181B-E7B4-7D4A-A9B8-9FDE56CEBEA7}"/>
                  </a:ext>
                </a:extLst>
              </p:cNvPr>
              <p:cNvSpPr>
                <a:spLocks noChangeArrowheads="1"/>
              </p:cNvSpPr>
              <p:nvPr/>
            </p:nvSpPr>
            <p:spPr bwMode="auto">
              <a:xfrm>
                <a:off x="615" y="2568"/>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9" name="AutoShape 55">
                <a:extLst>
                  <a:ext uri="{FF2B5EF4-FFF2-40B4-BE49-F238E27FC236}">
                    <a16:creationId xmlns:a16="http://schemas.microsoft.com/office/drawing/2014/main" id="{0A0D2D66-4293-5E42-AB2B-B27978D8D73F}"/>
                  </a:ext>
                </a:extLst>
              </p:cNvPr>
              <p:cNvSpPr>
                <a:spLocks noChangeArrowheads="1"/>
              </p:cNvSpPr>
              <p:nvPr/>
            </p:nvSpPr>
            <p:spPr bwMode="auto">
              <a:xfrm>
                <a:off x="629" y="2585"/>
                <a:ext cx="687"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7" name="Rectangle 56">
              <a:extLst>
                <a:ext uri="{FF2B5EF4-FFF2-40B4-BE49-F238E27FC236}">
                  <a16:creationId xmlns:a16="http://schemas.microsoft.com/office/drawing/2014/main" id="{29DA363B-DCCE-0E42-97D8-C3675780D8DA}"/>
                </a:ext>
              </a:extLst>
            </p:cNvPr>
            <p:cNvSpPr>
              <a:spLocks noChangeArrowheads="1"/>
            </p:cNvSpPr>
            <p:nvPr/>
          </p:nvSpPr>
          <p:spPr bwMode="auto">
            <a:xfrm>
              <a:off x="5249" y="429"/>
              <a:ext cx="70"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8" name="Freeform 57">
              <a:extLst>
                <a:ext uri="{FF2B5EF4-FFF2-40B4-BE49-F238E27FC236}">
                  <a16:creationId xmlns:a16="http://schemas.microsoft.com/office/drawing/2014/main" id="{003F54F8-B50A-A745-830C-199E1BDB2573}"/>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 name="Freeform 58">
              <a:extLst>
                <a:ext uri="{FF2B5EF4-FFF2-40B4-BE49-F238E27FC236}">
                  <a16:creationId xmlns:a16="http://schemas.microsoft.com/office/drawing/2014/main" id="{7C5A7536-BE63-4040-ABA1-74B2DEB36640}"/>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0" name="Oval 59">
              <a:extLst>
                <a:ext uri="{FF2B5EF4-FFF2-40B4-BE49-F238E27FC236}">
                  <a16:creationId xmlns:a16="http://schemas.microsoft.com/office/drawing/2014/main" id="{22686AD2-E3C1-444A-BFBF-DA43577786AE}"/>
                </a:ext>
              </a:extLst>
            </p:cNvPr>
            <p:cNvSpPr>
              <a:spLocks noChangeArrowheads="1"/>
            </p:cNvSpPr>
            <p:nvPr/>
          </p:nvSpPr>
          <p:spPr bwMode="auto">
            <a:xfrm>
              <a:off x="5517" y="2609"/>
              <a:ext cx="48" cy="100"/>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1" name="Freeform 60">
              <a:extLst>
                <a:ext uri="{FF2B5EF4-FFF2-40B4-BE49-F238E27FC236}">
                  <a16:creationId xmlns:a16="http://schemas.microsoft.com/office/drawing/2014/main" id="{A511E8EF-CCBE-984C-81CA-5741AD13A422}"/>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 name="AutoShape 61">
              <a:extLst>
                <a:ext uri="{FF2B5EF4-FFF2-40B4-BE49-F238E27FC236}">
                  <a16:creationId xmlns:a16="http://schemas.microsoft.com/office/drawing/2014/main" id="{E12F38C4-3DA7-4848-A901-A1CCC93301B2}"/>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3" name="AutoShape 62">
              <a:extLst>
                <a:ext uri="{FF2B5EF4-FFF2-40B4-BE49-F238E27FC236}">
                  <a16:creationId xmlns:a16="http://schemas.microsoft.com/office/drawing/2014/main" id="{48A88A52-5BBB-4743-AF8B-09BA6FDF0D97}"/>
                </a:ext>
              </a:extLst>
            </p:cNvPr>
            <p:cNvSpPr>
              <a:spLocks noChangeArrowheads="1"/>
            </p:cNvSpPr>
            <p:nvPr/>
          </p:nvSpPr>
          <p:spPr bwMode="auto">
            <a:xfrm>
              <a:off x="4204" y="2709"/>
              <a:ext cx="107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4" name="Oval 63">
              <a:extLst>
                <a:ext uri="{FF2B5EF4-FFF2-40B4-BE49-F238E27FC236}">
                  <a16:creationId xmlns:a16="http://schemas.microsoft.com/office/drawing/2014/main" id="{D48CE070-E4DE-984E-B8A5-1FAECB3FCE35}"/>
                </a:ext>
              </a:extLst>
            </p:cNvPr>
            <p:cNvSpPr>
              <a:spLocks noChangeArrowheads="1"/>
            </p:cNvSpPr>
            <p:nvPr/>
          </p:nvSpPr>
          <p:spPr bwMode="auto">
            <a:xfrm>
              <a:off x="4306" y="2381"/>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5" name="Oval 64">
              <a:extLst>
                <a:ext uri="{FF2B5EF4-FFF2-40B4-BE49-F238E27FC236}">
                  <a16:creationId xmlns:a16="http://schemas.microsoft.com/office/drawing/2014/main" id="{3AACC7F2-958D-5A4E-B37D-C55208B6F9BD}"/>
                </a:ext>
              </a:extLst>
            </p:cNvPr>
            <p:cNvSpPr>
              <a:spLocks noChangeArrowheads="1"/>
            </p:cNvSpPr>
            <p:nvPr/>
          </p:nvSpPr>
          <p:spPr bwMode="auto">
            <a:xfrm>
              <a:off x="4488" y="2381"/>
              <a:ext cx="155"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Arial" panose="020B0604020202020204" pitchFamily="34" charset="0"/>
              </a:endParaRPr>
            </a:p>
          </p:txBody>
        </p:sp>
        <p:sp>
          <p:nvSpPr>
            <p:cNvPr id="36" name="Oval 65">
              <a:extLst>
                <a:ext uri="{FF2B5EF4-FFF2-40B4-BE49-F238E27FC236}">
                  <a16:creationId xmlns:a16="http://schemas.microsoft.com/office/drawing/2014/main" id="{F26427F9-3E33-EB43-B662-FA88A41C6D85}"/>
                </a:ext>
              </a:extLst>
            </p:cNvPr>
            <p:cNvSpPr>
              <a:spLocks noChangeArrowheads="1"/>
            </p:cNvSpPr>
            <p:nvPr/>
          </p:nvSpPr>
          <p:spPr bwMode="auto">
            <a:xfrm>
              <a:off x="4660" y="2381"/>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7" name="Rectangle 66">
              <a:extLst>
                <a:ext uri="{FF2B5EF4-FFF2-40B4-BE49-F238E27FC236}">
                  <a16:creationId xmlns:a16="http://schemas.microsoft.com/office/drawing/2014/main" id="{8F1829D6-46E0-BC42-B764-C952B46A2498}"/>
                </a:ext>
              </a:extLst>
            </p:cNvPr>
            <p:cNvSpPr>
              <a:spLocks noChangeArrowheads="1"/>
            </p:cNvSpPr>
            <p:nvPr/>
          </p:nvSpPr>
          <p:spPr bwMode="auto">
            <a:xfrm>
              <a:off x="5061" y="1838"/>
              <a:ext cx="86" cy="760"/>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grpSp>
        <p:nvGrpSpPr>
          <p:cNvPr id="46" name="Group 67">
            <a:extLst>
              <a:ext uri="{FF2B5EF4-FFF2-40B4-BE49-F238E27FC236}">
                <a16:creationId xmlns:a16="http://schemas.microsoft.com/office/drawing/2014/main" id="{E398CB23-1767-0048-89F5-62C5E9AF7865}"/>
              </a:ext>
            </a:extLst>
          </p:cNvPr>
          <p:cNvGrpSpPr>
            <a:grpSpLocks/>
          </p:cNvGrpSpPr>
          <p:nvPr/>
        </p:nvGrpSpPr>
        <p:grpSpPr bwMode="auto">
          <a:xfrm>
            <a:off x="2885332" y="2291964"/>
            <a:ext cx="742950" cy="742950"/>
            <a:chOff x="-44" y="1473"/>
            <a:chExt cx="981" cy="1105"/>
          </a:xfrm>
        </p:grpSpPr>
        <p:pic>
          <p:nvPicPr>
            <p:cNvPr id="47" name="Picture 68" descr="desktop_computer_stylized_medium">
              <a:extLst>
                <a:ext uri="{FF2B5EF4-FFF2-40B4-BE49-F238E27FC236}">
                  <a16:creationId xmlns:a16="http://schemas.microsoft.com/office/drawing/2014/main" id="{8EC7FF3D-42E5-D345-8DA9-637E325A4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Freeform 69">
              <a:extLst>
                <a:ext uri="{FF2B5EF4-FFF2-40B4-BE49-F238E27FC236}">
                  <a16:creationId xmlns:a16="http://schemas.microsoft.com/office/drawing/2014/main" id="{A9F3AAA5-0B80-934E-BA4C-75AD71012D04}"/>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cxnSp>
        <p:nvCxnSpPr>
          <p:cNvPr id="5" name="Straight Arrow Connector 4">
            <a:extLst>
              <a:ext uri="{FF2B5EF4-FFF2-40B4-BE49-F238E27FC236}">
                <a16:creationId xmlns:a16="http://schemas.microsoft.com/office/drawing/2014/main" id="{CFD5BA50-AF40-4342-8C77-22AF37730C06}"/>
              </a:ext>
            </a:extLst>
          </p:cNvPr>
          <p:cNvCxnSpPr>
            <a:cxnSpLocks/>
          </p:cNvCxnSpPr>
          <p:nvPr/>
        </p:nvCxnSpPr>
        <p:spPr>
          <a:xfrm>
            <a:off x="3526536" y="2791484"/>
            <a:ext cx="3910012" cy="260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CF97F68-AA2C-FB49-ABBC-199B7521D0A1}"/>
              </a:ext>
            </a:extLst>
          </p:cNvPr>
          <p:cNvSpPr txBox="1"/>
          <p:nvPr/>
        </p:nvSpPr>
        <p:spPr>
          <a:xfrm>
            <a:off x="6093263" y="2667596"/>
            <a:ext cx="8920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GET O</a:t>
            </a:r>
            <a:r>
              <a:rPr kumimoji="0" lang="en-US" sz="16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51" name="TextBox 50">
            <a:extLst>
              <a:ext uri="{FF2B5EF4-FFF2-40B4-BE49-F238E27FC236}">
                <a16:creationId xmlns:a16="http://schemas.microsoft.com/office/drawing/2014/main" id="{854675CA-3B4C-CC4F-AFB8-7456C2CEC59A}"/>
              </a:ext>
            </a:extLst>
          </p:cNvPr>
          <p:cNvSpPr txBox="1"/>
          <p:nvPr/>
        </p:nvSpPr>
        <p:spPr>
          <a:xfrm>
            <a:off x="5291796" y="2596769"/>
            <a:ext cx="8920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GET O</a:t>
            </a:r>
            <a:r>
              <a:rPr kumimoji="0" lang="en-US" sz="16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52" name="TextBox 51">
            <a:extLst>
              <a:ext uri="{FF2B5EF4-FFF2-40B4-BE49-F238E27FC236}">
                <a16:creationId xmlns:a16="http://schemas.microsoft.com/office/drawing/2014/main" id="{EBB1F67B-C0F8-024A-91A3-3517B8E3A8B6}"/>
              </a:ext>
            </a:extLst>
          </p:cNvPr>
          <p:cNvSpPr txBox="1"/>
          <p:nvPr/>
        </p:nvSpPr>
        <p:spPr>
          <a:xfrm>
            <a:off x="4513773" y="2538104"/>
            <a:ext cx="8920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GET O</a:t>
            </a:r>
            <a:r>
              <a:rPr kumimoji="0" lang="en-US" sz="16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53" name="TextBox 52">
            <a:extLst>
              <a:ext uri="{FF2B5EF4-FFF2-40B4-BE49-F238E27FC236}">
                <a16:creationId xmlns:a16="http://schemas.microsoft.com/office/drawing/2014/main" id="{33D26801-4441-6448-9C51-E7BF273943AE}"/>
              </a:ext>
            </a:extLst>
          </p:cNvPr>
          <p:cNvSpPr txBox="1"/>
          <p:nvPr/>
        </p:nvSpPr>
        <p:spPr>
          <a:xfrm>
            <a:off x="3721264" y="2473869"/>
            <a:ext cx="8920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GET O</a:t>
            </a:r>
            <a:r>
              <a:rPr kumimoji="0" lang="en-US" sz="1600" b="0" i="0" u="none" strike="noStrike" kern="1200" cap="none" spc="0" normalizeH="0" baseline="-25000" noProof="0" dirty="0">
                <a:ln>
                  <a:noFill/>
                </a:ln>
                <a:solidFill>
                  <a:prstClr val="black"/>
                </a:solidFill>
                <a:effectLst/>
                <a:uLnTx/>
                <a:uFillTx/>
                <a:latin typeface="Calibri"/>
                <a:ea typeface="+mn-ea"/>
                <a:cs typeface="+mn-cs"/>
              </a:rPr>
              <a:t>4</a:t>
            </a:r>
          </a:p>
        </p:txBody>
      </p:sp>
      <p:sp>
        <p:nvSpPr>
          <p:cNvPr id="63" name="Rectangle 62">
            <a:extLst>
              <a:ext uri="{FF2B5EF4-FFF2-40B4-BE49-F238E27FC236}">
                <a16:creationId xmlns:a16="http://schemas.microsoft.com/office/drawing/2014/main" id="{38FF6E3C-DC0A-2A42-A83A-2B0D55A3D376}"/>
              </a:ext>
            </a:extLst>
          </p:cNvPr>
          <p:cNvSpPr/>
          <p:nvPr/>
        </p:nvSpPr>
        <p:spPr>
          <a:xfrm>
            <a:off x="8620343" y="3108868"/>
            <a:ext cx="892098" cy="19713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4" name="Rectangle 63">
            <a:extLst>
              <a:ext uri="{FF2B5EF4-FFF2-40B4-BE49-F238E27FC236}">
                <a16:creationId xmlns:a16="http://schemas.microsoft.com/office/drawing/2014/main" id="{790AB6BC-5FA2-CD42-9930-4B26196539D4}"/>
              </a:ext>
            </a:extLst>
          </p:cNvPr>
          <p:cNvSpPr/>
          <p:nvPr/>
        </p:nvSpPr>
        <p:spPr>
          <a:xfrm>
            <a:off x="8624001" y="5094824"/>
            <a:ext cx="892097" cy="110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 name="Group 7">
            <a:extLst>
              <a:ext uri="{FF2B5EF4-FFF2-40B4-BE49-F238E27FC236}">
                <a16:creationId xmlns:a16="http://schemas.microsoft.com/office/drawing/2014/main" id="{3BCCEA0D-BD56-2144-8446-6F45775C9DAB}"/>
              </a:ext>
            </a:extLst>
          </p:cNvPr>
          <p:cNvGrpSpPr/>
          <p:nvPr/>
        </p:nvGrpSpPr>
        <p:grpSpPr>
          <a:xfrm>
            <a:off x="3400914" y="3064264"/>
            <a:ext cx="4052925" cy="2231577"/>
            <a:chOff x="3400914" y="3064264"/>
            <a:chExt cx="4052925" cy="2231577"/>
          </a:xfrm>
        </p:grpSpPr>
        <p:cxnSp>
          <p:nvCxnSpPr>
            <p:cNvPr id="59" name="Straight Arrow Connector 58">
              <a:extLst>
                <a:ext uri="{FF2B5EF4-FFF2-40B4-BE49-F238E27FC236}">
                  <a16:creationId xmlns:a16="http://schemas.microsoft.com/office/drawing/2014/main" id="{FD6DCCE9-A422-404A-94DE-DE520C1D2809}"/>
                </a:ext>
              </a:extLst>
            </p:cNvPr>
            <p:cNvCxnSpPr>
              <a:cxnSpLocks/>
            </p:cNvCxnSpPr>
            <p:nvPr/>
          </p:nvCxnSpPr>
          <p:spPr>
            <a:xfrm flipH="1">
              <a:off x="3400914" y="5022530"/>
              <a:ext cx="4052925" cy="273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Freeform 48">
              <a:extLst>
                <a:ext uri="{FF2B5EF4-FFF2-40B4-BE49-F238E27FC236}">
                  <a16:creationId xmlns:a16="http://schemas.microsoft.com/office/drawing/2014/main" id="{AF7FDDA2-EA85-004E-AB1B-97A9090ECD2A}"/>
                </a:ext>
              </a:extLst>
            </p:cNvPr>
            <p:cNvSpPr/>
            <p:nvPr/>
          </p:nvSpPr>
          <p:spPr>
            <a:xfrm>
              <a:off x="3517643" y="3064264"/>
              <a:ext cx="3868169" cy="2226179"/>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67383 w 3876052"/>
                <a:gd name="connsiteY0" fmla="*/ 0 h 2226179"/>
                <a:gd name="connsiteX1" fmla="*/ 411 w 3876052"/>
                <a:gd name="connsiteY1" fmla="*/ 273465 h 2226179"/>
                <a:gd name="connsiteX2" fmla="*/ 411 w 3876052"/>
                <a:gd name="connsiteY2" fmla="*/ 2226179 h 2226179"/>
                <a:gd name="connsiteX3" fmla="*/ 3875929 w 3876052"/>
                <a:gd name="connsiteY3" fmla="*/ 1956987 h 2226179"/>
                <a:gd name="connsiteX4" fmla="*/ 3867383 w 3876052"/>
                <a:gd name="connsiteY4" fmla="*/ 0 h 2226179"/>
                <a:gd name="connsiteX0" fmla="*/ 3867383 w 3871845"/>
                <a:gd name="connsiteY0" fmla="*/ 0 h 2226179"/>
                <a:gd name="connsiteX1" fmla="*/ 411 w 3871845"/>
                <a:gd name="connsiteY1" fmla="*/ 273465 h 2226179"/>
                <a:gd name="connsiteX2" fmla="*/ 411 w 3871845"/>
                <a:gd name="connsiteY2" fmla="*/ 2226179 h 2226179"/>
                <a:gd name="connsiteX3" fmla="*/ 3871656 w 3871845"/>
                <a:gd name="connsiteY3" fmla="*/ 1969806 h 2226179"/>
                <a:gd name="connsiteX4" fmla="*/ 3867383 w 3871845"/>
                <a:gd name="connsiteY4" fmla="*/ 0 h 2226179"/>
                <a:gd name="connsiteX0" fmla="*/ 3867383 w 3872034"/>
                <a:gd name="connsiteY0" fmla="*/ 0 h 2226179"/>
                <a:gd name="connsiteX1" fmla="*/ 411 w 3872034"/>
                <a:gd name="connsiteY1" fmla="*/ 273465 h 2226179"/>
                <a:gd name="connsiteX2" fmla="*/ 411 w 3872034"/>
                <a:gd name="connsiteY2" fmla="*/ 2226179 h 2226179"/>
                <a:gd name="connsiteX3" fmla="*/ 3871656 w 3872034"/>
                <a:gd name="connsiteY3" fmla="*/ 1969806 h 2226179"/>
                <a:gd name="connsiteX4" fmla="*/ 3867383 w 3872034"/>
                <a:gd name="connsiteY4" fmla="*/ 0 h 2226179"/>
                <a:gd name="connsiteX0" fmla="*/ 3867383 w 3868169"/>
                <a:gd name="connsiteY0" fmla="*/ 0 h 2226179"/>
                <a:gd name="connsiteX1" fmla="*/ 411 w 3868169"/>
                <a:gd name="connsiteY1" fmla="*/ 273465 h 2226179"/>
                <a:gd name="connsiteX2" fmla="*/ 411 w 3868169"/>
                <a:gd name="connsiteY2" fmla="*/ 2226179 h 2226179"/>
                <a:gd name="connsiteX3" fmla="*/ 3863110 w 3868169"/>
                <a:gd name="connsiteY3" fmla="*/ 1969806 h 2226179"/>
                <a:gd name="connsiteX4" fmla="*/ 3867383 w 3868169"/>
                <a:gd name="connsiteY4" fmla="*/ 0 h 2226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169" h="2226179">
                  <a:moveTo>
                    <a:pt x="3867383" y="0"/>
                  </a:moveTo>
                  <a:lnTo>
                    <a:pt x="411" y="273465"/>
                  </a:lnTo>
                  <a:cubicBezTo>
                    <a:pt x="1835" y="927218"/>
                    <a:pt x="-1013" y="1572426"/>
                    <a:pt x="411" y="2226179"/>
                  </a:cubicBezTo>
                  <a:lnTo>
                    <a:pt x="3863110" y="1969806"/>
                  </a:lnTo>
                  <a:cubicBezTo>
                    <a:pt x="3864534" y="1311780"/>
                    <a:pt x="3870232" y="615297"/>
                    <a:pt x="3867383"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10" name="Group 9">
            <a:extLst>
              <a:ext uri="{FF2B5EF4-FFF2-40B4-BE49-F238E27FC236}">
                <a16:creationId xmlns:a16="http://schemas.microsoft.com/office/drawing/2014/main" id="{1032D652-964E-9F43-98C4-FFCFB51B8116}"/>
              </a:ext>
            </a:extLst>
          </p:cNvPr>
          <p:cNvGrpSpPr/>
          <p:nvPr/>
        </p:nvGrpSpPr>
        <p:grpSpPr>
          <a:xfrm>
            <a:off x="3389679" y="5054301"/>
            <a:ext cx="4064160" cy="386589"/>
            <a:chOff x="3389679" y="5054301"/>
            <a:chExt cx="4064160" cy="386589"/>
          </a:xfrm>
        </p:grpSpPr>
        <p:cxnSp>
          <p:nvCxnSpPr>
            <p:cNvPr id="60" name="Straight Arrow Connector 59">
              <a:extLst>
                <a:ext uri="{FF2B5EF4-FFF2-40B4-BE49-F238E27FC236}">
                  <a16:creationId xmlns:a16="http://schemas.microsoft.com/office/drawing/2014/main" id="{74B14409-7AA2-6647-870D-F81D3E4A7B92}"/>
                </a:ext>
              </a:extLst>
            </p:cNvPr>
            <p:cNvCxnSpPr>
              <a:cxnSpLocks/>
            </p:cNvCxnSpPr>
            <p:nvPr/>
          </p:nvCxnSpPr>
          <p:spPr>
            <a:xfrm flipH="1">
              <a:off x="3389679" y="5161562"/>
              <a:ext cx="4064160" cy="2793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Freeform 66">
              <a:extLst>
                <a:ext uri="{FF2B5EF4-FFF2-40B4-BE49-F238E27FC236}">
                  <a16:creationId xmlns:a16="http://schemas.microsoft.com/office/drawing/2014/main" id="{40D71812-E6AC-D143-8CC1-FD1BA4C52E80}"/>
                </a:ext>
              </a:extLst>
            </p:cNvPr>
            <p:cNvSpPr/>
            <p:nvPr/>
          </p:nvSpPr>
          <p:spPr>
            <a:xfrm>
              <a:off x="3519116" y="5054301"/>
              <a:ext cx="3875928" cy="375356"/>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92661 w 3892661"/>
                <a:gd name="connsiteY0" fmla="*/ 0 h 6403180"/>
                <a:gd name="connsiteX1" fmla="*/ 25689 w 3892661"/>
                <a:gd name="connsiteY1" fmla="*/ 273465 h 6403180"/>
                <a:gd name="connsiteX2" fmla="*/ 51 w 3892661"/>
                <a:gd name="connsiteY2" fmla="*/ 6403180 h 6403180"/>
                <a:gd name="connsiteX3" fmla="*/ 3888388 w 3892661"/>
                <a:gd name="connsiteY3" fmla="*/ 1974078 h 6403180"/>
                <a:gd name="connsiteX4" fmla="*/ 3892661 w 3892661"/>
                <a:gd name="connsiteY4" fmla="*/ 0 h 6403180"/>
                <a:gd name="connsiteX0" fmla="*/ 3896882 w 3896882"/>
                <a:gd name="connsiteY0" fmla="*/ 0 h 6403180"/>
                <a:gd name="connsiteX1" fmla="*/ 0 w 3896882"/>
                <a:gd name="connsiteY1" fmla="*/ 4599655 h 6403180"/>
                <a:gd name="connsiteX2" fmla="*/ 4272 w 3896882"/>
                <a:gd name="connsiteY2" fmla="*/ 6403180 h 6403180"/>
                <a:gd name="connsiteX3" fmla="*/ 3892609 w 3896882"/>
                <a:gd name="connsiteY3" fmla="*/ 1974078 h 6403180"/>
                <a:gd name="connsiteX4" fmla="*/ 3896882 w 3896882"/>
                <a:gd name="connsiteY4" fmla="*/ 0 h 6403180"/>
                <a:gd name="connsiteX0" fmla="*/ 3893021 w 3893021"/>
                <a:gd name="connsiteY0" fmla="*/ 0 h 6403180"/>
                <a:gd name="connsiteX1" fmla="*/ 412 w 3893021"/>
                <a:gd name="connsiteY1" fmla="*/ 4152108 h 6403180"/>
                <a:gd name="connsiteX2" fmla="*/ 411 w 3893021"/>
                <a:gd name="connsiteY2" fmla="*/ 6403180 h 6403180"/>
                <a:gd name="connsiteX3" fmla="*/ 3888748 w 3893021"/>
                <a:gd name="connsiteY3" fmla="*/ 1974078 h 6403180"/>
                <a:gd name="connsiteX4" fmla="*/ 3893021 w 3893021"/>
                <a:gd name="connsiteY4" fmla="*/ 0 h 6403180"/>
                <a:gd name="connsiteX0" fmla="*/ 3892651 w 3892651"/>
                <a:gd name="connsiteY0" fmla="*/ 0 h 6403180"/>
                <a:gd name="connsiteX1" fmla="*/ 34226 w 3892651"/>
                <a:gd name="connsiteY1" fmla="*/ 4375864 h 6403180"/>
                <a:gd name="connsiteX2" fmla="*/ 41 w 3892651"/>
                <a:gd name="connsiteY2" fmla="*/ 6403180 h 6403180"/>
                <a:gd name="connsiteX3" fmla="*/ 3888378 w 3892651"/>
                <a:gd name="connsiteY3" fmla="*/ 1974078 h 6403180"/>
                <a:gd name="connsiteX4" fmla="*/ 3892651 w 3892651"/>
                <a:gd name="connsiteY4" fmla="*/ 0 h 6403180"/>
                <a:gd name="connsiteX0" fmla="*/ 3875591 w 3875591"/>
                <a:gd name="connsiteY0" fmla="*/ 0 h 6552362"/>
                <a:gd name="connsiteX1" fmla="*/ 17166 w 3875591"/>
                <a:gd name="connsiteY1" fmla="*/ 4375864 h 6552362"/>
                <a:gd name="connsiteX2" fmla="*/ 73 w 3875591"/>
                <a:gd name="connsiteY2" fmla="*/ 6552362 h 6552362"/>
                <a:gd name="connsiteX3" fmla="*/ 3871318 w 3875591"/>
                <a:gd name="connsiteY3" fmla="*/ 1974078 h 6552362"/>
                <a:gd name="connsiteX4" fmla="*/ 3875591 w 3875591"/>
                <a:gd name="connsiteY4" fmla="*/ 0 h 6552362"/>
                <a:gd name="connsiteX0" fmla="*/ 3875928 w 3875928"/>
                <a:gd name="connsiteY0" fmla="*/ 0 h 6552362"/>
                <a:gd name="connsiteX1" fmla="*/ 412 w 3875928"/>
                <a:gd name="connsiteY1" fmla="*/ 4599620 h 6552362"/>
                <a:gd name="connsiteX2" fmla="*/ 410 w 3875928"/>
                <a:gd name="connsiteY2" fmla="*/ 6552362 h 6552362"/>
                <a:gd name="connsiteX3" fmla="*/ 3871655 w 3875928"/>
                <a:gd name="connsiteY3" fmla="*/ 1974078 h 6552362"/>
                <a:gd name="connsiteX4" fmla="*/ 3875928 w 3875928"/>
                <a:gd name="connsiteY4" fmla="*/ 0 h 655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5928" h="6552362">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54" name="Group 53">
            <a:extLst>
              <a:ext uri="{FF2B5EF4-FFF2-40B4-BE49-F238E27FC236}">
                <a16:creationId xmlns:a16="http://schemas.microsoft.com/office/drawing/2014/main" id="{40FB06DE-F29F-A246-84EE-63E1636623F1}"/>
              </a:ext>
            </a:extLst>
          </p:cNvPr>
          <p:cNvGrpSpPr/>
          <p:nvPr/>
        </p:nvGrpSpPr>
        <p:grpSpPr>
          <a:xfrm>
            <a:off x="3401181" y="5445216"/>
            <a:ext cx="4028803" cy="375356"/>
            <a:chOff x="3401181" y="5445216"/>
            <a:chExt cx="4028803" cy="375356"/>
          </a:xfrm>
        </p:grpSpPr>
        <p:cxnSp>
          <p:nvCxnSpPr>
            <p:cNvPr id="62" name="Straight Arrow Connector 61">
              <a:extLst>
                <a:ext uri="{FF2B5EF4-FFF2-40B4-BE49-F238E27FC236}">
                  <a16:creationId xmlns:a16="http://schemas.microsoft.com/office/drawing/2014/main" id="{58B400F4-D655-EC45-9A58-A60137EE250C}"/>
                </a:ext>
              </a:extLst>
            </p:cNvPr>
            <p:cNvCxnSpPr>
              <a:cxnSpLocks/>
            </p:cNvCxnSpPr>
            <p:nvPr/>
          </p:nvCxnSpPr>
          <p:spPr>
            <a:xfrm flipH="1">
              <a:off x="3401181" y="5534648"/>
              <a:ext cx="4028803" cy="2699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Freeform 69">
              <a:extLst>
                <a:ext uri="{FF2B5EF4-FFF2-40B4-BE49-F238E27FC236}">
                  <a16:creationId xmlns:a16="http://schemas.microsoft.com/office/drawing/2014/main" id="{E5D9F6BF-C428-4448-A3F0-EC7E244381F1}"/>
                </a:ext>
              </a:extLst>
            </p:cNvPr>
            <p:cNvSpPr/>
            <p:nvPr/>
          </p:nvSpPr>
          <p:spPr>
            <a:xfrm>
              <a:off x="3504762" y="5445216"/>
              <a:ext cx="3875928" cy="375356"/>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92661 w 3892661"/>
                <a:gd name="connsiteY0" fmla="*/ 0 h 6403180"/>
                <a:gd name="connsiteX1" fmla="*/ 25689 w 3892661"/>
                <a:gd name="connsiteY1" fmla="*/ 273465 h 6403180"/>
                <a:gd name="connsiteX2" fmla="*/ 51 w 3892661"/>
                <a:gd name="connsiteY2" fmla="*/ 6403180 h 6403180"/>
                <a:gd name="connsiteX3" fmla="*/ 3888388 w 3892661"/>
                <a:gd name="connsiteY3" fmla="*/ 1974078 h 6403180"/>
                <a:gd name="connsiteX4" fmla="*/ 3892661 w 3892661"/>
                <a:gd name="connsiteY4" fmla="*/ 0 h 6403180"/>
                <a:gd name="connsiteX0" fmla="*/ 3896882 w 3896882"/>
                <a:gd name="connsiteY0" fmla="*/ 0 h 6403180"/>
                <a:gd name="connsiteX1" fmla="*/ 0 w 3896882"/>
                <a:gd name="connsiteY1" fmla="*/ 4599655 h 6403180"/>
                <a:gd name="connsiteX2" fmla="*/ 4272 w 3896882"/>
                <a:gd name="connsiteY2" fmla="*/ 6403180 h 6403180"/>
                <a:gd name="connsiteX3" fmla="*/ 3892609 w 3896882"/>
                <a:gd name="connsiteY3" fmla="*/ 1974078 h 6403180"/>
                <a:gd name="connsiteX4" fmla="*/ 3896882 w 3896882"/>
                <a:gd name="connsiteY4" fmla="*/ 0 h 6403180"/>
                <a:gd name="connsiteX0" fmla="*/ 3893021 w 3893021"/>
                <a:gd name="connsiteY0" fmla="*/ 0 h 6403180"/>
                <a:gd name="connsiteX1" fmla="*/ 412 w 3893021"/>
                <a:gd name="connsiteY1" fmla="*/ 4152108 h 6403180"/>
                <a:gd name="connsiteX2" fmla="*/ 411 w 3893021"/>
                <a:gd name="connsiteY2" fmla="*/ 6403180 h 6403180"/>
                <a:gd name="connsiteX3" fmla="*/ 3888748 w 3893021"/>
                <a:gd name="connsiteY3" fmla="*/ 1974078 h 6403180"/>
                <a:gd name="connsiteX4" fmla="*/ 3893021 w 3893021"/>
                <a:gd name="connsiteY4" fmla="*/ 0 h 6403180"/>
                <a:gd name="connsiteX0" fmla="*/ 3892651 w 3892651"/>
                <a:gd name="connsiteY0" fmla="*/ 0 h 6403180"/>
                <a:gd name="connsiteX1" fmla="*/ 34226 w 3892651"/>
                <a:gd name="connsiteY1" fmla="*/ 4375864 h 6403180"/>
                <a:gd name="connsiteX2" fmla="*/ 41 w 3892651"/>
                <a:gd name="connsiteY2" fmla="*/ 6403180 h 6403180"/>
                <a:gd name="connsiteX3" fmla="*/ 3888378 w 3892651"/>
                <a:gd name="connsiteY3" fmla="*/ 1974078 h 6403180"/>
                <a:gd name="connsiteX4" fmla="*/ 3892651 w 3892651"/>
                <a:gd name="connsiteY4" fmla="*/ 0 h 6403180"/>
                <a:gd name="connsiteX0" fmla="*/ 3875591 w 3875591"/>
                <a:gd name="connsiteY0" fmla="*/ 0 h 6552362"/>
                <a:gd name="connsiteX1" fmla="*/ 17166 w 3875591"/>
                <a:gd name="connsiteY1" fmla="*/ 4375864 h 6552362"/>
                <a:gd name="connsiteX2" fmla="*/ 73 w 3875591"/>
                <a:gd name="connsiteY2" fmla="*/ 6552362 h 6552362"/>
                <a:gd name="connsiteX3" fmla="*/ 3871318 w 3875591"/>
                <a:gd name="connsiteY3" fmla="*/ 1974078 h 6552362"/>
                <a:gd name="connsiteX4" fmla="*/ 3875591 w 3875591"/>
                <a:gd name="connsiteY4" fmla="*/ 0 h 6552362"/>
                <a:gd name="connsiteX0" fmla="*/ 3875928 w 3875928"/>
                <a:gd name="connsiteY0" fmla="*/ 0 h 6552362"/>
                <a:gd name="connsiteX1" fmla="*/ 412 w 3875928"/>
                <a:gd name="connsiteY1" fmla="*/ 4599620 h 6552362"/>
                <a:gd name="connsiteX2" fmla="*/ 410 w 3875928"/>
                <a:gd name="connsiteY2" fmla="*/ 6552362 h 6552362"/>
                <a:gd name="connsiteX3" fmla="*/ 3871655 w 3875928"/>
                <a:gd name="connsiteY3" fmla="*/ 1974078 h 6552362"/>
                <a:gd name="connsiteX4" fmla="*/ 3875928 w 3875928"/>
                <a:gd name="connsiteY4" fmla="*/ 0 h 655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5928" h="6552362">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grpSp>
        <p:nvGrpSpPr>
          <p:cNvPr id="3" name="Group 2">
            <a:extLst>
              <a:ext uri="{FF2B5EF4-FFF2-40B4-BE49-F238E27FC236}">
                <a16:creationId xmlns:a16="http://schemas.microsoft.com/office/drawing/2014/main" id="{CFF15201-6C51-0E4C-8DF2-2874D9BB5094}"/>
              </a:ext>
            </a:extLst>
          </p:cNvPr>
          <p:cNvGrpSpPr/>
          <p:nvPr/>
        </p:nvGrpSpPr>
        <p:grpSpPr>
          <a:xfrm>
            <a:off x="1750742" y="5112121"/>
            <a:ext cx="1641327" cy="338554"/>
            <a:chOff x="1750742" y="5112121"/>
            <a:chExt cx="1641327" cy="338554"/>
          </a:xfrm>
        </p:grpSpPr>
        <p:cxnSp>
          <p:nvCxnSpPr>
            <p:cNvPr id="80" name="Straight Arrow Connector 79">
              <a:extLst>
                <a:ext uri="{FF2B5EF4-FFF2-40B4-BE49-F238E27FC236}">
                  <a16:creationId xmlns:a16="http://schemas.microsoft.com/office/drawing/2014/main" id="{720A34E6-D1D9-9946-A671-F07C7305187C}"/>
                </a:ext>
              </a:extLst>
            </p:cNvPr>
            <p:cNvCxnSpPr>
              <a:cxnSpLocks/>
            </p:cNvCxnSpPr>
            <p:nvPr/>
          </p:nvCxnSpPr>
          <p:spPr>
            <a:xfrm flipH="1">
              <a:off x="1750742" y="5290443"/>
              <a:ext cx="16413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1" name="Group 90">
              <a:extLst>
                <a:ext uri="{FF2B5EF4-FFF2-40B4-BE49-F238E27FC236}">
                  <a16:creationId xmlns:a16="http://schemas.microsoft.com/office/drawing/2014/main" id="{1869B0B9-3B24-694E-ACA6-3C15E7F0A7AA}"/>
                </a:ext>
              </a:extLst>
            </p:cNvPr>
            <p:cNvGrpSpPr/>
            <p:nvPr/>
          </p:nvGrpSpPr>
          <p:grpSpPr>
            <a:xfrm>
              <a:off x="2136070" y="5112121"/>
              <a:ext cx="459104" cy="338554"/>
              <a:chOff x="2709565" y="5090498"/>
              <a:chExt cx="459104" cy="338554"/>
            </a:xfrm>
          </p:grpSpPr>
          <p:sp>
            <p:nvSpPr>
              <p:cNvPr id="90" name="Rectangle 89">
                <a:extLst>
                  <a:ext uri="{FF2B5EF4-FFF2-40B4-BE49-F238E27FC236}">
                    <a16:creationId xmlns:a16="http://schemas.microsoft.com/office/drawing/2014/main" id="{50D49D93-5523-2D40-A4B4-2C25959CCB4C}"/>
                  </a:ext>
                </a:extLst>
              </p:cNvPr>
              <p:cNvSpPr/>
              <p:nvPr/>
            </p:nvSpPr>
            <p:spPr>
              <a:xfrm>
                <a:off x="2785241" y="5146384"/>
                <a:ext cx="252731" cy="2274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5" name="TextBox 84">
                <a:extLst>
                  <a:ext uri="{FF2B5EF4-FFF2-40B4-BE49-F238E27FC236}">
                    <a16:creationId xmlns:a16="http://schemas.microsoft.com/office/drawing/2014/main" id="{024E2305-8E5C-AA43-A3E7-0B4250CBA647}"/>
                  </a:ext>
                </a:extLst>
              </p:cNvPr>
              <p:cNvSpPr txBox="1"/>
              <p:nvPr/>
            </p:nvSpPr>
            <p:spPr>
              <a:xfrm>
                <a:off x="2709565" y="5090498"/>
                <a:ext cx="4591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a:t>
                </a:r>
                <a:r>
                  <a:rPr kumimoji="0" lang="en-US" sz="1600" b="0" i="0" u="none" strike="noStrike" kern="1200" cap="none" spc="0" normalizeH="0" baseline="-25000" noProof="0" dirty="0">
                    <a:ln>
                      <a:noFill/>
                    </a:ln>
                    <a:solidFill>
                      <a:prstClr val="black"/>
                    </a:solidFill>
                    <a:effectLst/>
                    <a:uLnTx/>
                    <a:uFillTx/>
                    <a:latin typeface="Calibri"/>
                    <a:ea typeface="+mn-ea"/>
                    <a:cs typeface="+mn-cs"/>
                  </a:rPr>
                  <a:t>1</a:t>
                </a:r>
              </a:p>
            </p:txBody>
          </p:sp>
        </p:grpSp>
      </p:grpSp>
      <p:sp>
        <p:nvSpPr>
          <p:cNvPr id="94" name="Rectangle 93">
            <a:extLst>
              <a:ext uri="{FF2B5EF4-FFF2-40B4-BE49-F238E27FC236}">
                <a16:creationId xmlns:a16="http://schemas.microsoft.com/office/drawing/2014/main" id="{63ACB7C6-C932-A244-9314-0E6B7F0BABA7}"/>
              </a:ext>
            </a:extLst>
          </p:cNvPr>
          <p:cNvSpPr/>
          <p:nvPr/>
        </p:nvSpPr>
        <p:spPr>
          <a:xfrm>
            <a:off x="2453226" y="5330278"/>
            <a:ext cx="252731" cy="2274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F5600D4F-86F9-0C49-A7FC-8E1F0F10C16E}"/>
              </a:ext>
            </a:extLst>
          </p:cNvPr>
          <p:cNvGrpSpPr/>
          <p:nvPr/>
        </p:nvGrpSpPr>
        <p:grpSpPr>
          <a:xfrm>
            <a:off x="1750742" y="5274392"/>
            <a:ext cx="1641172" cy="338554"/>
            <a:chOff x="1750742" y="5274392"/>
            <a:chExt cx="1641172" cy="338554"/>
          </a:xfrm>
        </p:grpSpPr>
        <p:cxnSp>
          <p:nvCxnSpPr>
            <p:cNvPr id="82" name="Straight Arrow Connector 81">
              <a:extLst>
                <a:ext uri="{FF2B5EF4-FFF2-40B4-BE49-F238E27FC236}">
                  <a16:creationId xmlns:a16="http://schemas.microsoft.com/office/drawing/2014/main" id="{6CC15AA8-A7F6-FE4A-B121-E8AC009EFE51}"/>
                </a:ext>
              </a:extLst>
            </p:cNvPr>
            <p:cNvCxnSpPr>
              <a:cxnSpLocks/>
            </p:cNvCxnSpPr>
            <p:nvPr/>
          </p:nvCxnSpPr>
          <p:spPr>
            <a:xfrm flipH="1">
              <a:off x="1750742" y="5442843"/>
              <a:ext cx="16411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4597425E-DF5C-7647-B600-A70497B20E94}"/>
                </a:ext>
              </a:extLst>
            </p:cNvPr>
            <p:cNvSpPr txBox="1"/>
            <p:nvPr/>
          </p:nvSpPr>
          <p:spPr>
            <a:xfrm>
              <a:off x="2384556" y="5274392"/>
              <a:ext cx="4591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a:t>
              </a:r>
              <a:r>
                <a:rPr kumimoji="0" lang="en-US" sz="1600" b="0" i="0" u="none" strike="noStrike" kern="1200" cap="none" spc="0" normalizeH="0" baseline="-25000" noProof="0" dirty="0">
                  <a:ln>
                    <a:noFill/>
                  </a:ln>
                  <a:solidFill>
                    <a:prstClr val="black"/>
                  </a:solidFill>
                  <a:effectLst/>
                  <a:uLnTx/>
                  <a:uFillTx/>
                  <a:latin typeface="Calibri"/>
                  <a:ea typeface="+mn-ea"/>
                  <a:cs typeface="+mn-cs"/>
                </a:rPr>
                <a:t>2</a:t>
              </a:r>
            </a:p>
          </p:txBody>
        </p:sp>
      </p:grpSp>
      <p:grpSp>
        <p:nvGrpSpPr>
          <p:cNvPr id="7" name="Group 6">
            <a:extLst>
              <a:ext uri="{FF2B5EF4-FFF2-40B4-BE49-F238E27FC236}">
                <a16:creationId xmlns:a16="http://schemas.microsoft.com/office/drawing/2014/main" id="{DF5B72F1-6258-1D46-8B4C-28D067B642BD}"/>
              </a:ext>
            </a:extLst>
          </p:cNvPr>
          <p:cNvGrpSpPr/>
          <p:nvPr/>
        </p:nvGrpSpPr>
        <p:grpSpPr>
          <a:xfrm>
            <a:off x="1750742" y="5500058"/>
            <a:ext cx="1644347" cy="338554"/>
            <a:chOff x="1750742" y="5500058"/>
            <a:chExt cx="1644347" cy="338554"/>
          </a:xfrm>
        </p:grpSpPr>
        <p:cxnSp>
          <p:nvCxnSpPr>
            <p:cNvPr id="83" name="Straight Arrow Connector 82">
              <a:extLst>
                <a:ext uri="{FF2B5EF4-FFF2-40B4-BE49-F238E27FC236}">
                  <a16:creationId xmlns:a16="http://schemas.microsoft.com/office/drawing/2014/main" id="{665F1FBC-EB6D-914C-954B-043B19E2CEC2}"/>
                </a:ext>
              </a:extLst>
            </p:cNvPr>
            <p:cNvCxnSpPr>
              <a:cxnSpLocks/>
            </p:cNvCxnSpPr>
            <p:nvPr/>
          </p:nvCxnSpPr>
          <p:spPr>
            <a:xfrm flipH="1">
              <a:off x="1750742" y="5670973"/>
              <a:ext cx="1644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88D8925B-CD48-6346-BBE6-8AD1F024192A}"/>
                </a:ext>
              </a:extLst>
            </p:cNvPr>
            <p:cNvSpPr txBox="1"/>
            <p:nvPr/>
          </p:nvSpPr>
          <p:spPr>
            <a:xfrm>
              <a:off x="2578111" y="5500058"/>
              <a:ext cx="4591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a:t>
              </a:r>
              <a:r>
                <a:rPr kumimoji="0" lang="en-US" sz="1600" b="0" i="0" u="none" strike="noStrike" kern="1200" cap="none" spc="0" normalizeH="0" baseline="-25000" noProof="0" dirty="0">
                  <a:ln>
                    <a:noFill/>
                  </a:ln>
                  <a:solidFill>
                    <a:prstClr val="black"/>
                  </a:solidFill>
                  <a:effectLst/>
                  <a:uLnTx/>
                  <a:uFillTx/>
                  <a:latin typeface="Calibri"/>
                  <a:ea typeface="+mn-ea"/>
                  <a:cs typeface="+mn-cs"/>
                </a:rPr>
                <a:t>3</a:t>
              </a:r>
            </a:p>
          </p:txBody>
        </p:sp>
      </p:grpSp>
      <p:grpSp>
        <p:nvGrpSpPr>
          <p:cNvPr id="55" name="Group 54">
            <a:extLst>
              <a:ext uri="{FF2B5EF4-FFF2-40B4-BE49-F238E27FC236}">
                <a16:creationId xmlns:a16="http://schemas.microsoft.com/office/drawing/2014/main" id="{2E3B66F0-9018-8E4D-819B-CF6530707FCC}"/>
              </a:ext>
            </a:extLst>
          </p:cNvPr>
          <p:cNvGrpSpPr/>
          <p:nvPr/>
        </p:nvGrpSpPr>
        <p:grpSpPr>
          <a:xfrm>
            <a:off x="1750742" y="5634943"/>
            <a:ext cx="1641326" cy="338554"/>
            <a:chOff x="1750742" y="5634943"/>
            <a:chExt cx="1641326" cy="338554"/>
          </a:xfrm>
        </p:grpSpPr>
        <p:cxnSp>
          <p:nvCxnSpPr>
            <p:cNvPr id="84" name="Straight Arrow Connector 83">
              <a:extLst>
                <a:ext uri="{FF2B5EF4-FFF2-40B4-BE49-F238E27FC236}">
                  <a16:creationId xmlns:a16="http://schemas.microsoft.com/office/drawing/2014/main" id="{DB9888CD-41C5-4646-87F1-56C4C74BA58F}"/>
                </a:ext>
              </a:extLst>
            </p:cNvPr>
            <p:cNvCxnSpPr>
              <a:cxnSpLocks/>
            </p:cNvCxnSpPr>
            <p:nvPr/>
          </p:nvCxnSpPr>
          <p:spPr>
            <a:xfrm flipH="1">
              <a:off x="1750742" y="5804632"/>
              <a:ext cx="16413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D494163-6EBC-544B-A9C5-6828F477C4BF}"/>
                </a:ext>
              </a:extLst>
            </p:cNvPr>
            <p:cNvSpPr txBox="1"/>
            <p:nvPr/>
          </p:nvSpPr>
          <p:spPr>
            <a:xfrm>
              <a:off x="2779553" y="5634943"/>
              <a:ext cx="4591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a:t>
              </a:r>
              <a:r>
                <a:rPr kumimoji="0" lang="en-US" sz="1600" b="0" i="0" u="none" strike="noStrike" kern="1200" cap="none" spc="0" normalizeH="0" baseline="-25000" noProof="0" dirty="0">
                  <a:ln>
                    <a:noFill/>
                  </a:ln>
                  <a:solidFill>
                    <a:prstClr val="black"/>
                  </a:solidFill>
                  <a:effectLst/>
                  <a:uLnTx/>
                  <a:uFillTx/>
                  <a:latin typeface="Calibri"/>
                  <a:ea typeface="+mn-ea"/>
                  <a:cs typeface="+mn-cs"/>
                </a:rPr>
                <a:t>4</a:t>
              </a:r>
            </a:p>
          </p:txBody>
        </p:sp>
      </p:grpSp>
      <p:sp>
        <p:nvSpPr>
          <p:cNvPr id="98" name="Rectangle 97">
            <a:extLst>
              <a:ext uri="{FF2B5EF4-FFF2-40B4-BE49-F238E27FC236}">
                <a16:creationId xmlns:a16="http://schemas.microsoft.com/office/drawing/2014/main" id="{CFAEFC89-AAE1-D248-8065-2DCB806A42B8}"/>
              </a:ext>
            </a:extLst>
          </p:cNvPr>
          <p:cNvSpPr/>
          <p:nvPr/>
        </p:nvSpPr>
        <p:spPr>
          <a:xfrm>
            <a:off x="8624002" y="5214579"/>
            <a:ext cx="892097" cy="1103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9" name="Rectangle 98">
            <a:extLst>
              <a:ext uri="{FF2B5EF4-FFF2-40B4-BE49-F238E27FC236}">
                <a16:creationId xmlns:a16="http://schemas.microsoft.com/office/drawing/2014/main" id="{B85586A7-784E-134B-85D7-D63EAD126974}"/>
              </a:ext>
            </a:extLst>
          </p:cNvPr>
          <p:cNvSpPr/>
          <p:nvPr/>
        </p:nvSpPr>
        <p:spPr>
          <a:xfrm>
            <a:off x="8624002" y="5303700"/>
            <a:ext cx="892097" cy="1103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Rectangle 99">
            <a:extLst>
              <a:ext uri="{FF2B5EF4-FFF2-40B4-BE49-F238E27FC236}">
                <a16:creationId xmlns:a16="http://schemas.microsoft.com/office/drawing/2014/main" id="{88A20BE8-0DED-0F46-A15A-6CA9C220DD67}"/>
              </a:ext>
            </a:extLst>
          </p:cNvPr>
          <p:cNvSpPr/>
          <p:nvPr/>
        </p:nvSpPr>
        <p:spPr>
          <a:xfrm>
            <a:off x="8620344" y="5425404"/>
            <a:ext cx="892097" cy="11030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TextBox 91">
            <a:extLst>
              <a:ext uri="{FF2B5EF4-FFF2-40B4-BE49-F238E27FC236}">
                <a16:creationId xmlns:a16="http://schemas.microsoft.com/office/drawing/2014/main" id="{8AF7AE2C-A59F-D247-BD00-087A82CBE885}"/>
              </a:ext>
            </a:extLst>
          </p:cNvPr>
          <p:cNvSpPr txBox="1"/>
          <p:nvPr/>
        </p:nvSpPr>
        <p:spPr>
          <a:xfrm>
            <a:off x="8322039" y="2665582"/>
            <a:ext cx="25605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object data requested</a:t>
            </a:r>
          </a:p>
        </p:txBody>
      </p:sp>
      <p:sp>
        <p:nvSpPr>
          <p:cNvPr id="101" name="Left Arrow 100">
            <a:extLst>
              <a:ext uri="{FF2B5EF4-FFF2-40B4-BE49-F238E27FC236}">
                <a16:creationId xmlns:a16="http://schemas.microsoft.com/office/drawing/2014/main" id="{9C9ACF7A-93F7-1144-933E-C07E1A9255BB}"/>
              </a:ext>
            </a:extLst>
          </p:cNvPr>
          <p:cNvSpPr/>
          <p:nvPr/>
        </p:nvSpPr>
        <p:spPr>
          <a:xfrm>
            <a:off x="7955470" y="4068021"/>
            <a:ext cx="596846" cy="369332"/>
          </a:xfrm>
          <a:prstGeom prst="lef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4" name="Rectangle 103">
            <a:extLst>
              <a:ext uri="{FF2B5EF4-FFF2-40B4-BE49-F238E27FC236}">
                <a16:creationId xmlns:a16="http://schemas.microsoft.com/office/drawing/2014/main" id="{F92C3131-42F8-4447-929E-4F663CB535C3}"/>
              </a:ext>
            </a:extLst>
          </p:cNvPr>
          <p:cNvSpPr/>
          <p:nvPr/>
        </p:nvSpPr>
        <p:spPr>
          <a:xfrm>
            <a:off x="10065868" y="3696565"/>
            <a:ext cx="394800" cy="2274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C66EC781-091E-0F4D-AB0D-84A37CFCF6E8}"/>
              </a:ext>
            </a:extLst>
          </p:cNvPr>
          <p:cNvSpPr txBox="1"/>
          <p:nvPr/>
        </p:nvSpPr>
        <p:spPr>
          <a:xfrm>
            <a:off x="9706653" y="3898744"/>
            <a:ext cx="71718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a:t>
            </a:r>
            <a:r>
              <a:rPr kumimoji="0" lang="en-US" sz="24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107" name="Rectangle 106">
            <a:extLst>
              <a:ext uri="{FF2B5EF4-FFF2-40B4-BE49-F238E27FC236}">
                <a16:creationId xmlns:a16="http://schemas.microsoft.com/office/drawing/2014/main" id="{F385891B-C7EB-5245-A25D-276FD77536AB}"/>
              </a:ext>
            </a:extLst>
          </p:cNvPr>
          <p:cNvSpPr/>
          <p:nvPr/>
        </p:nvSpPr>
        <p:spPr>
          <a:xfrm>
            <a:off x="10303411" y="3858836"/>
            <a:ext cx="394800" cy="2274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8" name="TextBox 107">
            <a:extLst>
              <a:ext uri="{FF2B5EF4-FFF2-40B4-BE49-F238E27FC236}">
                <a16:creationId xmlns:a16="http://schemas.microsoft.com/office/drawing/2014/main" id="{9D8408DC-4E3D-7747-AD30-D5058E1B4D77}"/>
              </a:ext>
            </a:extLst>
          </p:cNvPr>
          <p:cNvSpPr txBox="1"/>
          <p:nvPr/>
        </p:nvSpPr>
        <p:spPr>
          <a:xfrm>
            <a:off x="9717406" y="4747954"/>
            <a:ext cx="71718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a:t>
            </a:r>
            <a:r>
              <a:rPr kumimoji="0" lang="en-US" sz="24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109" name="TextBox 108">
            <a:extLst>
              <a:ext uri="{FF2B5EF4-FFF2-40B4-BE49-F238E27FC236}">
                <a16:creationId xmlns:a16="http://schemas.microsoft.com/office/drawing/2014/main" id="{952069D3-515D-EA47-80C1-EAE65F1325BF}"/>
              </a:ext>
            </a:extLst>
          </p:cNvPr>
          <p:cNvSpPr txBox="1"/>
          <p:nvPr/>
        </p:nvSpPr>
        <p:spPr>
          <a:xfrm>
            <a:off x="9717374" y="5101897"/>
            <a:ext cx="71718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a:t>
            </a:r>
            <a:r>
              <a:rPr kumimoji="0" lang="en-US" sz="24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10" name="TextBox 109">
            <a:extLst>
              <a:ext uri="{FF2B5EF4-FFF2-40B4-BE49-F238E27FC236}">
                <a16:creationId xmlns:a16="http://schemas.microsoft.com/office/drawing/2014/main" id="{56E9B31D-F0E0-5E40-9F14-0871A03773A6}"/>
              </a:ext>
            </a:extLst>
          </p:cNvPr>
          <p:cNvSpPr txBox="1"/>
          <p:nvPr/>
        </p:nvSpPr>
        <p:spPr>
          <a:xfrm>
            <a:off x="9722211" y="5425404"/>
            <a:ext cx="71718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a:t>
            </a:r>
            <a:r>
              <a:rPr kumimoji="0" lang="en-US" sz="2400" b="0" i="0" u="none" strike="noStrike" kern="1200" cap="none" spc="0" normalizeH="0" baseline="-25000" noProof="0" dirty="0">
                <a:ln>
                  <a:noFill/>
                </a:ln>
                <a:solidFill>
                  <a:prstClr val="black"/>
                </a:solidFill>
                <a:effectLst/>
                <a:uLnTx/>
                <a:uFillTx/>
                <a:latin typeface="Calibri"/>
                <a:ea typeface="+mn-ea"/>
                <a:cs typeface="+mn-cs"/>
              </a:rPr>
              <a:t>4</a:t>
            </a:r>
          </a:p>
        </p:txBody>
      </p:sp>
      <p:cxnSp>
        <p:nvCxnSpPr>
          <p:cNvPr id="111" name="Straight Connector 110">
            <a:extLst>
              <a:ext uri="{FF2B5EF4-FFF2-40B4-BE49-F238E27FC236}">
                <a16:creationId xmlns:a16="http://schemas.microsoft.com/office/drawing/2014/main" id="{D10A1F28-D7BB-BD4E-8F4C-AE1B9F56323C}"/>
              </a:ext>
            </a:extLst>
          </p:cNvPr>
          <p:cNvCxnSpPr>
            <a:cxnSpLocks/>
          </p:cNvCxnSpPr>
          <p:nvPr/>
        </p:nvCxnSpPr>
        <p:spPr>
          <a:xfrm>
            <a:off x="9583543" y="5324881"/>
            <a:ext cx="1861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389079BE-214E-8B42-950F-55C58E69DED5}"/>
              </a:ext>
            </a:extLst>
          </p:cNvPr>
          <p:cNvCxnSpPr>
            <a:cxnSpLocks/>
          </p:cNvCxnSpPr>
          <p:nvPr/>
        </p:nvCxnSpPr>
        <p:spPr>
          <a:xfrm flipV="1">
            <a:off x="9589060" y="5022530"/>
            <a:ext cx="180667" cy="1458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A29B81E-105C-7842-9461-2546211EC2C6}"/>
              </a:ext>
            </a:extLst>
          </p:cNvPr>
          <p:cNvCxnSpPr>
            <a:cxnSpLocks/>
          </p:cNvCxnSpPr>
          <p:nvPr/>
        </p:nvCxnSpPr>
        <p:spPr>
          <a:xfrm>
            <a:off x="9593643" y="5502519"/>
            <a:ext cx="180667" cy="1458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Rectangle 3">
            <a:extLst>
              <a:ext uri="{FF2B5EF4-FFF2-40B4-BE49-F238E27FC236}">
                <a16:creationId xmlns:a16="http://schemas.microsoft.com/office/drawing/2014/main" id="{A8987A85-6673-8C45-92B4-FA947F072F67}"/>
              </a:ext>
            </a:extLst>
          </p:cNvPr>
          <p:cNvSpPr txBox="1">
            <a:spLocks noChangeArrowheads="1"/>
          </p:cNvSpPr>
          <p:nvPr/>
        </p:nvSpPr>
        <p:spPr>
          <a:xfrm>
            <a:off x="2410244" y="6238081"/>
            <a:ext cx="8451975" cy="50330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objects delivered in order requested: O</a:t>
            </a:r>
            <a:r>
              <a:rPr kumimoji="0" lang="en-US" altLang="en-US" sz="2400" b="0" i="1" u="none" strike="noStrike" kern="1200" cap="none" spc="0" normalizeH="0" baseline="-25000" noProof="0" dirty="0">
                <a:ln>
                  <a:noFill/>
                </a:ln>
                <a:solidFill>
                  <a:prstClr val="black"/>
                </a:solidFill>
                <a:effectLst/>
                <a:uLnTx/>
                <a:uFillTx/>
                <a:latin typeface="Calibri"/>
                <a:ea typeface="ＭＳ Ｐゴシック" panose="020B0600070205080204" pitchFamily="34" charset="-128"/>
                <a:cs typeface="+mn-cs"/>
              </a:rPr>
              <a:t>2</a:t>
            </a: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O</a:t>
            </a:r>
            <a:r>
              <a:rPr kumimoji="0" lang="en-US" altLang="en-US" sz="2400" b="0" i="1" u="none" strike="noStrike" kern="1200" cap="none" spc="0" normalizeH="0" baseline="-25000" noProof="0" dirty="0">
                <a:ln>
                  <a:noFill/>
                </a:ln>
                <a:solidFill>
                  <a:prstClr val="black"/>
                </a:solidFill>
                <a:effectLst/>
                <a:uLnTx/>
                <a:uFillTx/>
                <a:latin typeface="Calibri"/>
                <a:ea typeface="ＭＳ Ｐゴシック" panose="020B0600070205080204" pitchFamily="34" charset="-128"/>
                <a:cs typeface="+mn-cs"/>
              </a:rPr>
              <a:t>3</a:t>
            </a: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O</a:t>
            </a:r>
            <a:r>
              <a:rPr kumimoji="0" lang="en-US" altLang="en-US" sz="2400" b="0" i="1" u="none" strike="noStrike" kern="1200" cap="none" spc="0" normalizeH="0" baseline="-25000" noProof="0" dirty="0">
                <a:ln>
                  <a:noFill/>
                </a:ln>
                <a:solidFill>
                  <a:prstClr val="black"/>
                </a:solidFill>
                <a:effectLst/>
                <a:uLnTx/>
                <a:uFillTx/>
                <a:latin typeface="Calibri"/>
                <a:ea typeface="ＭＳ Ｐゴシック" panose="020B0600070205080204" pitchFamily="34" charset="-128"/>
                <a:cs typeface="+mn-cs"/>
              </a:rPr>
              <a:t>4</a:t>
            </a: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wait behind O</a:t>
            </a:r>
            <a:r>
              <a:rPr kumimoji="0" lang="en-US" altLang="en-US" sz="2400" b="0" i="1" u="none" strike="noStrike" kern="1200" cap="none" spc="0" normalizeH="0" baseline="-25000" noProof="0" dirty="0">
                <a:ln>
                  <a:noFill/>
                </a:ln>
                <a:solidFill>
                  <a:prstClr val="black"/>
                </a:solidFill>
                <a:effectLst/>
                <a:uLnTx/>
                <a:uFillTx/>
                <a:latin typeface="Calibri"/>
                <a:ea typeface="ＭＳ Ｐゴシック" panose="020B0600070205080204" pitchFamily="34" charset="-128"/>
                <a:cs typeface="+mn-cs"/>
              </a:rPr>
              <a:t>1</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57" name="Group 56">
            <a:extLst>
              <a:ext uri="{FF2B5EF4-FFF2-40B4-BE49-F238E27FC236}">
                <a16:creationId xmlns:a16="http://schemas.microsoft.com/office/drawing/2014/main" id="{57772C53-CB21-F54B-81A4-80FA45EF0DCB}"/>
              </a:ext>
            </a:extLst>
          </p:cNvPr>
          <p:cNvGrpSpPr/>
          <p:nvPr/>
        </p:nvGrpSpPr>
        <p:grpSpPr>
          <a:xfrm>
            <a:off x="3400914" y="5195255"/>
            <a:ext cx="4029070" cy="477315"/>
            <a:chOff x="3400914" y="5195255"/>
            <a:chExt cx="4029070" cy="477315"/>
          </a:xfrm>
        </p:grpSpPr>
        <p:cxnSp>
          <p:nvCxnSpPr>
            <p:cNvPr id="61" name="Straight Arrow Connector 60">
              <a:extLst>
                <a:ext uri="{FF2B5EF4-FFF2-40B4-BE49-F238E27FC236}">
                  <a16:creationId xmlns:a16="http://schemas.microsoft.com/office/drawing/2014/main" id="{72FF5CC6-CED4-2143-AE2B-F90140B18684}"/>
                </a:ext>
              </a:extLst>
            </p:cNvPr>
            <p:cNvCxnSpPr>
              <a:cxnSpLocks/>
            </p:cNvCxnSpPr>
            <p:nvPr/>
          </p:nvCxnSpPr>
          <p:spPr>
            <a:xfrm flipH="1">
              <a:off x="3400914" y="5403102"/>
              <a:ext cx="4029070" cy="2694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Freeform 55">
              <a:extLst>
                <a:ext uri="{FF2B5EF4-FFF2-40B4-BE49-F238E27FC236}">
                  <a16:creationId xmlns:a16="http://schemas.microsoft.com/office/drawing/2014/main" id="{5A06D02B-5F32-3D42-9572-49327927E15A}"/>
                </a:ext>
              </a:extLst>
            </p:cNvPr>
            <p:cNvSpPr/>
            <p:nvPr/>
          </p:nvSpPr>
          <p:spPr>
            <a:xfrm>
              <a:off x="3520812" y="5195255"/>
              <a:ext cx="3866473" cy="468804"/>
            </a:xfrm>
            <a:custGeom>
              <a:avLst/>
              <a:gdLst>
                <a:gd name="connsiteX0" fmla="*/ 0 w 3866473"/>
                <a:gd name="connsiteY0" fmla="*/ 264573 h 468804"/>
                <a:gd name="connsiteX1" fmla="*/ 0 w 3866473"/>
                <a:gd name="connsiteY1" fmla="*/ 468804 h 468804"/>
                <a:gd name="connsiteX2" fmla="*/ 3866473 w 3866473"/>
                <a:gd name="connsiteY2" fmla="*/ 204232 h 468804"/>
                <a:gd name="connsiteX3" fmla="*/ 3861832 w 3866473"/>
                <a:gd name="connsiteY3" fmla="*/ 0 h 468804"/>
                <a:gd name="connsiteX4" fmla="*/ 0 w 3866473"/>
                <a:gd name="connsiteY4" fmla="*/ 264573 h 468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6473" h="468804">
                  <a:moveTo>
                    <a:pt x="0" y="264573"/>
                  </a:moveTo>
                  <a:lnTo>
                    <a:pt x="0" y="468804"/>
                  </a:lnTo>
                  <a:lnTo>
                    <a:pt x="3866473" y="204232"/>
                  </a:lnTo>
                  <a:lnTo>
                    <a:pt x="3861832" y="0"/>
                  </a:lnTo>
                  <a:lnTo>
                    <a:pt x="0" y="264573"/>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93" name="Slide Number Placeholder 2">
            <a:extLst>
              <a:ext uri="{FF2B5EF4-FFF2-40B4-BE49-F238E27FC236}">
                <a16:creationId xmlns:a16="http://schemas.microsoft.com/office/drawing/2014/main" id="{04B1ED28-70FB-1F43-9411-4F7106AECB3D}"/>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49</a:t>
            </a:fld>
            <a:endParaRPr lang="en-US" dirty="0"/>
          </a:p>
        </p:txBody>
      </p:sp>
    </p:spTree>
    <p:extLst>
      <p:ext uri="{BB962C8B-B14F-4D97-AF65-F5344CB8AC3E}">
        <p14:creationId xmlns:p14="http://schemas.microsoft.com/office/powerpoint/2010/main" val="3751481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right)">
                                      <p:cBhvr>
                                        <p:cTn id="19" dur="500"/>
                                        <p:tgtEl>
                                          <p:spTgt spid="4"/>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wipe(right)">
                                      <p:cBhvr>
                                        <p:cTn id="23" dur="500"/>
                                        <p:tgtEl>
                                          <p:spTgt spid="57"/>
                                        </p:tgtEl>
                                      </p:cBhvr>
                                    </p:animEffect>
                                  </p:childTnLst>
                                </p:cTn>
                              </p:par>
                            </p:childTnLst>
                          </p:cTn>
                        </p:par>
                        <p:par>
                          <p:cTn id="24" fill="hold">
                            <p:stCondLst>
                              <p:cond delay="2500"/>
                            </p:stCondLst>
                            <p:childTnLst>
                              <p:par>
                                <p:cTn id="25" presetID="22" presetClass="entr" presetSubtype="2"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right)">
                                      <p:cBhvr>
                                        <p:cTn id="27" dur="500"/>
                                        <p:tgtEl>
                                          <p:spTgt spid="7"/>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right)">
                                      <p:cBhvr>
                                        <p:cTn id="31" dur="500"/>
                                        <p:tgtEl>
                                          <p:spTgt spid="54"/>
                                        </p:tgtEl>
                                      </p:cBhvr>
                                    </p:animEffect>
                                  </p:childTnLst>
                                </p:cTn>
                              </p:par>
                            </p:childTnLst>
                          </p:cTn>
                        </p:par>
                        <p:par>
                          <p:cTn id="32" fill="hold">
                            <p:stCondLst>
                              <p:cond delay="3500"/>
                            </p:stCondLst>
                            <p:childTnLst>
                              <p:par>
                                <p:cTn id="33" presetID="22" presetClass="entr" presetSubtype="2" fill="hold" nodeType="after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wipe(right)">
                                      <p:cBhvr>
                                        <p:cTn id="35" dur="500"/>
                                        <p:tgtEl>
                                          <p:spTgt spid="5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17"/>
                                        </p:tgtEl>
                                        <p:attrNameLst>
                                          <p:attrName>style.visibility</p:attrName>
                                        </p:attrNameLst>
                                      </p:cBhvr>
                                      <p:to>
                                        <p:strVal val="visible"/>
                                      </p:to>
                                    </p:set>
                                    <p:animEffect transition="in" filter="dissolve">
                                      <p:cBhvr>
                                        <p:cTn id="40"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79879"/>
            <a:ext cx="10515600" cy="894622"/>
          </a:xfrm>
        </p:spPr>
        <p:txBody>
          <a:bodyPr>
            <a:normAutofit/>
          </a:bodyPr>
          <a:lstStyle/>
          <a:p>
            <a:r>
              <a:rPr lang="en-US" sz="4400" dirty="0">
                <a:ea typeface="ＭＳ Ｐゴシック" panose="020B0600070205080204" pitchFamily="34" charset="-128"/>
              </a:rPr>
              <a:t>HTTP/2: mitigating HOL blocking</a:t>
            </a:r>
            <a:endParaRPr lang="en-US" sz="4400" dirty="0"/>
          </a:p>
        </p:txBody>
      </p:sp>
      <p:sp>
        <p:nvSpPr>
          <p:cNvPr id="272" name="Rectangle 3">
            <a:extLst>
              <a:ext uri="{FF2B5EF4-FFF2-40B4-BE49-F238E27FC236}">
                <a16:creationId xmlns:a16="http://schemas.microsoft.com/office/drawing/2014/main" id="{8CBA4EFF-1AC8-A245-B998-4DDACE8C36D2}"/>
              </a:ext>
            </a:extLst>
          </p:cNvPr>
          <p:cNvSpPr txBox="1">
            <a:spLocks noChangeArrowheads="1"/>
          </p:cNvSpPr>
          <p:nvPr/>
        </p:nvSpPr>
        <p:spPr>
          <a:xfrm>
            <a:off x="798691" y="1274501"/>
            <a:ext cx="11117107" cy="50330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HTTP/2: objects divided into frames, frame transmission interleaved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id="{9C81A400-509D-8B49-94F6-4A247623F1EE}"/>
              </a:ext>
            </a:extLst>
          </p:cNvPr>
          <p:cNvSpPr txBox="1">
            <a:spLocks noChangeArrowheads="1"/>
          </p:cNvSpPr>
          <p:nvPr/>
        </p:nvSpPr>
        <p:spPr bwMode="auto">
          <a:xfrm>
            <a:off x="2900584" y="2902508"/>
            <a:ext cx="777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client</a:t>
            </a:r>
          </a:p>
        </p:txBody>
      </p:sp>
      <p:sp>
        <p:nvSpPr>
          <p:cNvPr id="12" name="Text Box 6">
            <a:extLst>
              <a:ext uri="{FF2B5EF4-FFF2-40B4-BE49-F238E27FC236}">
                <a16:creationId xmlns:a16="http://schemas.microsoft.com/office/drawing/2014/main" id="{1C4A8696-15E9-F34E-9D6B-A386450B2B8A}"/>
              </a:ext>
            </a:extLst>
          </p:cNvPr>
          <p:cNvSpPr txBox="1">
            <a:spLocks noChangeArrowheads="1"/>
          </p:cNvSpPr>
          <p:nvPr/>
        </p:nvSpPr>
        <p:spPr bwMode="auto">
          <a:xfrm>
            <a:off x="7029972" y="1892257"/>
            <a:ext cx="8369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server</a:t>
            </a:r>
          </a:p>
        </p:txBody>
      </p:sp>
      <p:grpSp>
        <p:nvGrpSpPr>
          <p:cNvPr id="13" name="Group 34">
            <a:extLst>
              <a:ext uri="{FF2B5EF4-FFF2-40B4-BE49-F238E27FC236}">
                <a16:creationId xmlns:a16="http://schemas.microsoft.com/office/drawing/2014/main" id="{3F9049F0-AD0D-BB4A-9A38-AE6CD2DEE44B}"/>
              </a:ext>
            </a:extLst>
          </p:cNvPr>
          <p:cNvGrpSpPr>
            <a:grpSpLocks/>
          </p:cNvGrpSpPr>
          <p:nvPr/>
        </p:nvGrpSpPr>
        <p:grpSpPr bwMode="auto">
          <a:xfrm>
            <a:off x="7234967" y="2262203"/>
            <a:ext cx="422275" cy="685800"/>
            <a:chOff x="4140" y="429"/>
            <a:chExt cx="1425" cy="2396"/>
          </a:xfrm>
        </p:grpSpPr>
        <p:sp>
          <p:nvSpPr>
            <p:cNvPr id="14" name="Freeform 35">
              <a:extLst>
                <a:ext uri="{FF2B5EF4-FFF2-40B4-BE49-F238E27FC236}">
                  <a16:creationId xmlns:a16="http://schemas.microsoft.com/office/drawing/2014/main" id="{803C6B5A-D9D1-EB4A-A391-52C6BC681D84}"/>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Rectangle 36">
              <a:extLst>
                <a:ext uri="{FF2B5EF4-FFF2-40B4-BE49-F238E27FC236}">
                  <a16:creationId xmlns:a16="http://schemas.microsoft.com/office/drawing/2014/main" id="{743E8922-0B4F-124B-8E08-EAFC48A26AC2}"/>
                </a:ext>
              </a:extLst>
            </p:cNvPr>
            <p:cNvSpPr>
              <a:spLocks noChangeArrowheads="1"/>
            </p:cNvSpPr>
            <p:nvPr/>
          </p:nvSpPr>
          <p:spPr bwMode="auto">
            <a:xfrm>
              <a:off x="4204" y="429"/>
              <a:ext cx="1050"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16" name="Freeform 37">
              <a:extLst>
                <a:ext uri="{FF2B5EF4-FFF2-40B4-BE49-F238E27FC236}">
                  <a16:creationId xmlns:a16="http://schemas.microsoft.com/office/drawing/2014/main" id="{B8099CED-B66E-A64F-9D64-36008CA1795B}"/>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Freeform 38">
              <a:extLst>
                <a:ext uri="{FF2B5EF4-FFF2-40B4-BE49-F238E27FC236}">
                  <a16:creationId xmlns:a16="http://schemas.microsoft.com/office/drawing/2014/main" id="{8E10A1E3-E714-724B-9A56-653D39FCCDCC}"/>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Rectangle 39">
              <a:extLst>
                <a:ext uri="{FF2B5EF4-FFF2-40B4-BE49-F238E27FC236}">
                  <a16:creationId xmlns:a16="http://schemas.microsoft.com/office/drawing/2014/main" id="{51B7511E-9F4A-634B-B78E-ADF6D024CA43}"/>
                </a:ext>
              </a:extLst>
            </p:cNvPr>
            <p:cNvSpPr>
              <a:spLocks noChangeArrowheads="1"/>
            </p:cNvSpPr>
            <p:nvPr/>
          </p:nvSpPr>
          <p:spPr bwMode="auto">
            <a:xfrm>
              <a:off x="4210" y="695"/>
              <a:ext cx="600"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19" name="Group 40">
              <a:extLst>
                <a:ext uri="{FF2B5EF4-FFF2-40B4-BE49-F238E27FC236}">
                  <a16:creationId xmlns:a16="http://schemas.microsoft.com/office/drawing/2014/main" id="{5B0CC43F-BAC2-3140-B5A3-62B0B2DB20E0}"/>
                </a:ext>
              </a:extLst>
            </p:cNvPr>
            <p:cNvGrpSpPr>
              <a:grpSpLocks/>
            </p:cNvGrpSpPr>
            <p:nvPr/>
          </p:nvGrpSpPr>
          <p:grpSpPr bwMode="auto">
            <a:xfrm>
              <a:off x="4749" y="668"/>
              <a:ext cx="581" cy="145"/>
              <a:chOff x="614" y="2568"/>
              <a:chExt cx="725" cy="139"/>
            </a:xfrm>
          </p:grpSpPr>
          <p:sp>
            <p:nvSpPr>
              <p:cNvPr id="44" name="AutoShape 41">
                <a:extLst>
                  <a:ext uri="{FF2B5EF4-FFF2-40B4-BE49-F238E27FC236}">
                    <a16:creationId xmlns:a16="http://schemas.microsoft.com/office/drawing/2014/main" id="{15BC3053-32F0-D74D-89AF-8B97E27A3909}"/>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5" name="AutoShape 42">
                <a:extLst>
                  <a:ext uri="{FF2B5EF4-FFF2-40B4-BE49-F238E27FC236}">
                    <a16:creationId xmlns:a16="http://schemas.microsoft.com/office/drawing/2014/main" id="{20995AA6-2DCD-3745-B56B-D4A2BD016FEA}"/>
                  </a:ext>
                </a:extLst>
              </p:cNvPr>
              <p:cNvSpPr>
                <a:spLocks noChangeArrowheads="1"/>
              </p:cNvSpPr>
              <p:nvPr/>
            </p:nvSpPr>
            <p:spPr bwMode="auto">
              <a:xfrm>
                <a:off x="630" y="2583"/>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0" name="Rectangle 43">
              <a:extLst>
                <a:ext uri="{FF2B5EF4-FFF2-40B4-BE49-F238E27FC236}">
                  <a16:creationId xmlns:a16="http://schemas.microsoft.com/office/drawing/2014/main" id="{A0AB9F72-54CB-1348-80D1-B314D48A04CD}"/>
                </a:ext>
              </a:extLst>
            </p:cNvPr>
            <p:cNvSpPr>
              <a:spLocks noChangeArrowheads="1"/>
            </p:cNvSpPr>
            <p:nvPr/>
          </p:nvSpPr>
          <p:spPr bwMode="auto">
            <a:xfrm>
              <a:off x="4226" y="1017"/>
              <a:ext cx="595"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21" name="Group 44">
              <a:extLst>
                <a:ext uri="{FF2B5EF4-FFF2-40B4-BE49-F238E27FC236}">
                  <a16:creationId xmlns:a16="http://schemas.microsoft.com/office/drawing/2014/main" id="{9E4659C2-4E42-B443-84EF-9148F9288BE3}"/>
                </a:ext>
              </a:extLst>
            </p:cNvPr>
            <p:cNvGrpSpPr>
              <a:grpSpLocks/>
            </p:cNvGrpSpPr>
            <p:nvPr/>
          </p:nvGrpSpPr>
          <p:grpSpPr bwMode="auto">
            <a:xfrm>
              <a:off x="4747" y="994"/>
              <a:ext cx="581" cy="134"/>
              <a:chOff x="614" y="2568"/>
              <a:chExt cx="725" cy="139"/>
            </a:xfrm>
          </p:grpSpPr>
          <p:sp>
            <p:nvSpPr>
              <p:cNvPr id="42" name="AutoShape 45">
                <a:extLst>
                  <a:ext uri="{FF2B5EF4-FFF2-40B4-BE49-F238E27FC236}">
                    <a16:creationId xmlns:a16="http://schemas.microsoft.com/office/drawing/2014/main" id="{D8903B39-8265-544A-9AFB-566D599B94BF}"/>
                  </a:ext>
                </a:extLst>
              </p:cNvPr>
              <p:cNvSpPr>
                <a:spLocks noChangeArrowheads="1"/>
              </p:cNvSpPr>
              <p:nvPr/>
            </p:nvSpPr>
            <p:spPr bwMode="auto">
              <a:xfrm>
                <a:off x="612" y="2569"/>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3" name="AutoShape 46">
                <a:extLst>
                  <a:ext uri="{FF2B5EF4-FFF2-40B4-BE49-F238E27FC236}">
                    <a16:creationId xmlns:a16="http://schemas.microsoft.com/office/drawing/2014/main" id="{FD67A903-00AF-8F4D-B4F7-1CE981372C02}"/>
                  </a:ext>
                </a:extLst>
              </p:cNvPr>
              <p:cNvSpPr>
                <a:spLocks noChangeArrowheads="1"/>
              </p:cNvSpPr>
              <p:nvPr/>
            </p:nvSpPr>
            <p:spPr bwMode="auto">
              <a:xfrm>
                <a:off x="625"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2" name="Rectangle 47">
              <a:extLst>
                <a:ext uri="{FF2B5EF4-FFF2-40B4-BE49-F238E27FC236}">
                  <a16:creationId xmlns:a16="http://schemas.microsoft.com/office/drawing/2014/main" id="{4CE4A0E0-E439-5A47-BF8B-98C51081AA9D}"/>
                </a:ext>
              </a:extLst>
            </p:cNvPr>
            <p:cNvSpPr>
              <a:spLocks noChangeArrowheads="1"/>
            </p:cNvSpPr>
            <p:nvPr/>
          </p:nvSpPr>
          <p:spPr bwMode="auto">
            <a:xfrm>
              <a:off x="4215" y="1355"/>
              <a:ext cx="600"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3" name="Rectangle 48">
              <a:extLst>
                <a:ext uri="{FF2B5EF4-FFF2-40B4-BE49-F238E27FC236}">
                  <a16:creationId xmlns:a16="http://schemas.microsoft.com/office/drawing/2014/main" id="{9C3A9589-0AF1-484B-8D65-785BF63FA907}"/>
                </a:ext>
              </a:extLst>
            </p:cNvPr>
            <p:cNvSpPr>
              <a:spLocks noChangeArrowheads="1"/>
            </p:cNvSpPr>
            <p:nvPr/>
          </p:nvSpPr>
          <p:spPr bwMode="auto">
            <a:xfrm>
              <a:off x="4226" y="1655"/>
              <a:ext cx="600"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24" name="Group 49">
              <a:extLst>
                <a:ext uri="{FF2B5EF4-FFF2-40B4-BE49-F238E27FC236}">
                  <a16:creationId xmlns:a16="http://schemas.microsoft.com/office/drawing/2014/main" id="{B0BBD09F-6C03-C742-8A03-DE01670CB532}"/>
                </a:ext>
              </a:extLst>
            </p:cNvPr>
            <p:cNvGrpSpPr>
              <a:grpSpLocks/>
            </p:cNvGrpSpPr>
            <p:nvPr/>
          </p:nvGrpSpPr>
          <p:grpSpPr bwMode="auto">
            <a:xfrm>
              <a:off x="4735" y="1627"/>
              <a:ext cx="582" cy="151"/>
              <a:chOff x="614" y="2568"/>
              <a:chExt cx="725" cy="139"/>
            </a:xfrm>
          </p:grpSpPr>
          <p:sp>
            <p:nvSpPr>
              <p:cNvPr id="40" name="AutoShape 50">
                <a:extLst>
                  <a:ext uri="{FF2B5EF4-FFF2-40B4-BE49-F238E27FC236}">
                    <a16:creationId xmlns:a16="http://schemas.microsoft.com/office/drawing/2014/main" id="{F540A08B-AEF4-A545-BD11-4851FF84EDEE}"/>
                  </a:ext>
                </a:extLst>
              </p:cNvPr>
              <p:cNvSpPr>
                <a:spLocks noChangeArrowheads="1"/>
              </p:cNvSpPr>
              <p:nvPr/>
            </p:nvSpPr>
            <p:spPr bwMode="auto">
              <a:xfrm>
                <a:off x="614" y="2568"/>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1" name="AutoShape 51">
                <a:extLst>
                  <a:ext uri="{FF2B5EF4-FFF2-40B4-BE49-F238E27FC236}">
                    <a16:creationId xmlns:a16="http://schemas.microsoft.com/office/drawing/2014/main" id="{3E831A66-2030-664B-A089-E131017C23D6}"/>
                  </a:ext>
                </a:extLst>
              </p:cNvPr>
              <p:cNvSpPr>
                <a:spLocks noChangeArrowheads="1"/>
              </p:cNvSpPr>
              <p:nvPr/>
            </p:nvSpPr>
            <p:spPr bwMode="auto">
              <a:xfrm>
                <a:off x="627" y="2583"/>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5" name="Freeform 52">
              <a:extLst>
                <a:ext uri="{FF2B5EF4-FFF2-40B4-BE49-F238E27FC236}">
                  <a16:creationId xmlns:a16="http://schemas.microsoft.com/office/drawing/2014/main" id="{EB110631-8DF7-8E4E-A94B-F2F52EA1E58F}"/>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6" name="Group 53">
              <a:extLst>
                <a:ext uri="{FF2B5EF4-FFF2-40B4-BE49-F238E27FC236}">
                  <a16:creationId xmlns:a16="http://schemas.microsoft.com/office/drawing/2014/main" id="{0605E8F2-9F9A-7648-8BA6-ABA0DFC79339}"/>
                </a:ext>
              </a:extLst>
            </p:cNvPr>
            <p:cNvGrpSpPr>
              <a:grpSpLocks/>
            </p:cNvGrpSpPr>
            <p:nvPr/>
          </p:nvGrpSpPr>
          <p:grpSpPr bwMode="auto">
            <a:xfrm>
              <a:off x="4739" y="1327"/>
              <a:ext cx="582" cy="139"/>
              <a:chOff x="614" y="2568"/>
              <a:chExt cx="725" cy="139"/>
            </a:xfrm>
          </p:grpSpPr>
          <p:sp>
            <p:nvSpPr>
              <p:cNvPr id="38" name="AutoShape 54">
                <a:extLst>
                  <a:ext uri="{FF2B5EF4-FFF2-40B4-BE49-F238E27FC236}">
                    <a16:creationId xmlns:a16="http://schemas.microsoft.com/office/drawing/2014/main" id="{D18E181B-E7B4-7D4A-A9B8-9FDE56CEBEA7}"/>
                  </a:ext>
                </a:extLst>
              </p:cNvPr>
              <p:cNvSpPr>
                <a:spLocks noChangeArrowheads="1"/>
              </p:cNvSpPr>
              <p:nvPr/>
            </p:nvSpPr>
            <p:spPr bwMode="auto">
              <a:xfrm>
                <a:off x="615" y="2568"/>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9" name="AutoShape 55">
                <a:extLst>
                  <a:ext uri="{FF2B5EF4-FFF2-40B4-BE49-F238E27FC236}">
                    <a16:creationId xmlns:a16="http://schemas.microsoft.com/office/drawing/2014/main" id="{0A0D2D66-4293-5E42-AB2B-B27978D8D73F}"/>
                  </a:ext>
                </a:extLst>
              </p:cNvPr>
              <p:cNvSpPr>
                <a:spLocks noChangeArrowheads="1"/>
              </p:cNvSpPr>
              <p:nvPr/>
            </p:nvSpPr>
            <p:spPr bwMode="auto">
              <a:xfrm>
                <a:off x="629" y="2585"/>
                <a:ext cx="687"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sp>
          <p:nvSpPr>
            <p:cNvPr id="27" name="Rectangle 56">
              <a:extLst>
                <a:ext uri="{FF2B5EF4-FFF2-40B4-BE49-F238E27FC236}">
                  <a16:creationId xmlns:a16="http://schemas.microsoft.com/office/drawing/2014/main" id="{29DA363B-DCCE-0E42-97D8-C3675780D8DA}"/>
                </a:ext>
              </a:extLst>
            </p:cNvPr>
            <p:cNvSpPr>
              <a:spLocks noChangeArrowheads="1"/>
            </p:cNvSpPr>
            <p:nvPr/>
          </p:nvSpPr>
          <p:spPr bwMode="auto">
            <a:xfrm>
              <a:off x="5249" y="429"/>
              <a:ext cx="70"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28" name="Freeform 57">
              <a:extLst>
                <a:ext uri="{FF2B5EF4-FFF2-40B4-BE49-F238E27FC236}">
                  <a16:creationId xmlns:a16="http://schemas.microsoft.com/office/drawing/2014/main" id="{003F54F8-B50A-A745-830C-199E1BDB2573}"/>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 name="Freeform 58">
              <a:extLst>
                <a:ext uri="{FF2B5EF4-FFF2-40B4-BE49-F238E27FC236}">
                  <a16:creationId xmlns:a16="http://schemas.microsoft.com/office/drawing/2014/main" id="{7C5A7536-BE63-4040-ABA1-74B2DEB36640}"/>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0" name="Oval 59">
              <a:extLst>
                <a:ext uri="{FF2B5EF4-FFF2-40B4-BE49-F238E27FC236}">
                  <a16:creationId xmlns:a16="http://schemas.microsoft.com/office/drawing/2014/main" id="{22686AD2-E3C1-444A-BFBF-DA43577786AE}"/>
                </a:ext>
              </a:extLst>
            </p:cNvPr>
            <p:cNvSpPr>
              <a:spLocks noChangeArrowheads="1"/>
            </p:cNvSpPr>
            <p:nvPr/>
          </p:nvSpPr>
          <p:spPr bwMode="auto">
            <a:xfrm>
              <a:off x="5517" y="2609"/>
              <a:ext cx="48" cy="100"/>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1" name="Freeform 60">
              <a:extLst>
                <a:ext uri="{FF2B5EF4-FFF2-40B4-BE49-F238E27FC236}">
                  <a16:creationId xmlns:a16="http://schemas.microsoft.com/office/drawing/2014/main" id="{A511E8EF-CCBE-984C-81CA-5741AD13A422}"/>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 name="AutoShape 61">
              <a:extLst>
                <a:ext uri="{FF2B5EF4-FFF2-40B4-BE49-F238E27FC236}">
                  <a16:creationId xmlns:a16="http://schemas.microsoft.com/office/drawing/2014/main" id="{E12F38C4-3DA7-4848-A901-A1CCC93301B2}"/>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3" name="AutoShape 62">
              <a:extLst>
                <a:ext uri="{FF2B5EF4-FFF2-40B4-BE49-F238E27FC236}">
                  <a16:creationId xmlns:a16="http://schemas.microsoft.com/office/drawing/2014/main" id="{48A88A52-5BBB-4743-AF8B-09BA6FDF0D97}"/>
                </a:ext>
              </a:extLst>
            </p:cNvPr>
            <p:cNvSpPr>
              <a:spLocks noChangeArrowheads="1"/>
            </p:cNvSpPr>
            <p:nvPr/>
          </p:nvSpPr>
          <p:spPr bwMode="auto">
            <a:xfrm>
              <a:off x="4204" y="2709"/>
              <a:ext cx="107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4" name="Oval 63">
              <a:extLst>
                <a:ext uri="{FF2B5EF4-FFF2-40B4-BE49-F238E27FC236}">
                  <a16:creationId xmlns:a16="http://schemas.microsoft.com/office/drawing/2014/main" id="{D48CE070-E4DE-984E-B8A5-1FAECB3FCE35}"/>
                </a:ext>
              </a:extLst>
            </p:cNvPr>
            <p:cNvSpPr>
              <a:spLocks noChangeArrowheads="1"/>
            </p:cNvSpPr>
            <p:nvPr/>
          </p:nvSpPr>
          <p:spPr bwMode="auto">
            <a:xfrm>
              <a:off x="4306" y="2381"/>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5" name="Oval 64">
              <a:extLst>
                <a:ext uri="{FF2B5EF4-FFF2-40B4-BE49-F238E27FC236}">
                  <a16:creationId xmlns:a16="http://schemas.microsoft.com/office/drawing/2014/main" id="{3AACC7F2-958D-5A4E-B37D-C55208B6F9BD}"/>
                </a:ext>
              </a:extLst>
            </p:cNvPr>
            <p:cNvSpPr>
              <a:spLocks noChangeArrowheads="1"/>
            </p:cNvSpPr>
            <p:nvPr/>
          </p:nvSpPr>
          <p:spPr bwMode="auto">
            <a:xfrm>
              <a:off x="4488" y="2381"/>
              <a:ext cx="155"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Arial" panose="020B0604020202020204" pitchFamily="34" charset="0"/>
              </a:endParaRPr>
            </a:p>
          </p:txBody>
        </p:sp>
        <p:sp>
          <p:nvSpPr>
            <p:cNvPr id="36" name="Oval 65">
              <a:extLst>
                <a:ext uri="{FF2B5EF4-FFF2-40B4-BE49-F238E27FC236}">
                  <a16:creationId xmlns:a16="http://schemas.microsoft.com/office/drawing/2014/main" id="{F26427F9-3E33-EB43-B662-FA88A41C6D85}"/>
                </a:ext>
              </a:extLst>
            </p:cNvPr>
            <p:cNvSpPr>
              <a:spLocks noChangeArrowheads="1"/>
            </p:cNvSpPr>
            <p:nvPr/>
          </p:nvSpPr>
          <p:spPr bwMode="auto">
            <a:xfrm>
              <a:off x="4660" y="2381"/>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37" name="Rectangle 66">
              <a:extLst>
                <a:ext uri="{FF2B5EF4-FFF2-40B4-BE49-F238E27FC236}">
                  <a16:creationId xmlns:a16="http://schemas.microsoft.com/office/drawing/2014/main" id="{8F1829D6-46E0-BC42-B764-C952B46A2498}"/>
                </a:ext>
              </a:extLst>
            </p:cNvPr>
            <p:cNvSpPr>
              <a:spLocks noChangeArrowheads="1"/>
            </p:cNvSpPr>
            <p:nvPr/>
          </p:nvSpPr>
          <p:spPr bwMode="auto">
            <a:xfrm>
              <a:off x="5061" y="1838"/>
              <a:ext cx="86" cy="760"/>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grpSp>
        <p:nvGrpSpPr>
          <p:cNvPr id="46" name="Group 67">
            <a:extLst>
              <a:ext uri="{FF2B5EF4-FFF2-40B4-BE49-F238E27FC236}">
                <a16:creationId xmlns:a16="http://schemas.microsoft.com/office/drawing/2014/main" id="{E398CB23-1767-0048-89F5-62C5E9AF7865}"/>
              </a:ext>
            </a:extLst>
          </p:cNvPr>
          <p:cNvGrpSpPr>
            <a:grpSpLocks/>
          </p:cNvGrpSpPr>
          <p:nvPr/>
        </p:nvGrpSpPr>
        <p:grpSpPr bwMode="auto">
          <a:xfrm>
            <a:off x="2885332" y="2291964"/>
            <a:ext cx="742950" cy="742950"/>
            <a:chOff x="-44" y="1473"/>
            <a:chExt cx="981" cy="1105"/>
          </a:xfrm>
        </p:grpSpPr>
        <p:pic>
          <p:nvPicPr>
            <p:cNvPr id="47" name="Picture 68" descr="desktop_computer_stylized_medium">
              <a:extLst>
                <a:ext uri="{FF2B5EF4-FFF2-40B4-BE49-F238E27FC236}">
                  <a16:creationId xmlns:a16="http://schemas.microsoft.com/office/drawing/2014/main" id="{8EC7FF3D-42E5-D345-8DA9-637E325A4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Freeform 69">
              <a:extLst>
                <a:ext uri="{FF2B5EF4-FFF2-40B4-BE49-F238E27FC236}">
                  <a16:creationId xmlns:a16="http://schemas.microsoft.com/office/drawing/2014/main" id="{A9F3AAA5-0B80-934E-BA4C-75AD71012D04}"/>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cxnSp>
        <p:nvCxnSpPr>
          <p:cNvPr id="5" name="Straight Arrow Connector 4">
            <a:extLst>
              <a:ext uri="{FF2B5EF4-FFF2-40B4-BE49-F238E27FC236}">
                <a16:creationId xmlns:a16="http://schemas.microsoft.com/office/drawing/2014/main" id="{CFD5BA50-AF40-4342-8C77-22AF37730C06}"/>
              </a:ext>
            </a:extLst>
          </p:cNvPr>
          <p:cNvCxnSpPr>
            <a:cxnSpLocks/>
          </p:cNvCxnSpPr>
          <p:nvPr/>
        </p:nvCxnSpPr>
        <p:spPr>
          <a:xfrm>
            <a:off x="3526536" y="2791484"/>
            <a:ext cx="3910012" cy="2607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CF97F68-AA2C-FB49-ABBC-199B7521D0A1}"/>
              </a:ext>
            </a:extLst>
          </p:cNvPr>
          <p:cNvSpPr txBox="1"/>
          <p:nvPr/>
        </p:nvSpPr>
        <p:spPr>
          <a:xfrm>
            <a:off x="6093263" y="2667596"/>
            <a:ext cx="8920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GET O</a:t>
            </a:r>
            <a:r>
              <a:rPr kumimoji="0" lang="en-US" sz="16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51" name="TextBox 50">
            <a:extLst>
              <a:ext uri="{FF2B5EF4-FFF2-40B4-BE49-F238E27FC236}">
                <a16:creationId xmlns:a16="http://schemas.microsoft.com/office/drawing/2014/main" id="{854675CA-3B4C-CC4F-AFB8-7456C2CEC59A}"/>
              </a:ext>
            </a:extLst>
          </p:cNvPr>
          <p:cNvSpPr txBox="1"/>
          <p:nvPr/>
        </p:nvSpPr>
        <p:spPr>
          <a:xfrm>
            <a:off x="5291796" y="2596769"/>
            <a:ext cx="8920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GET O</a:t>
            </a:r>
            <a:r>
              <a:rPr kumimoji="0" lang="en-US" sz="16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52" name="TextBox 51">
            <a:extLst>
              <a:ext uri="{FF2B5EF4-FFF2-40B4-BE49-F238E27FC236}">
                <a16:creationId xmlns:a16="http://schemas.microsoft.com/office/drawing/2014/main" id="{EBB1F67B-C0F8-024A-91A3-3517B8E3A8B6}"/>
              </a:ext>
            </a:extLst>
          </p:cNvPr>
          <p:cNvSpPr txBox="1"/>
          <p:nvPr/>
        </p:nvSpPr>
        <p:spPr>
          <a:xfrm>
            <a:off x="4513773" y="2538104"/>
            <a:ext cx="8920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GET O</a:t>
            </a:r>
            <a:r>
              <a:rPr kumimoji="0" lang="en-US" sz="16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53" name="TextBox 52">
            <a:extLst>
              <a:ext uri="{FF2B5EF4-FFF2-40B4-BE49-F238E27FC236}">
                <a16:creationId xmlns:a16="http://schemas.microsoft.com/office/drawing/2014/main" id="{33D26801-4441-6448-9C51-E7BF273943AE}"/>
              </a:ext>
            </a:extLst>
          </p:cNvPr>
          <p:cNvSpPr txBox="1"/>
          <p:nvPr/>
        </p:nvSpPr>
        <p:spPr>
          <a:xfrm>
            <a:off x="3721264" y="2473869"/>
            <a:ext cx="8920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GET O</a:t>
            </a:r>
            <a:r>
              <a:rPr kumimoji="0" lang="en-US" sz="1600" b="0" i="0" u="none" strike="noStrike" kern="1200" cap="none" spc="0" normalizeH="0" baseline="-25000" noProof="0" dirty="0">
                <a:ln>
                  <a:noFill/>
                </a:ln>
                <a:solidFill>
                  <a:prstClr val="black"/>
                </a:solidFill>
                <a:effectLst/>
                <a:uLnTx/>
                <a:uFillTx/>
                <a:latin typeface="Calibri"/>
                <a:ea typeface="+mn-ea"/>
                <a:cs typeface="+mn-cs"/>
              </a:rPr>
              <a:t>4</a:t>
            </a:r>
          </a:p>
        </p:txBody>
      </p:sp>
      <p:cxnSp>
        <p:nvCxnSpPr>
          <p:cNvPr id="62" name="Straight Arrow Connector 61">
            <a:extLst>
              <a:ext uri="{FF2B5EF4-FFF2-40B4-BE49-F238E27FC236}">
                <a16:creationId xmlns:a16="http://schemas.microsoft.com/office/drawing/2014/main" id="{58B400F4-D655-EC45-9A58-A60137EE250C}"/>
              </a:ext>
            </a:extLst>
          </p:cNvPr>
          <p:cNvCxnSpPr>
            <a:cxnSpLocks/>
          </p:cNvCxnSpPr>
          <p:nvPr/>
        </p:nvCxnSpPr>
        <p:spPr>
          <a:xfrm flipH="1">
            <a:off x="3347464" y="5534648"/>
            <a:ext cx="4093672" cy="2751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38FF6E3C-DC0A-2A42-A83A-2B0D55A3D376}"/>
              </a:ext>
            </a:extLst>
          </p:cNvPr>
          <p:cNvSpPr/>
          <p:nvPr/>
        </p:nvSpPr>
        <p:spPr>
          <a:xfrm>
            <a:off x="8620343" y="3108868"/>
            <a:ext cx="892098" cy="19713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4" name="Rectangle 63">
            <a:extLst>
              <a:ext uri="{FF2B5EF4-FFF2-40B4-BE49-F238E27FC236}">
                <a16:creationId xmlns:a16="http://schemas.microsoft.com/office/drawing/2014/main" id="{790AB6BC-5FA2-CD42-9930-4B26196539D4}"/>
              </a:ext>
            </a:extLst>
          </p:cNvPr>
          <p:cNvSpPr/>
          <p:nvPr/>
        </p:nvSpPr>
        <p:spPr>
          <a:xfrm>
            <a:off x="8624001" y="5094824"/>
            <a:ext cx="892097" cy="110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9" name="Freeform 48">
            <a:extLst>
              <a:ext uri="{FF2B5EF4-FFF2-40B4-BE49-F238E27FC236}">
                <a16:creationId xmlns:a16="http://schemas.microsoft.com/office/drawing/2014/main" id="{AF7FDDA2-EA85-004E-AB1B-97A9090ECD2A}"/>
              </a:ext>
            </a:extLst>
          </p:cNvPr>
          <p:cNvSpPr/>
          <p:nvPr/>
        </p:nvSpPr>
        <p:spPr>
          <a:xfrm>
            <a:off x="3486512" y="3835610"/>
            <a:ext cx="3867383" cy="1978529"/>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67383 w 3876052"/>
              <a:gd name="connsiteY0" fmla="*/ 0 h 2226179"/>
              <a:gd name="connsiteX1" fmla="*/ 411 w 3876052"/>
              <a:gd name="connsiteY1" fmla="*/ 273465 h 2226179"/>
              <a:gd name="connsiteX2" fmla="*/ 411 w 3876052"/>
              <a:gd name="connsiteY2" fmla="*/ 2226179 h 2226179"/>
              <a:gd name="connsiteX3" fmla="*/ 3875929 w 3876052"/>
              <a:gd name="connsiteY3" fmla="*/ 1956987 h 2226179"/>
              <a:gd name="connsiteX4" fmla="*/ 3867383 w 3876052"/>
              <a:gd name="connsiteY4" fmla="*/ 0 h 2226179"/>
              <a:gd name="connsiteX0" fmla="*/ 3867383 w 3871845"/>
              <a:gd name="connsiteY0" fmla="*/ 0 h 2226179"/>
              <a:gd name="connsiteX1" fmla="*/ 411 w 3871845"/>
              <a:gd name="connsiteY1" fmla="*/ 273465 h 2226179"/>
              <a:gd name="connsiteX2" fmla="*/ 411 w 3871845"/>
              <a:gd name="connsiteY2" fmla="*/ 2226179 h 2226179"/>
              <a:gd name="connsiteX3" fmla="*/ 3871656 w 3871845"/>
              <a:gd name="connsiteY3" fmla="*/ 1969806 h 2226179"/>
              <a:gd name="connsiteX4" fmla="*/ 3867383 w 3871845"/>
              <a:gd name="connsiteY4" fmla="*/ 0 h 2226179"/>
              <a:gd name="connsiteX0" fmla="*/ 3867383 w 3872034"/>
              <a:gd name="connsiteY0" fmla="*/ 0 h 2226179"/>
              <a:gd name="connsiteX1" fmla="*/ 411 w 3872034"/>
              <a:gd name="connsiteY1" fmla="*/ 273465 h 2226179"/>
              <a:gd name="connsiteX2" fmla="*/ 411 w 3872034"/>
              <a:gd name="connsiteY2" fmla="*/ 2226179 h 2226179"/>
              <a:gd name="connsiteX3" fmla="*/ 3871656 w 3872034"/>
              <a:gd name="connsiteY3" fmla="*/ 1969806 h 2226179"/>
              <a:gd name="connsiteX4" fmla="*/ 3867383 w 3872034"/>
              <a:gd name="connsiteY4" fmla="*/ 0 h 2226179"/>
              <a:gd name="connsiteX0" fmla="*/ 3867383 w 3868169"/>
              <a:gd name="connsiteY0" fmla="*/ 0 h 2226179"/>
              <a:gd name="connsiteX1" fmla="*/ 411 w 3868169"/>
              <a:gd name="connsiteY1" fmla="*/ 273465 h 2226179"/>
              <a:gd name="connsiteX2" fmla="*/ 411 w 3868169"/>
              <a:gd name="connsiteY2" fmla="*/ 2226179 h 2226179"/>
              <a:gd name="connsiteX3" fmla="*/ 3863110 w 3868169"/>
              <a:gd name="connsiteY3" fmla="*/ 1969806 h 2226179"/>
              <a:gd name="connsiteX4" fmla="*/ 3867383 w 3868169"/>
              <a:gd name="connsiteY4" fmla="*/ 0 h 2226179"/>
              <a:gd name="connsiteX0" fmla="*/ 3867383 w 3867817"/>
              <a:gd name="connsiteY0" fmla="*/ 0 h 2226179"/>
              <a:gd name="connsiteX1" fmla="*/ 411 w 3867817"/>
              <a:gd name="connsiteY1" fmla="*/ 273465 h 2226179"/>
              <a:gd name="connsiteX2" fmla="*/ 411 w 3867817"/>
              <a:gd name="connsiteY2" fmla="*/ 2226179 h 2226179"/>
              <a:gd name="connsiteX3" fmla="*/ 3856760 w 3867817"/>
              <a:gd name="connsiteY3" fmla="*/ 1718981 h 2226179"/>
              <a:gd name="connsiteX4" fmla="*/ 3867383 w 3867817"/>
              <a:gd name="connsiteY4" fmla="*/ 0 h 2226179"/>
              <a:gd name="connsiteX0" fmla="*/ 3867383 w 3867817"/>
              <a:gd name="connsiteY0" fmla="*/ 0 h 1978529"/>
              <a:gd name="connsiteX1" fmla="*/ 411 w 3867817"/>
              <a:gd name="connsiteY1" fmla="*/ 273465 h 1978529"/>
              <a:gd name="connsiteX2" fmla="*/ 411 w 3867817"/>
              <a:gd name="connsiteY2" fmla="*/ 1978529 h 1978529"/>
              <a:gd name="connsiteX3" fmla="*/ 3856760 w 3867817"/>
              <a:gd name="connsiteY3" fmla="*/ 1718981 h 1978529"/>
              <a:gd name="connsiteX4" fmla="*/ 3867383 w 3867817"/>
              <a:gd name="connsiteY4" fmla="*/ 0 h 1978529"/>
              <a:gd name="connsiteX0" fmla="*/ 3867383 w 3867383"/>
              <a:gd name="connsiteY0" fmla="*/ 0 h 1978529"/>
              <a:gd name="connsiteX1" fmla="*/ 411 w 3867383"/>
              <a:gd name="connsiteY1" fmla="*/ 273465 h 1978529"/>
              <a:gd name="connsiteX2" fmla="*/ 411 w 3867383"/>
              <a:gd name="connsiteY2" fmla="*/ 1978529 h 1978529"/>
              <a:gd name="connsiteX3" fmla="*/ 3856760 w 3867383"/>
              <a:gd name="connsiteY3" fmla="*/ 1718981 h 1978529"/>
              <a:gd name="connsiteX4" fmla="*/ 3867383 w 3867383"/>
              <a:gd name="connsiteY4" fmla="*/ 0 h 1978529"/>
              <a:gd name="connsiteX0" fmla="*/ 3867383 w 3867383"/>
              <a:gd name="connsiteY0" fmla="*/ 0 h 1978529"/>
              <a:gd name="connsiteX1" fmla="*/ 411 w 3867383"/>
              <a:gd name="connsiteY1" fmla="*/ 273465 h 1978529"/>
              <a:gd name="connsiteX2" fmla="*/ 411 w 3867383"/>
              <a:gd name="connsiteY2" fmla="*/ 1978529 h 1978529"/>
              <a:gd name="connsiteX3" fmla="*/ 3856760 w 3867383"/>
              <a:gd name="connsiteY3" fmla="*/ 1718981 h 1978529"/>
              <a:gd name="connsiteX4" fmla="*/ 3867383 w 3867383"/>
              <a:gd name="connsiteY4" fmla="*/ 0 h 1978529"/>
              <a:gd name="connsiteX0" fmla="*/ 3867383 w 3867383"/>
              <a:gd name="connsiteY0" fmla="*/ 0 h 1978529"/>
              <a:gd name="connsiteX1" fmla="*/ 411 w 3867383"/>
              <a:gd name="connsiteY1" fmla="*/ 273465 h 1978529"/>
              <a:gd name="connsiteX2" fmla="*/ 411 w 3867383"/>
              <a:gd name="connsiteY2" fmla="*/ 1978529 h 1978529"/>
              <a:gd name="connsiteX3" fmla="*/ 3856760 w 3867383"/>
              <a:gd name="connsiteY3" fmla="*/ 1718981 h 1978529"/>
              <a:gd name="connsiteX4" fmla="*/ 3867383 w 3867383"/>
              <a:gd name="connsiteY4" fmla="*/ 0 h 1978529"/>
              <a:gd name="connsiteX0" fmla="*/ 3867383 w 3867383"/>
              <a:gd name="connsiteY0" fmla="*/ 0 h 1978529"/>
              <a:gd name="connsiteX1" fmla="*/ 411 w 3867383"/>
              <a:gd name="connsiteY1" fmla="*/ 273465 h 1978529"/>
              <a:gd name="connsiteX2" fmla="*/ 411 w 3867383"/>
              <a:gd name="connsiteY2" fmla="*/ 1978529 h 1978529"/>
              <a:gd name="connsiteX3" fmla="*/ 3856760 w 3867383"/>
              <a:gd name="connsiteY3" fmla="*/ 1718981 h 1978529"/>
              <a:gd name="connsiteX4" fmla="*/ 3867383 w 3867383"/>
              <a:gd name="connsiteY4" fmla="*/ 0 h 1978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383" h="1978529">
                <a:moveTo>
                  <a:pt x="3867383" y="0"/>
                </a:moveTo>
                <a:lnTo>
                  <a:pt x="411" y="273465"/>
                </a:lnTo>
                <a:cubicBezTo>
                  <a:pt x="1835" y="927218"/>
                  <a:pt x="-1013" y="1324776"/>
                  <a:pt x="411" y="1978529"/>
                </a:cubicBezTo>
                <a:lnTo>
                  <a:pt x="3856760" y="1718981"/>
                </a:lnTo>
                <a:cubicBezTo>
                  <a:pt x="3862689" y="443848"/>
                  <a:pt x="3861223" y="1457627"/>
                  <a:pt x="3867383"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7" name="Freeform 66">
            <a:extLst>
              <a:ext uri="{FF2B5EF4-FFF2-40B4-BE49-F238E27FC236}">
                <a16:creationId xmlns:a16="http://schemas.microsoft.com/office/drawing/2014/main" id="{40D71812-E6AC-D143-8CC1-FD1BA4C52E80}"/>
              </a:ext>
            </a:extLst>
          </p:cNvPr>
          <p:cNvSpPr/>
          <p:nvPr/>
        </p:nvSpPr>
        <p:spPr>
          <a:xfrm>
            <a:off x="3479865" y="3207657"/>
            <a:ext cx="3875928" cy="375356"/>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92661 w 3892661"/>
              <a:gd name="connsiteY0" fmla="*/ 0 h 6403180"/>
              <a:gd name="connsiteX1" fmla="*/ 25689 w 3892661"/>
              <a:gd name="connsiteY1" fmla="*/ 273465 h 6403180"/>
              <a:gd name="connsiteX2" fmla="*/ 51 w 3892661"/>
              <a:gd name="connsiteY2" fmla="*/ 6403180 h 6403180"/>
              <a:gd name="connsiteX3" fmla="*/ 3888388 w 3892661"/>
              <a:gd name="connsiteY3" fmla="*/ 1974078 h 6403180"/>
              <a:gd name="connsiteX4" fmla="*/ 3892661 w 3892661"/>
              <a:gd name="connsiteY4" fmla="*/ 0 h 6403180"/>
              <a:gd name="connsiteX0" fmla="*/ 3896882 w 3896882"/>
              <a:gd name="connsiteY0" fmla="*/ 0 h 6403180"/>
              <a:gd name="connsiteX1" fmla="*/ 0 w 3896882"/>
              <a:gd name="connsiteY1" fmla="*/ 4599655 h 6403180"/>
              <a:gd name="connsiteX2" fmla="*/ 4272 w 3896882"/>
              <a:gd name="connsiteY2" fmla="*/ 6403180 h 6403180"/>
              <a:gd name="connsiteX3" fmla="*/ 3892609 w 3896882"/>
              <a:gd name="connsiteY3" fmla="*/ 1974078 h 6403180"/>
              <a:gd name="connsiteX4" fmla="*/ 3896882 w 3896882"/>
              <a:gd name="connsiteY4" fmla="*/ 0 h 6403180"/>
              <a:gd name="connsiteX0" fmla="*/ 3893021 w 3893021"/>
              <a:gd name="connsiteY0" fmla="*/ 0 h 6403180"/>
              <a:gd name="connsiteX1" fmla="*/ 412 w 3893021"/>
              <a:gd name="connsiteY1" fmla="*/ 4152108 h 6403180"/>
              <a:gd name="connsiteX2" fmla="*/ 411 w 3893021"/>
              <a:gd name="connsiteY2" fmla="*/ 6403180 h 6403180"/>
              <a:gd name="connsiteX3" fmla="*/ 3888748 w 3893021"/>
              <a:gd name="connsiteY3" fmla="*/ 1974078 h 6403180"/>
              <a:gd name="connsiteX4" fmla="*/ 3893021 w 3893021"/>
              <a:gd name="connsiteY4" fmla="*/ 0 h 6403180"/>
              <a:gd name="connsiteX0" fmla="*/ 3892651 w 3892651"/>
              <a:gd name="connsiteY0" fmla="*/ 0 h 6403180"/>
              <a:gd name="connsiteX1" fmla="*/ 34226 w 3892651"/>
              <a:gd name="connsiteY1" fmla="*/ 4375864 h 6403180"/>
              <a:gd name="connsiteX2" fmla="*/ 41 w 3892651"/>
              <a:gd name="connsiteY2" fmla="*/ 6403180 h 6403180"/>
              <a:gd name="connsiteX3" fmla="*/ 3888378 w 3892651"/>
              <a:gd name="connsiteY3" fmla="*/ 1974078 h 6403180"/>
              <a:gd name="connsiteX4" fmla="*/ 3892651 w 3892651"/>
              <a:gd name="connsiteY4" fmla="*/ 0 h 6403180"/>
              <a:gd name="connsiteX0" fmla="*/ 3875591 w 3875591"/>
              <a:gd name="connsiteY0" fmla="*/ 0 h 6552362"/>
              <a:gd name="connsiteX1" fmla="*/ 17166 w 3875591"/>
              <a:gd name="connsiteY1" fmla="*/ 4375864 h 6552362"/>
              <a:gd name="connsiteX2" fmla="*/ 73 w 3875591"/>
              <a:gd name="connsiteY2" fmla="*/ 6552362 h 6552362"/>
              <a:gd name="connsiteX3" fmla="*/ 3871318 w 3875591"/>
              <a:gd name="connsiteY3" fmla="*/ 1974078 h 6552362"/>
              <a:gd name="connsiteX4" fmla="*/ 3875591 w 3875591"/>
              <a:gd name="connsiteY4" fmla="*/ 0 h 6552362"/>
              <a:gd name="connsiteX0" fmla="*/ 3875928 w 3875928"/>
              <a:gd name="connsiteY0" fmla="*/ 0 h 6552362"/>
              <a:gd name="connsiteX1" fmla="*/ 412 w 3875928"/>
              <a:gd name="connsiteY1" fmla="*/ 4599620 h 6552362"/>
              <a:gd name="connsiteX2" fmla="*/ 410 w 3875928"/>
              <a:gd name="connsiteY2" fmla="*/ 6552362 h 6552362"/>
              <a:gd name="connsiteX3" fmla="*/ 3871655 w 3875928"/>
              <a:gd name="connsiteY3" fmla="*/ 1974078 h 6552362"/>
              <a:gd name="connsiteX4" fmla="*/ 3875928 w 3875928"/>
              <a:gd name="connsiteY4" fmla="*/ 0 h 655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5928" h="6552362">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8" name="Freeform 67">
            <a:extLst>
              <a:ext uri="{FF2B5EF4-FFF2-40B4-BE49-F238E27FC236}">
                <a16:creationId xmlns:a16="http://schemas.microsoft.com/office/drawing/2014/main" id="{10D09925-DD27-D34F-926D-3DCC96A914D5}"/>
              </a:ext>
            </a:extLst>
          </p:cNvPr>
          <p:cNvSpPr/>
          <p:nvPr/>
        </p:nvSpPr>
        <p:spPr>
          <a:xfrm>
            <a:off x="3479865" y="3336618"/>
            <a:ext cx="3875928" cy="375356"/>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92661 w 3892661"/>
              <a:gd name="connsiteY0" fmla="*/ 0 h 6403180"/>
              <a:gd name="connsiteX1" fmla="*/ 25689 w 3892661"/>
              <a:gd name="connsiteY1" fmla="*/ 273465 h 6403180"/>
              <a:gd name="connsiteX2" fmla="*/ 51 w 3892661"/>
              <a:gd name="connsiteY2" fmla="*/ 6403180 h 6403180"/>
              <a:gd name="connsiteX3" fmla="*/ 3888388 w 3892661"/>
              <a:gd name="connsiteY3" fmla="*/ 1974078 h 6403180"/>
              <a:gd name="connsiteX4" fmla="*/ 3892661 w 3892661"/>
              <a:gd name="connsiteY4" fmla="*/ 0 h 6403180"/>
              <a:gd name="connsiteX0" fmla="*/ 3896882 w 3896882"/>
              <a:gd name="connsiteY0" fmla="*/ 0 h 6403180"/>
              <a:gd name="connsiteX1" fmla="*/ 0 w 3896882"/>
              <a:gd name="connsiteY1" fmla="*/ 4599655 h 6403180"/>
              <a:gd name="connsiteX2" fmla="*/ 4272 w 3896882"/>
              <a:gd name="connsiteY2" fmla="*/ 6403180 h 6403180"/>
              <a:gd name="connsiteX3" fmla="*/ 3892609 w 3896882"/>
              <a:gd name="connsiteY3" fmla="*/ 1974078 h 6403180"/>
              <a:gd name="connsiteX4" fmla="*/ 3896882 w 3896882"/>
              <a:gd name="connsiteY4" fmla="*/ 0 h 6403180"/>
              <a:gd name="connsiteX0" fmla="*/ 3893021 w 3893021"/>
              <a:gd name="connsiteY0" fmla="*/ 0 h 6403180"/>
              <a:gd name="connsiteX1" fmla="*/ 412 w 3893021"/>
              <a:gd name="connsiteY1" fmla="*/ 4152108 h 6403180"/>
              <a:gd name="connsiteX2" fmla="*/ 411 w 3893021"/>
              <a:gd name="connsiteY2" fmla="*/ 6403180 h 6403180"/>
              <a:gd name="connsiteX3" fmla="*/ 3888748 w 3893021"/>
              <a:gd name="connsiteY3" fmla="*/ 1974078 h 6403180"/>
              <a:gd name="connsiteX4" fmla="*/ 3893021 w 3893021"/>
              <a:gd name="connsiteY4" fmla="*/ 0 h 6403180"/>
              <a:gd name="connsiteX0" fmla="*/ 3892651 w 3892651"/>
              <a:gd name="connsiteY0" fmla="*/ 0 h 6403180"/>
              <a:gd name="connsiteX1" fmla="*/ 34226 w 3892651"/>
              <a:gd name="connsiteY1" fmla="*/ 4375864 h 6403180"/>
              <a:gd name="connsiteX2" fmla="*/ 41 w 3892651"/>
              <a:gd name="connsiteY2" fmla="*/ 6403180 h 6403180"/>
              <a:gd name="connsiteX3" fmla="*/ 3888378 w 3892651"/>
              <a:gd name="connsiteY3" fmla="*/ 1974078 h 6403180"/>
              <a:gd name="connsiteX4" fmla="*/ 3892651 w 3892651"/>
              <a:gd name="connsiteY4" fmla="*/ 0 h 6403180"/>
              <a:gd name="connsiteX0" fmla="*/ 3875591 w 3875591"/>
              <a:gd name="connsiteY0" fmla="*/ 0 h 6552362"/>
              <a:gd name="connsiteX1" fmla="*/ 17166 w 3875591"/>
              <a:gd name="connsiteY1" fmla="*/ 4375864 h 6552362"/>
              <a:gd name="connsiteX2" fmla="*/ 73 w 3875591"/>
              <a:gd name="connsiteY2" fmla="*/ 6552362 h 6552362"/>
              <a:gd name="connsiteX3" fmla="*/ 3871318 w 3875591"/>
              <a:gd name="connsiteY3" fmla="*/ 1974078 h 6552362"/>
              <a:gd name="connsiteX4" fmla="*/ 3875591 w 3875591"/>
              <a:gd name="connsiteY4" fmla="*/ 0 h 6552362"/>
              <a:gd name="connsiteX0" fmla="*/ 3875928 w 3875928"/>
              <a:gd name="connsiteY0" fmla="*/ 0 h 6552362"/>
              <a:gd name="connsiteX1" fmla="*/ 412 w 3875928"/>
              <a:gd name="connsiteY1" fmla="*/ 4599620 h 6552362"/>
              <a:gd name="connsiteX2" fmla="*/ 410 w 3875928"/>
              <a:gd name="connsiteY2" fmla="*/ 6552362 h 6552362"/>
              <a:gd name="connsiteX3" fmla="*/ 3871655 w 3875928"/>
              <a:gd name="connsiteY3" fmla="*/ 1974078 h 6552362"/>
              <a:gd name="connsiteX4" fmla="*/ 3875928 w 3875928"/>
              <a:gd name="connsiteY4" fmla="*/ 0 h 655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5928" h="6552362">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0" name="Freeform 69">
            <a:extLst>
              <a:ext uri="{FF2B5EF4-FFF2-40B4-BE49-F238E27FC236}">
                <a16:creationId xmlns:a16="http://schemas.microsoft.com/office/drawing/2014/main" id="{E5D9F6BF-C428-4448-A3F0-EC7E244381F1}"/>
              </a:ext>
            </a:extLst>
          </p:cNvPr>
          <p:cNvSpPr/>
          <p:nvPr/>
        </p:nvSpPr>
        <p:spPr>
          <a:xfrm>
            <a:off x="3485129" y="3468086"/>
            <a:ext cx="3875928" cy="375356"/>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92661 w 3892661"/>
              <a:gd name="connsiteY0" fmla="*/ 0 h 6403180"/>
              <a:gd name="connsiteX1" fmla="*/ 25689 w 3892661"/>
              <a:gd name="connsiteY1" fmla="*/ 273465 h 6403180"/>
              <a:gd name="connsiteX2" fmla="*/ 51 w 3892661"/>
              <a:gd name="connsiteY2" fmla="*/ 6403180 h 6403180"/>
              <a:gd name="connsiteX3" fmla="*/ 3888388 w 3892661"/>
              <a:gd name="connsiteY3" fmla="*/ 1974078 h 6403180"/>
              <a:gd name="connsiteX4" fmla="*/ 3892661 w 3892661"/>
              <a:gd name="connsiteY4" fmla="*/ 0 h 6403180"/>
              <a:gd name="connsiteX0" fmla="*/ 3896882 w 3896882"/>
              <a:gd name="connsiteY0" fmla="*/ 0 h 6403180"/>
              <a:gd name="connsiteX1" fmla="*/ 0 w 3896882"/>
              <a:gd name="connsiteY1" fmla="*/ 4599655 h 6403180"/>
              <a:gd name="connsiteX2" fmla="*/ 4272 w 3896882"/>
              <a:gd name="connsiteY2" fmla="*/ 6403180 h 6403180"/>
              <a:gd name="connsiteX3" fmla="*/ 3892609 w 3896882"/>
              <a:gd name="connsiteY3" fmla="*/ 1974078 h 6403180"/>
              <a:gd name="connsiteX4" fmla="*/ 3896882 w 3896882"/>
              <a:gd name="connsiteY4" fmla="*/ 0 h 6403180"/>
              <a:gd name="connsiteX0" fmla="*/ 3893021 w 3893021"/>
              <a:gd name="connsiteY0" fmla="*/ 0 h 6403180"/>
              <a:gd name="connsiteX1" fmla="*/ 412 w 3893021"/>
              <a:gd name="connsiteY1" fmla="*/ 4152108 h 6403180"/>
              <a:gd name="connsiteX2" fmla="*/ 411 w 3893021"/>
              <a:gd name="connsiteY2" fmla="*/ 6403180 h 6403180"/>
              <a:gd name="connsiteX3" fmla="*/ 3888748 w 3893021"/>
              <a:gd name="connsiteY3" fmla="*/ 1974078 h 6403180"/>
              <a:gd name="connsiteX4" fmla="*/ 3893021 w 3893021"/>
              <a:gd name="connsiteY4" fmla="*/ 0 h 6403180"/>
              <a:gd name="connsiteX0" fmla="*/ 3892651 w 3892651"/>
              <a:gd name="connsiteY0" fmla="*/ 0 h 6403180"/>
              <a:gd name="connsiteX1" fmla="*/ 34226 w 3892651"/>
              <a:gd name="connsiteY1" fmla="*/ 4375864 h 6403180"/>
              <a:gd name="connsiteX2" fmla="*/ 41 w 3892651"/>
              <a:gd name="connsiteY2" fmla="*/ 6403180 h 6403180"/>
              <a:gd name="connsiteX3" fmla="*/ 3888378 w 3892651"/>
              <a:gd name="connsiteY3" fmla="*/ 1974078 h 6403180"/>
              <a:gd name="connsiteX4" fmla="*/ 3892651 w 3892651"/>
              <a:gd name="connsiteY4" fmla="*/ 0 h 6403180"/>
              <a:gd name="connsiteX0" fmla="*/ 3875591 w 3875591"/>
              <a:gd name="connsiteY0" fmla="*/ 0 h 6552362"/>
              <a:gd name="connsiteX1" fmla="*/ 17166 w 3875591"/>
              <a:gd name="connsiteY1" fmla="*/ 4375864 h 6552362"/>
              <a:gd name="connsiteX2" fmla="*/ 73 w 3875591"/>
              <a:gd name="connsiteY2" fmla="*/ 6552362 h 6552362"/>
              <a:gd name="connsiteX3" fmla="*/ 3871318 w 3875591"/>
              <a:gd name="connsiteY3" fmla="*/ 1974078 h 6552362"/>
              <a:gd name="connsiteX4" fmla="*/ 3875591 w 3875591"/>
              <a:gd name="connsiteY4" fmla="*/ 0 h 6552362"/>
              <a:gd name="connsiteX0" fmla="*/ 3875928 w 3875928"/>
              <a:gd name="connsiteY0" fmla="*/ 0 h 6552362"/>
              <a:gd name="connsiteX1" fmla="*/ 412 w 3875928"/>
              <a:gd name="connsiteY1" fmla="*/ 4599620 h 6552362"/>
              <a:gd name="connsiteX2" fmla="*/ 410 w 3875928"/>
              <a:gd name="connsiteY2" fmla="*/ 6552362 h 6552362"/>
              <a:gd name="connsiteX3" fmla="*/ 3871655 w 3875928"/>
              <a:gd name="connsiteY3" fmla="*/ 1974078 h 6552362"/>
              <a:gd name="connsiteX4" fmla="*/ 3875928 w 3875928"/>
              <a:gd name="connsiteY4" fmla="*/ 0 h 655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5928" h="6552362">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0" name="Rectangle 89">
            <a:extLst>
              <a:ext uri="{FF2B5EF4-FFF2-40B4-BE49-F238E27FC236}">
                <a16:creationId xmlns:a16="http://schemas.microsoft.com/office/drawing/2014/main" id="{50D49D93-5523-2D40-A4B4-2C25959CCB4C}"/>
              </a:ext>
            </a:extLst>
          </p:cNvPr>
          <p:cNvSpPr/>
          <p:nvPr/>
        </p:nvSpPr>
        <p:spPr>
          <a:xfrm>
            <a:off x="2231742" y="3441675"/>
            <a:ext cx="252731" cy="2274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B20822AF-19CE-9944-A719-6386C461356D}"/>
              </a:ext>
            </a:extLst>
          </p:cNvPr>
          <p:cNvGrpSpPr/>
          <p:nvPr/>
        </p:nvGrpSpPr>
        <p:grpSpPr>
          <a:xfrm>
            <a:off x="1770738" y="3385789"/>
            <a:ext cx="1641327" cy="338554"/>
            <a:chOff x="1770738" y="3385789"/>
            <a:chExt cx="1641327" cy="338554"/>
          </a:xfrm>
        </p:grpSpPr>
        <p:cxnSp>
          <p:nvCxnSpPr>
            <p:cNvPr id="80" name="Straight Arrow Connector 79">
              <a:extLst>
                <a:ext uri="{FF2B5EF4-FFF2-40B4-BE49-F238E27FC236}">
                  <a16:creationId xmlns:a16="http://schemas.microsoft.com/office/drawing/2014/main" id="{720A34E6-D1D9-9946-A671-F07C7305187C}"/>
                </a:ext>
              </a:extLst>
            </p:cNvPr>
            <p:cNvCxnSpPr>
              <a:cxnSpLocks/>
            </p:cNvCxnSpPr>
            <p:nvPr/>
          </p:nvCxnSpPr>
          <p:spPr>
            <a:xfrm flipH="1">
              <a:off x="1770738" y="3564111"/>
              <a:ext cx="16413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024E2305-8E5C-AA43-A3E7-0B4250CBA647}"/>
                </a:ext>
              </a:extLst>
            </p:cNvPr>
            <p:cNvSpPr txBox="1"/>
            <p:nvPr/>
          </p:nvSpPr>
          <p:spPr>
            <a:xfrm>
              <a:off x="2156066" y="3385789"/>
              <a:ext cx="4591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a:t>
              </a:r>
              <a:r>
                <a:rPr kumimoji="0" lang="en-US" sz="1600" b="0" i="0" u="none" strike="noStrike" kern="1200" cap="none" spc="0" normalizeH="0" baseline="-25000" noProof="0" dirty="0">
                  <a:ln>
                    <a:noFill/>
                  </a:ln>
                  <a:solidFill>
                    <a:prstClr val="black"/>
                  </a:solidFill>
                  <a:effectLst/>
                  <a:uLnTx/>
                  <a:uFillTx/>
                  <a:latin typeface="Calibri"/>
                  <a:ea typeface="+mn-ea"/>
                  <a:cs typeface="+mn-cs"/>
                </a:rPr>
                <a:t>2</a:t>
              </a:r>
            </a:p>
          </p:txBody>
        </p:sp>
      </p:grpSp>
      <p:sp>
        <p:nvSpPr>
          <p:cNvPr id="94" name="Rectangle 93">
            <a:extLst>
              <a:ext uri="{FF2B5EF4-FFF2-40B4-BE49-F238E27FC236}">
                <a16:creationId xmlns:a16="http://schemas.microsoft.com/office/drawing/2014/main" id="{63ACB7C6-C932-A244-9314-0E6B7F0BABA7}"/>
              </a:ext>
            </a:extLst>
          </p:cNvPr>
          <p:cNvSpPr/>
          <p:nvPr/>
        </p:nvSpPr>
        <p:spPr>
          <a:xfrm>
            <a:off x="2369264" y="3728151"/>
            <a:ext cx="252731" cy="2274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 name="Group 9">
            <a:extLst>
              <a:ext uri="{FF2B5EF4-FFF2-40B4-BE49-F238E27FC236}">
                <a16:creationId xmlns:a16="http://schemas.microsoft.com/office/drawing/2014/main" id="{28813376-E418-2342-A851-A732B9438E05}"/>
              </a:ext>
            </a:extLst>
          </p:cNvPr>
          <p:cNvGrpSpPr/>
          <p:nvPr/>
        </p:nvGrpSpPr>
        <p:grpSpPr>
          <a:xfrm>
            <a:off x="1759658" y="3661763"/>
            <a:ext cx="1641172" cy="338554"/>
            <a:chOff x="1759658" y="3661763"/>
            <a:chExt cx="1641172" cy="338554"/>
          </a:xfrm>
        </p:grpSpPr>
        <p:cxnSp>
          <p:nvCxnSpPr>
            <p:cNvPr id="82" name="Straight Arrow Connector 81">
              <a:extLst>
                <a:ext uri="{FF2B5EF4-FFF2-40B4-BE49-F238E27FC236}">
                  <a16:creationId xmlns:a16="http://schemas.microsoft.com/office/drawing/2014/main" id="{6CC15AA8-A7F6-FE4A-B121-E8AC009EFE51}"/>
                </a:ext>
              </a:extLst>
            </p:cNvPr>
            <p:cNvCxnSpPr>
              <a:cxnSpLocks/>
            </p:cNvCxnSpPr>
            <p:nvPr/>
          </p:nvCxnSpPr>
          <p:spPr>
            <a:xfrm flipH="1">
              <a:off x="1759658" y="3839649"/>
              <a:ext cx="16411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D494163-6EBC-544B-A9C5-6828F477C4BF}"/>
                </a:ext>
              </a:extLst>
            </p:cNvPr>
            <p:cNvSpPr txBox="1"/>
            <p:nvPr/>
          </p:nvSpPr>
          <p:spPr>
            <a:xfrm>
              <a:off x="2315510" y="3661763"/>
              <a:ext cx="4591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a:t>
              </a:r>
              <a:r>
                <a:rPr kumimoji="0" lang="en-US" sz="1600" b="0" i="0" u="none" strike="noStrike" kern="1200" cap="none" spc="0" normalizeH="0" baseline="-25000" noProof="0" dirty="0">
                  <a:ln>
                    <a:noFill/>
                  </a:ln>
                  <a:solidFill>
                    <a:prstClr val="black"/>
                  </a:solidFill>
                  <a:effectLst/>
                  <a:uLnTx/>
                  <a:uFillTx/>
                  <a:latin typeface="Calibri"/>
                  <a:ea typeface="+mn-ea"/>
                  <a:cs typeface="+mn-cs"/>
                </a:rPr>
                <a:t>4</a:t>
              </a:r>
            </a:p>
          </p:txBody>
        </p:sp>
      </p:grpSp>
      <p:sp>
        <p:nvSpPr>
          <p:cNvPr id="98" name="Rectangle 97">
            <a:extLst>
              <a:ext uri="{FF2B5EF4-FFF2-40B4-BE49-F238E27FC236}">
                <a16:creationId xmlns:a16="http://schemas.microsoft.com/office/drawing/2014/main" id="{CFAEFC89-AAE1-D248-8065-2DCB806A42B8}"/>
              </a:ext>
            </a:extLst>
          </p:cNvPr>
          <p:cNvSpPr/>
          <p:nvPr/>
        </p:nvSpPr>
        <p:spPr>
          <a:xfrm>
            <a:off x="8624002" y="5214579"/>
            <a:ext cx="892097" cy="1103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9" name="Rectangle 98">
            <a:extLst>
              <a:ext uri="{FF2B5EF4-FFF2-40B4-BE49-F238E27FC236}">
                <a16:creationId xmlns:a16="http://schemas.microsoft.com/office/drawing/2014/main" id="{B85586A7-784E-134B-85D7-D63EAD126974}"/>
              </a:ext>
            </a:extLst>
          </p:cNvPr>
          <p:cNvSpPr/>
          <p:nvPr/>
        </p:nvSpPr>
        <p:spPr>
          <a:xfrm>
            <a:off x="8624002" y="5303700"/>
            <a:ext cx="892097" cy="1103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Rectangle 99">
            <a:extLst>
              <a:ext uri="{FF2B5EF4-FFF2-40B4-BE49-F238E27FC236}">
                <a16:creationId xmlns:a16="http://schemas.microsoft.com/office/drawing/2014/main" id="{88A20BE8-0DED-0F46-A15A-6CA9C220DD67}"/>
              </a:ext>
            </a:extLst>
          </p:cNvPr>
          <p:cNvSpPr/>
          <p:nvPr/>
        </p:nvSpPr>
        <p:spPr>
          <a:xfrm>
            <a:off x="8620344" y="5425404"/>
            <a:ext cx="892097" cy="11030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TextBox 91">
            <a:extLst>
              <a:ext uri="{FF2B5EF4-FFF2-40B4-BE49-F238E27FC236}">
                <a16:creationId xmlns:a16="http://schemas.microsoft.com/office/drawing/2014/main" id="{8AF7AE2C-A59F-D247-BD00-087A82CBE885}"/>
              </a:ext>
            </a:extLst>
          </p:cNvPr>
          <p:cNvSpPr txBox="1"/>
          <p:nvPr/>
        </p:nvSpPr>
        <p:spPr>
          <a:xfrm>
            <a:off x="8345639" y="2644827"/>
            <a:ext cx="25605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object data requested</a:t>
            </a:r>
          </a:p>
        </p:txBody>
      </p:sp>
      <p:sp>
        <p:nvSpPr>
          <p:cNvPr id="101" name="Left Arrow 100">
            <a:extLst>
              <a:ext uri="{FF2B5EF4-FFF2-40B4-BE49-F238E27FC236}">
                <a16:creationId xmlns:a16="http://schemas.microsoft.com/office/drawing/2014/main" id="{9C9ACF7A-93F7-1144-933E-C07E1A9255BB}"/>
              </a:ext>
            </a:extLst>
          </p:cNvPr>
          <p:cNvSpPr/>
          <p:nvPr/>
        </p:nvSpPr>
        <p:spPr>
          <a:xfrm>
            <a:off x="7955470" y="4068021"/>
            <a:ext cx="596846" cy="369332"/>
          </a:xfrm>
          <a:prstGeom prst="lef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C66EC781-091E-0F4D-AB0D-84A37CFCF6E8}"/>
              </a:ext>
            </a:extLst>
          </p:cNvPr>
          <p:cNvSpPr txBox="1"/>
          <p:nvPr/>
        </p:nvSpPr>
        <p:spPr>
          <a:xfrm>
            <a:off x="9706653" y="3898744"/>
            <a:ext cx="71718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a:t>
            </a:r>
            <a:r>
              <a:rPr kumimoji="0" lang="en-US" sz="24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107" name="Rectangle 106">
            <a:extLst>
              <a:ext uri="{FF2B5EF4-FFF2-40B4-BE49-F238E27FC236}">
                <a16:creationId xmlns:a16="http://schemas.microsoft.com/office/drawing/2014/main" id="{F385891B-C7EB-5245-A25D-276FD77536AB}"/>
              </a:ext>
            </a:extLst>
          </p:cNvPr>
          <p:cNvSpPr/>
          <p:nvPr/>
        </p:nvSpPr>
        <p:spPr>
          <a:xfrm>
            <a:off x="10303411" y="3858836"/>
            <a:ext cx="394800" cy="2274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8" name="TextBox 107">
            <a:extLst>
              <a:ext uri="{FF2B5EF4-FFF2-40B4-BE49-F238E27FC236}">
                <a16:creationId xmlns:a16="http://schemas.microsoft.com/office/drawing/2014/main" id="{9D8408DC-4E3D-7747-AD30-D5058E1B4D77}"/>
              </a:ext>
            </a:extLst>
          </p:cNvPr>
          <p:cNvSpPr txBox="1"/>
          <p:nvPr/>
        </p:nvSpPr>
        <p:spPr>
          <a:xfrm>
            <a:off x="9717406" y="4747954"/>
            <a:ext cx="71718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a:t>
            </a:r>
            <a:r>
              <a:rPr kumimoji="0" lang="en-US" sz="24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109" name="TextBox 108">
            <a:extLst>
              <a:ext uri="{FF2B5EF4-FFF2-40B4-BE49-F238E27FC236}">
                <a16:creationId xmlns:a16="http://schemas.microsoft.com/office/drawing/2014/main" id="{952069D3-515D-EA47-80C1-EAE65F1325BF}"/>
              </a:ext>
            </a:extLst>
          </p:cNvPr>
          <p:cNvSpPr txBox="1"/>
          <p:nvPr/>
        </p:nvSpPr>
        <p:spPr>
          <a:xfrm>
            <a:off x="9717374" y="5101897"/>
            <a:ext cx="71718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a:t>
            </a:r>
            <a:r>
              <a:rPr kumimoji="0" lang="en-US" sz="24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10" name="TextBox 109">
            <a:extLst>
              <a:ext uri="{FF2B5EF4-FFF2-40B4-BE49-F238E27FC236}">
                <a16:creationId xmlns:a16="http://schemas.microsoft.com/office/drawing/2014/main" id="{56E9B31D-F0E0-5E40-9F14-0871A03773A6}"/>
              </a:ext>
            </a:extLst>
          </p:cNvPr>
          <p:cNvSpPr txBox="1"/>
          <p:nvPr/>
        </p:nvSpPr>
        <p:spPr>
          <a:xfrm>
            <a:off x="9722211" y="5425404"/>
            <a:ext cx="71718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O</a:t>
            </a:r>
            <a:r>
              <a:rPr kumimoji="0" lang="en-US" sz="2400" b="0" i="0" u="none" strike="noStrike" kern="1200" cap="none" spc="0" normalizeH="0" baseline="-25000" noProof="0" dirty="0">
                <a:ln>
                  <a:noFill/>
                </a:ln>
                <a:solidFill>
                  <a:prstClr val="black"/>
                </a:solidFill>
                <a:effectLst/>
                <a:uLnTx/>
                <a:uFillTx/>
                <a:latin typeface="Calibri"/>
                <a:ea typeface="+mn-ea"/>
                <a:cs typeface="+mn-cs"/>
              </a:rPr>
              <a:t>4</a:t>
            </a:r>
          </a:p>
        </p:txBody>
      </p:sp>
      <p:cxnSp>
        <p:nvCxnSpPr>
          <p:cNvPr id="111" name="Straight Connector 110">
            <a:extLst>
              <a:ext uri="{FF2B5EF4-FFF2-40B4-BE49-F238E27FC236}">
                <a16:creationId xmlns:a16="http://schemas.microsoft.com/office/drawing/2014/main" id="{D10A1F28-D7BB-BD4E-8F4C-AE1B9F56323C}"/>
              </a:ext>
            </a:extLst>
          </p:cNvPr>
          <p:cNvCxnSpPr>
            <a:cxnSpLocks/>
          </p:cNvCxnSpPr>
          <p:nvPr/>
        </p:nvCxnSpPr>
        <p:spPr>
          <a:xfrm>
            <a:off x="9583543" y="5324881"/>
            <a:ext cx="1861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389079BE-214E-8B42-950F-55C58E69DED5}"/>
              </a:ext>
            </a:extLst>
          </p:cNvPr>
          <p:cNvCxnSpPr>
            <a:cxnSpLocks/>
          </p:cNvCxnSpPr>
          <p:nvPr/>
        </p:nvCxnSpPr>
        <p:spPr>
          <a:xfrm flipV="1">
            <a:off x="9589060" y="5022530"/>
            <a:ext cx="180667" cy="1458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A29B81E-105C-7842-9461-2546211EC2C6}"/>
              </a:ext>
            </a:extLst>
          </p:cNvPr>
          <p:cNvCxnSpPr>
            <a:cxnSpLocks/>
          </p:cNvCxnSpPr>
          <p:nvPr/>
        </p:nvCxnSpPr>
        <p:spPr>
          <a:xfrm>
            <a:off x="9593643" y="5502519"/>
            <a:ext cx="180667" cy="1458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Rectangle 3">
            <a:extLst>
              <a:ext uri="{FF2B5EF4-FFF2-40B4-BE49-F238E27FC236}">
                <a16:creationId xmlns:a16="http://schemas.microsoft.com/office/drawing/2014/main" id="{A8987A85-6673-8C45-92B4-FA947F072F67}"/>
              </a:ext>
            </a:extLst>
          </p:cNvPr>
          <p:cNvSpPr txBox="1">
            <a:spLocks noChangeArrowheads="1"/>
          </p:cNvSpPr>
          <p:nvPr/>
        </p:nvSpPr>
        <p:spPr>
          <a:xfrm>
            <a:off x="3131136" y="6194429"/>
            <a:ext cx="6552840" cy="50330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O</a:t>
            </a:r>
            <a:r>
              <a:rPr kumimoji="0" lang="en-US" altLang="en-US" sz="2400" b="0" i="1" u="none" strike="noStrike" kern="1200" cap="none" spc="0" normalizeH="0" baseline="-25000" noProof="0" dirty="0">
                <a:ln>
                  <a:noFill/>
                </a:ln>
                <a:solidFill>
                  <a:prstClr val="black"/>
                </a:solidFill>
                <a:effectLst/>
                <a:uLnTx/>
                <a:uFillTx/>
                <a:latin typeface="Calibri"/>
                <a:ea typeface="ＭＳ Ｐゴシック" panose="020B0600070205080204" pitchFamily="34" charset="-128"/>
                <a:cs typeface="+mn-cs"/>
              </a:rPr>
              <a:t>2</a:t>
            </a: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O</a:t>
            </a:r>
            <a:r>
              <a:rPr kumimoji="0" lang="en-US" altLang="en-US" sz="2400" b="0" i="1" u="none" strike="noStrike" kern="1200" cap="none" spc="0" normalizeH="0" baseline="-25000" noProof="0" dirty="0">
                <a:ln>
                  <a:noFill/>
                </a:ln>
                <a:solidFill>
                  <a:prstClr val="black"/>
                </a:solidFill>
                <a:effectLst/>
                <a:uLnTx/>
                <a:uFillTx/>
                <a:latin typeface="Calibri"/>
                <a:ea typeface="ＭＳ Ｐゴシック" panose="020B0600070205080204" pitchFamily="34" charset="-128"/>
                <a:cs typeface="+mn-cs"/>
              </a:rPr>
              <a:t>3</a:t>
            </a: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O</a:t>
            </a:r>
            <a:r>
              <a:rPr kumimoji="0" lang="en-US" altLang="en-US" sz="2400" b="0" i="1" u="none" strike="noStrike" kern="1200" cap="none" spc="0" normalizeH="0" baseline="-25000" noProof="0" dirty="0">
                <a:ln>
                  <a:noFill/>
                </a:ln>
                <a:solidFill>
                  <a:prstClr val="black"/>
                </a:solidFill>
                <a:effectLst/>
                <a:uLnTx/>
                <a:uFillTx/>
                <a:latin typeface="Calibri"/>
                <a:ea typeface="ＭＳ Ｐゴシック" panose="020B0600070205080204" pitchFamily="34" charset="-128"/>
                <a:cs typeface="+mn-cs"/>
              </a:rPr>
              <a:t>4</a:t>
            </a: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delivered quickly, O</a:t>
            </a:r>
            <a:r>
              <a:rPr kumimoji="0" lang="en-US" altLang="en-US" sz="2400" b="0" i="1" u="none" strike="noStrike" kern="1200" cap="none" spc="0" normalizeH="0" baseline="-25000" noProof="0" dirty="0">
                <a:ln>
                  <a:noFill/>
                </a:ln>
                <a:solidFill>
                  <a:prstClr val="black"/>
                </a:solidFill>
                <a:effectLst/>
                <a:uLnTx/>
                <a:uFillTx/>
                <a:latin typeface="Calibri"/>
                <a:ea typeface="ＭＳ Ｐゴシック" panose="020B0600070205080204" pitchFamily="34" charset="-128"/>
                <a:cs typeface="+mn-cs"/>
              </a:rPr>
              <a:t>1 </a:t>
            </a:r>
            <a:r>
              <a:rPr kumimoji="0" lang="en-US" altLang="en-US" sz="24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slightly delayed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61637FC5-05C5-FD43-8C71-1C16B929EBE5}"/>
              </a:ext>
            </a:extLst>
          </p:cNvPr>
          <p:cNvGrpSpPr/>
          <p:nvPr/>
        </p:nvGrpSpPr>
        <p:grpSpPr>
          <a:xfrm>
            <a:off x="3362984" y="3078482"/>
            <a:ext cx="4052925" cy="379692"/>
            <a:chOff x="3362984" y="3078482"/>
            <a:chExt cx="4052925" cy="379692"/>
          </a:xfrm>
        </p:grpSpPr>
        <p:cxnSp>
          <p:nvCxnSpPr>
            <p:cNvPr id="86" name="Straight Arrow Connector 85">
              <a:extLst>
                <a:ext uri="{FF2B5EF4-FFF2-40B4-BE49-F238E27FC236}">
                  <a16:creationId xmlns:a16="http://schemas.microsoft.com/office/drawing/2014/main" id="{088B1C0C-41B7-1D42-8218-1018BF87E3C8}"/>
                </a:ext>
              </a:extLst>
            </p:cNvPr>
            <p:cNvCxnSpPr>
              <a:cxnSpLocks/>
            </p:cNvCxnSpPr>
            <p:nvPr/>
          </p:nvCxnSpPr>
          <p:spPr>
            <a:xfrm flipH="1">
              <a:off x="3362984" y="3078482"/>
              <a:ext cx="4052925" cy="273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Freeform 86">
              <a:extLst>
                <a:ext uri="{FF2B5EF4-FFF2-40B4-BE49-F238E27FC236}">
                  <a16:creationId xmlns:a16="http://schemas.microsoft.com/office/drawing/2014/main" id="{1CD4C714-A300-764D-A036-6CA0D38DC0BC}"/>
                </a:ext>
              </a:extLst>
            </p:cNvPr>
            <p:cNvSpPr/>
            <p:nvPr/>
          </p:nvSpPr>
          <p:spPr>
            <a:xfrm>
              <a:off x="3479865" y="3082818"/>
              <a:ext cx="3875928" cy="375356"/>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92661 w 3892661"/>
                <a:gd name="connsiteY0" fmla="*/ 0 h 6403180"/>
                <a:gd name="connsiteX1" fmla="*/ 25689 w 3892661"/>
                <a:gd name="connsiteY1" fmla="*/ 273465 h 6403180"/>
                <a:gd name="connsiteX2" fmla="*/ 51 w 3892661"/>
                <a:gd name="connsiteY2" fmla="*/ 6403180 h 6403180"/>
                <a:gd name="connsiteX3" fmla="*/ 3888388 w 3892661"/>
                <a:gd name="connsiteY3" fmla="*/ 1974078 h 6403180"/>
                <a:gd name="connsiteX4" fmla="*/ 3892661 w 3892661"/>
                <a:gd name="connsiteY4" fmla="*/ 0 h 6403180"/>
                <a:gd name="connsiteX0" fmla="*/ 3896882 w 3896882"/>
                <a:gd name="connsiteY0" fmla="*/ 0 h 6403180"/>
                <a:gd name="connsiteX1" fmla="*/ 0 w 3896882"/>
                <a:gd name="connsiteY1" fmla="*/ 4599655 h 6403180"/>
                <a:gd name="connsiteX2" fmla="*/ 4272 w 3896882"/>
                <a:gd name="connsiteY2" fmla="*/ 6403180 h 6403180"/>
                <a:gd name="connsiteX3" fmla="*/ 3892609 w 3896882"/>
                <a:gd name="connsiteY3" fmla="*/ 1974078 h 6403180"/>
                <a:gd name="connsiteX4" fmla="*/ 3896882 w 3896882"/>
                <a:gd name="connsiteY4" fmla="*/ 0 h 6403180"/>
                <a:gd name="connsiteX0" fmla="*/ 3893021 w 3893021"/>
                <a:gd name="connsiteY0" fmla="*/ 0 h 6403180"/>
                <a:gd name="connsiteX1" fmla="*/ 412 w 3893021"/>
                <a:gd name="connsiteY1" fmla="*/ 4152108 h 6403180"/>
                <a:gd name="connsiteX2" fmla="*/ 411 w 3893021"/>
                <a:gd name="connsiteY2" fmla="*/ 6403180 h 6403180"/>
                <a:gd name="connsiteX3" fmla="*/ 3888748 w 3893021"/>
                <a:gd name="connsiteY3" fmla="*/ 1974078 h 6403180"/>
                <a:gd name="connsiteX4" fmla="*/ 3893021 w 3893021"/>
                <a:gd name="connsiteY4" fmla="*/ 0 h 6403180"/>
                <a:gd name="connsiteX0" fmla="*/ 3892651 w 3892651"/>
                <a:gd name="connsiteY0" fmla="*/ 0 h 6403180"/>
                <a:gd name="connsiteX1" fmla="*/ 34226 w 3892651"/>
                <a:gd name="connsiteY1" fmla="*/ 4375864 h 6403180"/>
                <a:gd name="connsiteX2" fmla="*/ 41 w 3892651"/>
                <a:gd name="connsiteY2" fmla="*/ 6403180 h 6403180"/>
                <a:gd name="connsiteX3" fmla="*/ 3888378 w 3892651"/>
                <a:gd name="connsiteY3" fmla="*/ 1974078 h 6403180"/>
                <a:gd name="connsiteX4" fmla="*/ 3892651 w 3892651"/>
                <a:gd name="connsiteY4" fmla="*/ 0 h 6403180"/>
                <a:gd name="connsiteX0" fmla="*/ 3875591 w 3875591"/>
                <a:gd name="connsiteY0" fmla="*/ 0 h 6552362"/>
                <a:gd name="connsiteX1" fmla="*/ 17166 w 3875591"/>
                <a:gd name="connsiteY1" fmla="*/ 4375864 h 6552362"/>
                <a:gd name="connsiteX2" fmla="*/ 73 w 3875591"/>
                <a:gd name="connsiteY2" fmla="*/ 6552362 h 6552362"/>
                <a:gd name="connsiteX3" fmla="*/ 3871318 w 3875591"/>
                <a:gd name="connsiteY3" fmla="*/ 1974078 h 6552362"/>
                <a:gd name="connsiteX4" fmla="*/ 3875591 w 3875591"/>
                <a:gd name="connsiteY4" fmla="*/ 0 h 6552362"/>
                <a:gd name="connsiteX0" fmla="*/ 3875928 w 3875928"/>
                <a:gd name="connsiteY0" fmla="*/ 0 h 6552362"/>
                <a:gd name="connsiteX1" fmla="*/ 412 w 3875928"/>
                <a:gd name="connsiteY1" fmla="*/ 4599620 h 6552362"/>
                <a:gd name="connsiteX2" fmla="*/ 410 w 3875928"/>
                <a:gd name="connsiteY2" fmla="*/ 6552362 h 6552362"/>
                <a:gd name="connsiteX3" fmla="*/ 3871655 w 3875928"/>
                <a:gd name="connsiteY3" fmla="*/ 1974078 h 6552362"/>
                <a:gd name="connsiteX4" fmla="*/ 3875928 w 3875928"/>
                <a:gd name="connsiteY4" fmla="*/ 0 h 655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5928" h="6552362">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88" name="Freeform 87">
            <a:extLst>
              <a:ext uri="{FF2B5EF4-FFF2-40B4-BE49-F238E27FC236}">
                <a16:creationId xmlns:a16="http://schemas.microsoft.com/office/drawing/2014/main" id="{C6C7F475-0074-4749-BD8A-29E5B317ABB2}"/>
              </a:ext>
            </a:extLst>
          </p:cNvPr>
          <p:cNvSpPr/>
          <p:nvPr/>
        </p:nvSpPr>
        <p:spPr>
          <a:xfrm>
            <a:off x="3480625" y="3596230"/>
            <a:ext cx="3875928" cy="375356"/>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92661 w 3892661"/>
              <a:gd name="connsiteY0" fmla="*/ 0 h 6403180"/>
              <a:gd name="connsiteX1" fmla="*/ 25689 w 3892661"/>
              <a:gd name="connsiteY1" fmla="*/ 273465 h 6403180"/>
              <a:gd name="connsiteX2" fmla="*/ 51 w 3892661"/>
              <a:gd name="connsiteY2" fmla="*/ 6403180 h 6403180"/>
              <a:gd name="connsiteX3" fmla="*/ 3888388 w 3892661"/>
              <a:gd name="connsiteY3" fmla="*/ 1974078 h 6403180"/>
              <a:gd name="connsiteX4" fmla="*/ 3892661 w 3892661"/>
              <a:gd name="connsiteY4" fmla="*/ 0 h 6403180"/>
              <a:gd name="connsiteX0" fmla="*/ 3896882 w 3896882"/>
              <a:gd name="connsiteY0" fmla="*/ 0 h 6403180"/>
              <a:gd name="connsiteX1" fmla="*/ 0 w 3896882"/>
              <a:gd name="connsiteY1" fmla="*/ 4599655 h 6403180"/>
              <a:gd name="connsiteX2" fmla="*/ 4272 w 3896882"/>
              <a:gd name="connsiteY2" fmla="*/ 6403180 h 6403180"/>
              <a:gd name="connsiteX3" fmla="*/ 3892609 w 3896882"/>
              <a:gd name="connsiteY3" fmla="*/ 1974078 h 6403180"/>
              <a:gd name="connsiteX4" fmla="*/ 3896882 w 3896882"/>
              <a:gd name="connsiteY4" fmla="*/ 0 h 6403180"/>
              <a:gd name="connsiteX0" fmla="*/ 3893021 w 3893021"/>
              <a:gd name="connsiteY0" fmla="*/ 0 h 6403180"/>
              <a:gd name="connsiteX1" fmla="*/ 412 w 3893021"/>
              <a:gd name="connsiteY1" fmla="*/ 4152108 h 6403180"/>
              <a:gd name="connsiteX2" fmla="*/ 411 w 3893021"/>
              <a:gd name="connsiteY2" fmla="*/ 6403180 h 6403180"/>
              <a:gd name="connsiteX3" fmla="*/ 3888748 w 3893021"/>
              <a:gd name="connsiteY3" fmla="*/ 1974078 h 6403180"/>
              <a:gd name="connsiteX4" fmla="*/ 3893021 w 3893021"/>
              <a:gd name="connsiteY4" fmla="*/ 0 h 6403180"/>
              <a:gd name="connsiteX0" fmla="*/ 3892651 w 3892651"/>
              <a:gd name="connsiteY0" fmla="*/ 0 h 6403180"/>
              <a:gd name="connsiteX1" fmla="*/ 34226 w 3892651"/>
              <a:gd name="connsiteY1" fmla="*/ 4375864 h 6403180"/>
              <a:gd name="connsiteX2" fmla="*/ 41 w 3892651"/>
              <a:gd name="connsiteY2" fmla="*/ 6403180 h 6403180"/>
              <a:gd name="connsiteX3" fmla="*/ 3888378 w 3892651"/>
              <a:gd name="connsiteY3" fmla="*/ 1974078 h 6403180"/>
              <a:gd name="connsiteX4" fmla="*/ 3892651 w 3892651"/>
              <a:gd name="connsiteY4" fmla="*/ 0 h 6403180"/>
              <a:gd name="connsiteX0" fmla="*/ 3875591 w 3875591"/>
              <a:gd name="connsiteY0" fmla="*/ 0 h 6552362"/>
              <a:gd name="connsiteX1" fmla="*/ 17166 w 3875591"/>
              <a:gd name="connsiteY1" fmla="*/ 4375864 h 6552362"/>
              <a:gd name="connsiteX2" fmla="*/ 73 w 3875591"/>
              <a:gd name="connsiteY2" fmla="*/ 6552362 h 6552362"/>
              <a:gd name="connsiteX3" fmla="*/ 3871318 w 3875591"/>
              <a:gd name="connsiteY3" fmla="*/ 1974078 h 6552362"/>
              <a:gd name="connsiteX4" fmla="*/ 3875591 w 3875591"/>
              <a:gd name="connsiteY4" fmla="*/ 0 h 6552362"/>
              <a:gd name="connsiteX0" fmla="*/ 3875928 w 3875928"/>
              <a:gd name="connsiteY0" fmla="*/ 0 h 6552362"/>
              <a:gd name="connsiteX1" fmla="*/ 412 w 3875928"/>
              <a:gd name="connsiteY1" fmla="*/ 4599620 h 6552362"/>
              <a:gd name="connsiteX2" fmla="*/ 410 w 3875928"/>
              <a:gd name="connsiteY2" fmla="*/ 6552362 h 6552362"/>
              <a:gd name="connsiteX3" fmla="*/ 3871655 w 3875928"/>
              <a:gd name="connsiteY3" fmla="*/ 1974078 h 6552362"/>
              <a:gd name="connsiteX4" fmla="*/ 3875928 w 3875928"/>
              <a:gd name="connsiteY4" fmla="*/ 0 h 655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5928" h="6552362">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9" name="Freeform 88">
            <a:extLst>
              <a:ext uri="{FF2B5EF4-FFF2-40B4-BE49-F238E27FC236}">
                <a16:creationId xmlns:a16="http://schemas.microsoft.com/office/drawing/2014/main" id="{E83720AD-3971-A342-9F15-09DD430DE12F}"/>
              </a:ext>
            </a:extLst>
          </p:cNvPr>
          <p:cNvSpPr/>
          <p:nvPr/>
        </p:nvSpPr>
        <p:spPr>
          <a:xfrm>
            <a:off x="3485129" y="3719557"/>
            <a:ext cx="3875928" cy="375356"/>
          </a:xfrm>
          <a:custGeom>
            <a:avLst/>
            <a:gdLst>
              <a:gd name="connsiteX0" fmla="*/ 3896882 w 3926792"/>
              <a:gd name="connsiteY0" fmla="*/ 0 h 2226179"/>
              <a:gd name="connsiteX1" fmla="*/ 0 w 3926792"/>
              <a:gd name="connsiteY1" fmla="*/ 264919 h 2226179"/>
              <a:gd name="connsiteX2" fmla="*/ 29910 w 3926792"/>
              <a:gd name="connsiteY2" fmla="*/ 2226179 h 2226179"/>
              <a:gd name="connsiteX3" fmla="*/ 3926792 w 3926792"/>
              <a:gd name="connsiteY3" fmla="*/ 1961260 h 2226179"/>
              <a:gd name="connsiteX4" fmla="*/ 3896882 w 3926792"/>
              <a:gd name="connsiteY4" fmla="*/ 0 h 2226179"/>
              <a:gd name="connsiteX0" fmla="*/ 3896882 w 3909701"/>
              <a:gd name="connsiteY0" fmla="*/ 0 h 2226179"/>
              <a:gd name="connsiteX1" fmla="*/ 0 w 3909701"/>
              <a:gd name="connsiteY1" fmla="*/ 264919 h 2226179"/>
              <a:gd name="connsiteX2" fmla="*/ 29910 w 3909701"/>
              <a:gd name="connsiteY2" fmla="*/ 2226179 h 2226179"/>
              <a:gd name="connsiteX3" fmla="*/ 3909701 w 3909701"/>
              <a:gd name="connsiteY3" fmla="*/ 1969805 h 2226179"/>
              <a:gd name="connsiteX4" fmla="*/ 3896882 w 3909701"/>
              <a:gd name="connsiteY4" fmla="*/ 0 h 2226179"/>
              <a:gd name="connsiteX0" fmla="*/ 3896882 w 3896882"/>
              <a:gd name="connsiteY0" fmla="*/ 0 h 2226179"/>
              <a:gd name="connsiteX1" fmla="*/ 0 w 3896882"/>
              <a:gd name="connsiteY1" fmla="*/ 264919 h 2226179"/>
              <a:gd name="connsiteX2" fmla="*/ 29910 w 3896882"/>
              <a:gd name="connsiteY2" fmla="*/ 2226179 h 2226179"/>
              <a:gd name="connsiteX3" fmla="*/ 3892609 w 3896882"/>
              <a:gd name="connsiteY3" fmla="*/ 1974078 h 2226179"/>
              <a:gd name="connsiteX4" fmla="*/ 3896882 w 3896882"/>
              <a:gd name="connsiteY4" fmla="*/ 0 h 2226179"/>
              <a:gd name="connsiteX0" fmla="*/ 3871245 w 3871245"/>
              <a:gd name="connsiteY0" fmla="*/ 0 h 2226179"/>
              <a:gd name="connsiteX1" fmla="*/ 0 w 3871245"/>
              <a:gd name="connsiteY1" fmla="*/ 264919 h 2226179"/>
              <a:gd name="connsiteX2" fmla="*/ 4273 w 3871245"/>
              <a:gd name="connsiteY2" fmla="*/ 2226179 h 2226179"/>
              <a:gd name="connsiteX3" fmla="*/ 3866972 w 3871245"/>
              <a:gd name="connsiteY3" fmla="*/ 1974078 h 2226179"/>
              <a:gd name="connsiteX4" fmla="*/ 3871245 w 3871245"/>
              <a:gd name="connsiteY4" fmla="*/ 0 h 2226179"/>
              <a:gd name="connsiteX0" fmla="*/ 3867064 w 3867064"/>
              <a:gd name="connsiteY0" fmla="*/ 0 h 2226179"/>
              <a:gd name="connsiteX1" fmla="*/ 12911 w 3867064"/>
              <a:gd name="connsiteY1" fmla="*/ 269192 h 2226179"/>
              <a:gd name="connsiteX2" fmla="*/ 92 w 3867064"/>
              <a:gd name="connsiteY2" fmla="*/ 2226179 h 2226179"/>
              <a:gd name="connsiteX3" fmla="*/ 3862791 w 3867064"/>
              <a:gd name="connsiteY3" fmla="*/ 1974078 h 2226179"/>
              <a:gd name="connsiteX4" fmla="*/ 3867064 w 3867064"/>
              <a:gd name="connsiteY4" fmla="*/ 0 h 2226179"/>
              <a:gd name="connsiteX0" fmla="*/ 3867383 w 3867383"/>
              <a:gd name="connsiteY0" fmla="*/ 0 h 2226179"/>
              <a:gd name="connsiteX1" fmla="*/ 411 w 3867383"/>
              <a:gd name="connsiteY1" fmla="*/ 273465 h 2226179"/>
              <a:gd name="connsiteX2" fmla="*/ 411 w 3867383"/>
              <a:gd name="connsiteY2" fmla="*/ 2226179 h 2226179"/>
              <a:gd name="connsiteX3" fmla="*/ 3863110 w 3867383"/>
              <a:gd name="connsiteY3" fmla="*/ 1974078 h 2226179"/>
              <a:gd name="connsiteX4" fmla="*/ 3867383 w 3867383"/>
              <a:gd name="connsiteY4" fmla="*/ 0 h 2226179"/>
              <a:gd name="connsiteX0" fmla="*/ 3892661 w 3892661"/>
              <a:gd name="connsiteY0" fmla="*/ 0 h 6403180"/>
              <a:gd name="connsiteX1" fmla="*/ 25689 w 3892661"/>
              <a:gd name="connsiteY1" fmla="*/ 273465 h 6403180"/>
              <a:gd name="connsiteX2" fmla="*/ 51 w 3892661"/>
              <a:gd name="connsiteY2" fmla="*/ 6403180 h 6403180"/>
              <a:gd name="connsiteX3" fmla="*/ 3888388 w 3892661"/>
              <a:gd name="connsiteY3" fmla="*/ 1974078 h 6403180"/>
              <a:gd name="connsiteX4" fmla="*/ 3892661 w 3892661"/>
              <a:gd name="connsiteY4" fmla="*/ 0 h 6403180"/>
              <a:gd name="connsiteX0" fmla="*/ 3896882 w 3896882"/>
              <a:gd name="connsiteY0" fmla="*/ 0 h 6403180"/>
              <a:gd name="connsiteX1" fmla="*/ 0 w 3896882"/>
              <a:gd name="connsiteY1" fmla="*/ 4599655 h 6403180"/>
              <a:gd name="connsiteX2" fmla="*/ 4272 w 3896882"/>
              <a:gd name="connsiteY2" fmla="*/ 6403180 h 6403180"/>
              <a:gd name="connsiteX3" fmla="*/ 3892609 w 3896882"/>
              <a:gd name="connsiteY3" fmla="*/ 1974078 h 6403180"/>
              <a:gd name="connsiteX4" fmla="*/ 3896882 w 3896882"/>
              <a:gd name="connsiteY4" fmla="*/ 0 h 6403180"/>
              <a:gd name="connsiteX0" fmla="*/ 3893021 w 3893021"/>
              <a:gd name="connsiteY0" fmla="*/ 0 h 6403180"/>
              <a:gd name="connsiteX1" fmla="*/ 412 w 3893021"/>
              <a:gd name="connsiteY1" fmla="*/ 4152108 h 6403180"/>
              <a:gd name="connsiteX2" fmla="*/ 411 w 3893021"/>
              <a:gd name="connsiteY2" fmla="*/ 6403180 h 6403180"/>
              <a:gd name="connsiteX3" fmla="*/ 3888748 w 3893021"/>
              <a:gd name="connsiteY3" fmla="*/ 1974078 h 6403180"/>
              <a:gd name="connsiteX4" fmla="*/ 3893021 w 3893021"/>
              <a:gd name="connsiteY4" fmla="*/ 0 h 6403180"/>
              <a:gd name="connsiteX0" fmla="*/ 3892651 w 3892651"/>
              <a:gd name="connsiteY0" fmla="*/ 0 h 6403180"/>
              <a:gd name="connsiteX1" fmla="*/ 34226 w 3892651"/>
              <a:gd name="connsiteY1" fmla="*/ 4375864 h 6403180"/>
              <a:gd name="connsiteX2" fmla="*/ 41 w 3892651"/>
              <a:gd name="connsiteY2" fmla="*/ 6403180 h 6403180"/>
              <a:gd name="connsiteX3" fmla="*/ 3888378 w 3892651"/>
              <a:gd name="connsiteY3" fmla="*/ 1974078 h 6403180"/>
              <a:gd name="connsiteX4" fmla="*/ 3892651 w 3892651"/>
              <a:gd name="connsiteY4" fmla="*/ 0 h 6403180"/>
              <a:gd name="connsiteX0" fmla="*/ 3875591 w 3875591"/>
              <a:gd name="connsiteY0" fmla="*/ 0 h 6552362"/>
              <a:gd name="connsiteX1" fmla="*/ 17166 w 3875591"/>
              <a:gd name="connsiteY1" fmla="*/ 4375864 h 6552362"/>
              <a:gd name="connsiteX2" fmla="*/ 73 w 3875591"/>
              <a:gd name="connsiteY2" fmla="*/ 6552362 h 6552362"/>
              <a:gd name="connsiteX3" fmla="*/ 3871318 w 3875591"/>
              <a:gd name="connsiteY3" fmla="*/ 1974078 h 6552362"/>
              <a:gd name="connsiteX4" fmla="*/ 3875591 w 3875591"/>
              <a:gd name="connsiteY4" fmla="*/ 0 h 6552362"/>
              <a:gd name="connsiteX0" fmla="*/ 3875928 w 3875928"/>
              <a:gd name="connsiteY0" fmla="*/ 0 h 6552362"/>
              <a:gd name="connsiteX1" fmla="*/ 412 w 3875928"/>
              <a:gd name="connsiteY1" fmla="*/ 4599620 h 6552362"/>
              <a:gd name="connsiteX2" fmla="*/ 410 w 3875928"/>
              <a:gd name="connsiteY2" fmla="*/ 6552362 h 6552362"/>
              <a:gd name="connsiteX3" fmla="*/ 3871655 w 3875928"/>
              <a:gd name="connsiteY3" fmla="*/ 1974078 h 6552362"/>
              <a:gd name="connsiteX4" fmla="*/ 3875928 w 3875928"/>
              <a:gd name="connsiteY4" fmla="*/ 0 h 655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5928" h="6552362">
                <a:moveTo>
                  <a:pt x="3875928" y="0"/>
                </a:moveTo>
                <a:lnTo>
                  <a:pt x="412" y="4599620"/>
                </a:lnTo>
                <a:cubicBezTo>
                  <a:pt x="1836" y="5253373"/>
                  <a:pt x="-1014" y="5898609"/>
                  <a:pt x="410" y="6552362"/>
                </a:cubicBezTo>
                <a:lnTo>
                  <a:pt x="3871655" y="1974078"/>
                </a:lnTo>
                <a:cubicBezTo>
                  <a:pt x="3873079" y="1316052"/>
                  <a:pt x="3874504" y="658026"/>
                  <a:pt x="3875928"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BC622377-2E31-1842-B7B8-108319C7B7A5}"/>
              </a:ext>
            </a:extLst>
          </p:cNvPr>
          <p:cNvSpPr/>
          <p:nvPr/>
        </p:nvSpPr>
        <p:spPr>
          <a:xfrm>
            <a:off x="2575260" y="3949241"/>
            <a:ext cx="310918" cy="281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50" name="Group 49">
            <a:extLst>
              <a:ext uri="{FF2B5EF4-FFF2-40B4-BE49-F238E27FC236}">
                <a16:creationId xmlns:a16="http://schemas.microsoft.com/office/drawing/2014/main" id="{4CDDC42D-85F3-5F48-A935-3952508D2E47}"/>
              </a:ext>
            </a:extLst>
          </p:cNvPr>
          <p:cNvGrpSpPr/>
          <p:nvPr/>
        </p:nvGrpSpPr>
        <p:grpSpPr>
          <a:xfrm>
            <a:off x="1756483" y="3920514"/>
            <a:ext cx="1644347" cy="338554"/>
            <a:chOff x="1756483" y="3920514"/>
            <a:chExt cx="1644347" cy="338554"/>
          </a:xfrm>
        </p:grpSpPr>
        <p:cxnSp>
          <p:nvCxnSpPr>
            <p:cNvPr id="83" name="Straight Arrow Connector 82">
              <a:extLst>
                <a:ext uri="{FF2B5EF4-FFF2-40B4-BE49-F238E27FC236}">
                  <a16:creationId xmlns:a16="http://schemas.microsoft.com/office/drawing/2014/main" id="{665F1FBC-EB6D-914C-954B-043B19E2CEC2}"/>
                </a:ext>
              </a:extLst>
            </p:cNvPr>
            <p:cNvCxnSpPr>
              <a:cxnSpLocks/>
            </p:cNvCxnSpPr>
            <p:nvPr/>
          </p:nvCxnSpPr>
          <p:spPr>
            <a:xfrm flipH="1">
              <a:off x="1756483" y="4094530"/>
              <a:ext cx="1644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88D8925B-CD48-6346-BBE6-8AD1F024192A}"/>
                </a:ext>
              </a:extLst>
            </p:cNvPr>
            <p:cNvSpPr txBox="1"/>
            <p:nvPr/>
          </p:nvSpPr>
          <p:spPr>
            <a:xfrm>
              <a:off x="2554202" y="3920514"/>
              <a:ext cx="45488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a:t>
              </a:r>
              <a:r>
                <a:rPr kumimoji="0" lang="en-US" sz="1600" b="0" i="0" u="none" strike="noStrike" kern="1200" cap="none" spc="0" normalizeH="0" baseline="-25000" noProof="0" dirty="0">
                  <a:ln>
                    <a:noFill/>
                  </a:ln>
                  <a:solidFill>
                    <a:prstClr val="black"/>
                  </a:solidFill>
                  <a:effectLst/>
                  <a:uLnTx/>
                  <a:uFillTx/>
                  <a:latin typeface="Calibri"/>
                  <a:ea typeface="+mn-ea"/>
                  <a:cs typeface="+mn-cs"/>
                </a:rPr>
                <a:t>3</a:t>
              </a:r>
            </a:p>
          </p:txBody>
        </p:sp>
      </p:grpSp>
      <p:sp>
        <p:nvSpPr>
          <p:cNvPr id="3" name="Rectangle 2">
            <a:extLst>
              <a:ext uri="{FF2B5EF4-FFF2-40B4-BE49-F238E27FC236}">
                <a16:creationId xmlns:a16="http://schemas.microsoft.com/office/drawing/2014/main" id="{3ED052B0-9951-5649-91CE-3B957628FFA7}"/>
              </a:ext>
            </a:extLst>
          </p:cNvPr>
          <p:cNvSpPr/>
          <p:nvPr/>
        </p:nvSpPr>
        <p:spPr>
          <a:xfrm>
            <a:off x="2869378" y="5701781"/>
            <a:ext cx="269557" cy="229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54" name="Group 53">
            <a:extLst>
              <a:ext uri="{FF2B5EF4-FFF2-40B4-BE49-F238E27FC236}">
                <a16:creationId xmlns:a16="http://schemas.microsoft.com/office/drawing/2014/main" id="{141BCBD2-E211-8147-94AE-9676C1098C29}"/>
              </a:ext>
            </a:extLst>
          </p:cNvPr>
          <p:cNvGrpSpPr/>
          <p:nvPr/>
        </p:nvGrpSpPr>
        <p:grpSpPr>
          <a:xfrm>
            <a:off x="1706138" y="5621746"/>
            <a:ext cx="1641326" cy="338554"/>
            <a:chOff x="1706138" y="5621746"/>
            <a:chExt cx="1641326" cy="338554"/>
          </a:xfrm>
        </p:grpSpPr>
        <p:cxnSp>
          <p:nvCxnSpPr>
            <p:cNvPr id="84" name="Straight Arrow Connector 83">
              <a:extLst>
                <a:ext uri="{FF2B5EF4-FFF2-40B4-BE49-F238E27FC236}">
                  <a16:creationId xmlns:a16="http://schemas.microsoft.com/office/drawing/2014/main" id="{DB9888CD-41C5-4646-87F1-56C4C74BA58F}"/>
                </a:ext>
              </a:extLst>
            </p:cNvPr>
            <p:cNvCxnSpPr>
              <a:cxnSpLocks/>
            </p:cNvCxnSpPr>
            <p:nvPr/>
          </p:nvCxnSpPr>
          <p:spPr>
            <a:xfrm flipH="1">
              <a:off x="1706138" y="5804632"/>
              <a:ext cx="16413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4597425E-DF5C-7647-B600-A70497B20E94}"/>
                </a:ext>
              </a:extLst>
            </p:cNvPr>
            <p:cNvSpPr txBox="1"/>
            <p:nvPr/>
          </p:nvSpPr>
          <p:spPr>
            <a:xfrm>
              <a:off x="2801769" y="5621746"/>
              <a:ext cx="4591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a:t>
              </a:r>
              <a:r>
                <a:rPr kumimoji="0" lang="en-US" sz="1600" b="0" i="0" u="none" strike="noStrike" kern="1200" cap="none" spc="0" normalizeH="0" baseline="-25000" noProof="0" dirty="0">
                  <a:ln>
                    <a:noFill/>
                  </a:ln>
                  <a:solidFill>
                    <a:prstClr val="black"/>
                  </a:solidFill>
                  <a:effectLst/>
                  <a:uLnTx/>
                  <a:uFillTx/>
                  <a:latin typeface="Calibri"/>
                  <a:ea typeface="+mn-ea"/>
                  <a:cs typeface="+mn-cs"/>
                </a:rPr>
                <a:t>1</a:t>
              </a:r>
            </a:p>
          </p:txBody>
        </p:sp>
      </p:grpSp>
      <p:cxnSp>
        <p:nvCxnSpPr>
          <p:cNvPr id="8" name="Straight Connector 7">
            <a:extLst>
              <a:ext uri="{FF2B5EF4-FFF2-40B4-BE49-F238E27FC236}">
                <a16:creationId xmlns:a16="http://schemas.microsoft.com/office/drawing/2014/main" id="{F26F312C-F797-9546-9530-388E7EACD1E5}"/>
              </a:ext>
            </a:extLst>
          </p:cNvPr>
          <p:cNvCxnSpPr/>
          <p:nvPr/>
        </p:nvCxnSpPr>
        <p:spPr>
          <a:xfrm>
            <a:off x="8570246" y="5311450"/>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1529647-C0C9-574F-8FF1-580A42D9C0C0}"/>
              </a:ext>
            </a:extLst>
          </p:cNvPr>
          <p:cNvCxnSpPr/>
          <p:nvPr/>
        </p:nvCxnSpPr>
        <p:spPr>
          <a:xfrm>
            <a:off x="8585033" y="4956968"/>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7E50FB3C-A3CC-C043-BF4E-10D379228467}"/>
              </a:ext>
            </a:extLst>
          </p:cNvPr>
          <p:cNvCxnSpPr/>
          <p:nvPr/>
        </p:nvCxnSpPr>
        <p:spPr>
          <a:xfrm>
            <a:off x="8579058" y="4824874"/>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41C7889-A836-484E-8169-EF5C2DBA3482}"/>
              </a:ext>
            </a:extLst>
          </p:cNvPr>
          <p:cNvCxnSpPr/>
          <p:nvPr/>
        </p:nvCxnSpPr>
        <p:spPr>
          <a:xfrm>
            <a:off x="8573083" y="4692780"/>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61EE47C2-CDAF-F340-9C07-30C8346C6253}"/>
              </a:ext>
            </a:extLst>
          </p:cNvPr>
          <p:cNvCxnSpPr/>
          <p:nvPr/>
        </p:nvCxnSpPr>
        <p:spPr>
          <a:xfrm>
            <a:off x="8567108" y="4560686"/>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1849EF8F-5CF1-D94F-B506-490C9309164F}"/>
              </a:ext>
            </a:extLst>
          </p:cNvPr>
          <p:cNvCxnSpPr/>
          <p:nvPr/>
        </p:nvCxnSpPr>
        <p:spPr>
          <a:xfrm>
            <a:off x="8561133" y="4428592"/>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627A730F-13F6-D144-B66D-F5F8082E6868}"/>
              </a:ext>
            </a:extLst>
          </p:cNvPr>
          <p:cNvCxnSpPr/>
          <p:nvPr/>
        </p:nvCxnSpPr>
        <p:spPr>
          <a:xfrm>
            <a:off x="8555158" y="4296498"/>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8DE6F362-ACF1-AC45-94ED-A1E3CFC4CACB}"/>
              </a:ext>
            </a:extLst>
          </p:cNvPr>
          <p:cNvCxnSpPr/>
          <p:nvPr/>
        </p:nvCxnSpPr>
        <p:spPr>
          <a:xfrm>
            <a:off x="8549183" y="4164404"/>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1EE4C68C-D132-C940-9F84-9FA59A49FCD6}"/>
              </a:ext>
            </a:extLst>
          </p:cNvPr>
          <p:cNvCxnSpPr/>
          <p:nvPr/>
        </p:nvCxnSpPr>
        <p:spPr>
          <a:xfrm>
            <a:off x="8543208" y="4032310"/>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1A8F1E6-4E41-C344-A87C-2BCD0FF502FC}"/>
              </a:ext>
            </a:extLst>
          </p:cNvPr>
          <p:cNvCxnSpPr/>
          <p:nvPr/>
        </p:nvCxnSpPr>
        <p:spPr>
          <a:xfrm>
            <a:off x="8537233" y="3900216"/>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3E8E12E-F846-D846-8D27-0D67A493AAA0}"/>
              </a:ext>
            </a:extLst>
          </p:cNvPr>
          <p:cNvCxnSpPr/>
          <p:nvPr/>
        </p:nvCxnSpPr>
        <p:spPr>
          <a:xfrm>
            <a:off x="8531258" y="3768122"/>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E6D99FA8-5239-8748-B4B7-E247030A1E8C}"/>
              </a:ext>
            </a:extLst>
          </p:cNvPr>
          <p:cNvCxnSpPr/>
          <p:nvPr/>
        </p:nvCxnSpPr>
        <p:spPr>
          <a:xfrm>
            <a:off x="8525283" y="3636028"/>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7BDB7C5-F61E-F944-ADD5-B942DE4D8073}"/>
              </a:ext>
            </a:extLst>
          </p:cNvPr>
          <p:cNvCxnSpPr/>
          <p:nvPr/>
        </p:nvCxnSpPr>
        <p:spPr>
          <a:xfrm>
            <a:off x="8540494" y="3503934"/>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DC97917E-3C70-1848-83E2-6E69C542C768}"/>
              </a:ext>
            </a:extLst>
          </p:cNvPr>
          <p:cNvCxnSpPr/>
          <p:nvPr/>
        </p:nvCxnSpPr>
        <p:spPr>
          <a:xfrm>
            <a:off x="8534519" y="3371840"/>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56A2B6C1-D74F-8644-B2DD-07626B62AC3A}"/>
              </a:ext>
            </a:extLst>
          </p:cNvPr>
          <p:cNvCxnSpPr/>
          <p:nvPr/>
        </p:nvCxnSpPr>
        <p:spPr>
          <a:xfrm>
            <a:off x="8535606" y="3239746"/>
            <a:ext cx="9819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9318C6E-B313-F948-A960-AB9F1565EF38}"/>
              </a:ext>
            </a:extLst>
          </p:cNvPr>
          <p:cNvCxnSpPr>
            <a:cxnSpLocks/>
          </p:cNvCxnSpPr>
          <p:nvPr/>
        </p:nvCxnSpPr>
        <p:spPr>
          <a:xfrm flipV="1">
            <a:off x="3452698" y="3962094"/>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41663946-4235-7448-AEF1-D18B5A3DD5D6}"/>
              </a:ext>
            </a:extLst>
          </p:cNvPr>
          <p:cNvCxnSpPr>
            <a:cxnSpLocks/>
          </p:cNvCxnSpPr>
          <p:nvPr/>
        </p:nvCxnSpPr>
        <p:spPr>
          <a:xfrm flipV="1">
            <a:off x="3392013" y="4113083"/>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191351A-1A02-8B4A-8E31-DE66EA947424}"/>
              </a:ext>
            </a:extLst>
          </p:cNvPr>
          <p:cNvCxnSpPr>
            <a:cxnSpLocks/>
          </p:cNvCxnSpPr>
          <p:nvPr/>
        </p:nvCxnSpPr>
        <p:spPr>
          <a:xfrm flipV="1">
            <a:off x="3403873" y="4250677"/>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985530D-C4B6-9A4F-AC43-C17FB5DA79CB}"/>
              </a:ext>
            </a:extLst>
          </p:cNvPr>
          <p:cNvCxnSpPr>
            <a:cxnSpLocks/>
          </p:cNvCxnSpPr>
          <p:nvPr/>
        </p:nvCxnSpPr>
        <p:spPr>
          <a:xfrm flipV="1">
            <a:off x="3415733" y="4399559"/>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1F15277D-8E18-5040-BA7A-6BA237E590DA}"/>
              </a:ext>
            </a:extLst>
          </p:cNvPr>
          <p:cNvCxnSpPr>
            <a:cxnSpLocks/>
          </p:cNvCxnSpPr>
          <p:nvPr/>
        </p:nvCxnSpPr>
        <p:spPr>
          <a:xfrm flipV="1">
            <a:off x="3474493" y="5562147"/>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FB7705AD-3AB0-5E4A-A165-5139123712D3}"/>
              </a:ext>
            </a:extLst>
          </p:cNvPr>
          <p:cNvCxnSpPr>
            <a:cxnSpLocks/>
          </p:cNvCxnSpPr>
          <p:nvPr/>
        </p:nvCxnSpPr>
        <p:spPr>
          <a:xfrm flipV="1">
            <a:off x="3486353" y="5716673"/>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B2D7EE39-0642-6848-BC17-455AF4197425}"/>
              </a:ext>
            </a:extLst>
          </p:cNvPr>
          <p:cNvCxnSpPr>
            <a:cxnSpLocks/>
          </p:cNvCxnSpPr>
          <p:nvPr/>
        </p:nvCxnSpPr>
        <p:spPr>
          <a:xfrm flipV="1">
            <a:off x="3467438" y="4527480"/>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B330DE2B-04A2-FF47-AFF6-A2E1A7046084}"/>
              </a:ext>
            </a:extLst>
          </p:cNvPr>
          <p:cNvCxnSpPr>
            <a:cxnSpLocks/>
          </p:cNvCxnSpPr>
          <p:nvPr/>
        </p:nvCxnSpPr>
        <p:spPr>
          <a:xfrm flipV="1">
            <a:off x="3406753" y="4678469"/>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47BB00C9-2F27-004D-9372-BD381A265370}"/>
              </a:ext>
            </a:extLst>
          </p:cNvPr>
          <p:cNvCxnSpPr>
            <a:cxnSpLocks/>
          </p:cNvCxnSpPr>
          <p:nvPr/>
        </p:nvCxnSpPr>
        <p:spPr>
          <a:xfrm flipV="1">
            <a:off x="3418613" y="4816063"/>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C78FEDE8-839F-454D-A0FA-76A2C79B5B9D}"/>
              </a:ext>
            </a:extLst>
          </p:cNvPr>
          <p:cNvCxnSpPr>
            <a:cxnSpLocks/>
          </p:cNvCxnSpPr>
          <p:nvPr/>
        </p:nvCxnSpPr>
        <p:spPr>
          <a:xfrm flipV="1">
            <a:off x="3430473" y="4964945"/>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E9C306E-46D8-F145-8048-E35C09F8800D}"/>
              </a:ext>
            </a:extLst>
          </p:cNvPr>
          <p:cNvCxnSpPr>
            <a:cxnSpLocks/>
          </p:cNvCxnSpPr>
          <p:nvPr/>
        </p:nvCxnSpPr>
        <p:spPr>
          <a:xfrm flipV="1">
            <a:off x="3482178" y="5092866"/>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2DCD9603-AC7A-3345-BD4F-7AD3B80B77A0}"/>
              </a:ext>
            </a:extLst>
          </p:cNvPr>
          <p:cNvCxnSpPr>
            <a:cxnSpLocks/>
          </p:cNvCxnSpPr>
          <p:nvPr/>
        </p:nvCxnSpPr>
        <p:spPr>
          <a:xfrm flipV="1">
            <a:off x="3421493" y="5243855"/>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46D2CB60-1100-B943-BEE0-9BBA817FB8D8}"/>
              </a:ext>
            </a:extLst>
          </p:cNvPr>
          <p:cNvCxnSpPr>
            <a:cxnSpLocks/>
          </p:cNvCxnSpPr>
          <p:nvPr/>
        </p:nvCxnSpPr>
        <p:spPr>
          <a:xfrm flipV="1">
            <a:off x="3433353" y="5381449"/>
            <a:ext cx="3980812" cy="2898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8" name="Slide Number Placeholder 2">
            <a:extLst>
              <a:ext uri="{FF2B5EF4-FFF2-40B4-BE49-F238E27FC236}">
                <a16:creationId xmlns:a16="http://schemas.microsoft.com/office/drawing/2014/main" id="{566D02CB-0278-FB40-AE5B-D652B1719C9A}"/>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50</a:t>
            </a:fld>
            <a:endParaRPr lang="en-US" dirty="0"/>
          </a:p>
        </p:txBody>
      </p:sp>
    </p:spTree>
    <p:extLst>
      <p:ext uri="{BB962C8B-B14F-4D97-AF65-F5344CB8AC3E}">
        <p14:creationId xmlns:p14="http://schemas.microsoft.com/office/powerpoint/2010/main" val="412895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wipe(right)">
                                      <p:cBhvr>
                                        <p:cTn id="11" dur="500"/>
                                        <p:tgtEl>
                                          <p:spTgt spid="67"/>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right)">
                                      <p:cBhvr>
                                        <p:cTn id="15" dur="500"/>
                                        <p:tgtEl>
                                          <p:spTgt spid="7"/>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wipe(right)">
                                      <p:cBhvr>
                                        <p:cTn id="19" dur="500"/>
                                        <p:tgtEl>
                                          <p:spTgt spid="68"/>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70"/>
                                        </p:tgtEl>
                                        <p:attrNameLst>
                                          <p:attrName>style.visibility</p:attrName>
                                        </p:attrNameLst>
                                      </p:cBhvr>
                                      <p:to>
                                        <p:strVal val="visible"/>
                                      </p:to>
                                    </p:set>
                                    <p:animEffect transition="in" filter="wipe(right)">
                                      <p:cBhvr>
                                        <p:cTn id="23" dur="500"/>
                                        <p:tgtEl>
                                          <p:spTgt spid="70"/>
                                        </p:tgtEl>
                                      </p:cBhvr>
                                    </p:animEffect>
                                  </p:childTnLst>
                                </p:cTn>
                              </p:par>
                            </p:childTnLst>
                          </p:cTn>
                        </p:par>
                        <p:par>
                          <p:cTn id="24" fill="hold">
                            <p:stCondLst>
                              <p:cond delay="2500"/>
                            </p:stCondLst>
                            <p:childTnLst>
                              <p:par>
                                <p:cTn id="25" presetID="22" presetClass="entr" presetSubtype="2"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righ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88"/>
                                        </p:tgtEl>
                                        <p:attrNameLst>
                                          <p:attrName>style.visibility</p:attrName>
                                        </p:attrNameLst>
                                      </p:cBhvr>
                                      <p:to>
                                        <p:strVal val="visible"/>
                                      </p:to>
                                    </p:set>
                                    <p:animEffect transition="in" filter="wipe(right)">
                                      <p:cBhvr>
                                        <p:cTn id="32" dur="500"/>
                                        <p:tgtEl>
                                          <p:spTgt spid="88"/>
                                        </p:tgtEl>
                                      </p:cBhvr>
                                    </p:animEffect>
                                  </p:childTnLst>
                                </p:cTn>
                              </p:par>
                            </p:childTnLst>
                          </p:cTn>
                        </p:par>
                        <p:par>
                          <p:cTn id="33" fill="hold">
                            <p:stCondLst>
                              <p:cond delay="500"/>
                            </p:stCondLst>
                            <p:childTnLst>
                              <p:par>
                                <p:cTn id="34" presetID="22" presetClass="entr" presetSubtype="2" fill="hold" grpId="0" nodeType="afterEffect">
                                  <p:stCondLst>
                                    <p:cond delay="0"/>
                                  </p:stCondLst>
                                  <p:childTnLst>
                                    <p:set>
                                      <p:cBhvr>
                                        <p:cTn id="35" dur="1" fill="hold">
                                          <p:stCondLst>
                                            <p:cond delay="0"/>
                                          </p:stCondLst>
                                        </p:cTn>
                                        <p:tgtEl>
                                          <p:spTgt spid="89"/>
                                        </p:tgtEl>
                                        <p:attrNameLst>
                                          <p:attrName>style.visibility</p:attrName>
                                        </p:attrNameLst>
                                      </p:cBhvr>
                                      <p:to>
                                        <p:strVal val="visible"/>
                                      </p:to>
                                    </p:set>
                                    <p:animEffect transition="in" filter="wipe(right)">
                                      <p:cBhvr>
                                        <p:cTn id="36" dur="500"/>
                                        <p:tgtEl>
                                          <p:spTgt spid="89"/>
                                        </p:tgtEl>
                                      </p:cBhvr>
                                    </p:animEffect>
                                  </p:childTnLst>
                                </p:cTn>
                              </p:par>
                            </p:childTnLst>
                          </p:cTn>
                        </p:par>
                        <p:par>
                          <p:cTn id="37" fill="hold">
                            <p:stCondLst>
                              <p:cond delay="1000"/>
                            </p:stCondLst>
                            <p:childTnLst>
                              <p:par>
                                <p:cTn id="38" presetID="22" presetClass="entr" presetSubtype="2" fill="hold" nodeType="after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wipe(right)">
                                      <p:cBhvr>
                                        <p:cTn id="40" dur="500"/>
                                        <p:tgtEl>
                                          <p:spTgt spid="5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wipe(right)">
                                      <p:cBhvr>
                                        <p:cTn id="45" dur="500"/>
                                        <p:tgtEl>
                                          <p:spTgt spid="49"/>
                                        </p:tgtEl>
                                      </p:cBhvr>
                                    </p:animEffect>
                                  </p:childTnLst>
                                </p:cTn>
                              </p:par>
                              <p:par>
                                <p:cTn id="46" presetID="22" presetClass="entr" presetSubtype="2" fill="hold" nodeType="with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wipe(right)">
                                      <p:cBhvr>
                                        <p:cTn id="48" dur="500"/>
                                        <p:tgtEl>
                                          <p:spTgt spid="62"/>
                                        </p:tgtEl>
                                      </p:cBhvr>
                                    </p:animEffect>
                                  </p:childTnLst>
                                </p:cTn>
                              </p:par>
                            </p:childTnLst>
                          </p:cTn>
                        </p:par>
                        <p:par>
                          <p:cTn id="49" fill="hold">
                            <p:stCondLst>
                              <p:cond delay="500"/>
                            </p:stCondLst>
                            <p:childTnLst>
                              <p:par>
                                <p:cTn id="50" presetID="22" presetClass="entr" presetSubtype="2" fill="hold" nodeType="after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wipe(right)">
                                      <p:cBhvr>
                                        <p:cTn id="52" dur="500"/>
                                        <p:tgtEl>
                                          <p:spTgt spid="54"/>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17"/>
                                        </p:tgtEl>
                                        <p:attrNameLst>
                                          <p:attrName>style.visibility</p:attrName>
                                        </p:attrNameLst>
                                      </p:cBhvr>
                                      <p:to>
                                        <p:strVal val="visible"/>
                                      </p:to>
                                    </p:set>
                                    <p:animEffect transition="in" filter="dissolve">
                                      <p:cBhvr>
                                        <p:cTn id="5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67" grpId="0" animBg="1"/>
      <p:bldP spid="68" grpId="0" animBg="1"/>
      <p:bldP spid="70" grpId="0" animBg="1"/>
      <p:bldP spid="117" grpId="0"/>
      <p:bldP spid="88" grpId="0" animBg="1"/>
      <p:bldP spid="8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651417" y="223762"/>
            <a:ext cx="10515600" cy="894622"/>
          </a:xfrm>
        </p:spPr>
        <p:txBody>
          <a:bodyPr>
            <a:normAutofit/>
          </a:bodyPr>
          <a:lstStyle/>
          <a:p>
            <a:r>
              <a:rPr lang="en-US" sz="4400" dirty="0">
                <a:ea typeface="ＭＳ Ｐゴシック" panose="020B0600070205080204" pitchFamily="34" charset="-128"/>
              </a:rPr>
              <a:t>HTTP/2 to HTTP/3</a:t>
            </a:r>
            <a:endParaRPr lang="en-US" sz="4400" dirty="0"/>
          </a:p>
        </p:txBody>
      </p:sp>
      <p:sp>
        <p:nvSpPr>
          <p:cNvPr id="56" name="Rectangle 3">
            <a:extLst>
              <a:ext uri="{FF2B5EF4-FFF2-40B4-BE49-F238E27FC236}">
                <a16:creationId xmlns:a16="http://schemas.microsoft.com/office/drawing/2014/main" id="{9A8B785A-4E29-F546-8152-139D7CF7C8F9}"/>
              </a:ext>
            </a:extLst>
          </p:cNvPr>
          <p:cNvSpPr txBox="1">
            <a:spLocks noChangeArrowheads="1"/>
          </p:cNvSpPr>
          <p:nvPr/>
        </p:nvSpPr>
        <p:spPr>
          <a:xfrm>
            <a:off x="833751" y="1490127"/>
            <a:ext cx="10458375" cy="4487272"/>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5087"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HTTP/2 over single TCP connection means:</a:t>
            </a:r>
          </a:p>
          <a:p>
            <a:pPr marL="346075"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recovery from packet loss still stalls all object transmissions</a:t>
            </a:r>
          </a:p>
          <a:p>
            <a:pPr marL="688975" marR="0" lvl="1" indent="-28098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as in HTTP 1.1, browsers have incentive to open multiple parallel TCP connections to reduce stalling, increase overall throughput</a:t>
            </a:r>
          </a:p>
          <a:p>
            <a:pPr marL="346075"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no security over vanilla TCP connection</a:t>
            </a:r>
          </a:p>
          <a:p>
            <a:pPr marL="346075"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HTTP/3: </a:t>
            </a:r>
            <a:r>
              <a:rPr kumimoji="0" lang="en-US" altLang="en-US" sz="3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adds security, per object error- and congestion-control (more pipelining) over UDP</a:t>
            </a:r>
          </a:p>
          <a:p>
            <a:pPr marL="688975" marR="0" lvl="1" indent="-28098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more on HTTP/3 in transport layer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
        <p:nvSpPr>
          <p:cNvPr id="4" name="Slide Number Placeholder 2">
            <a:extLst>
              <a:ext uri="{FF2B5EF4-FFF2-40B4-BE49-F238E27FC236}">
                <a16:creationId xmlns:a16="http://schemas.microsoft.com/office/drawing/2014/main" id="{B9970898-8B56-614D-BEEC-E655E686FD76}"/>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51</a:t>
            </a:fld>
            <a:endParaRPr lang="en-US" dirty="0"/>
          </a:p>
        </p:txBody>
      </p:sp>
    </p:spTree>
    <p:extLst>
      <p:ext uri="{BB962C8B-B14F-4D97-AF65-F5344CB8AC3E}">
        <p14:creationId xmlns:p14="http://schemas.microsoft.com/office/powerpoint/2010/main" val="36587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dissolve">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6">
                                            <p:txEl>
                                              <p:pRg st="3" end="3"/>
                                            </p:txEl>
                                          </p:spTgt>
                                        </p:tgtEl>
                                        <p:attrNameLst>
                                          <p:attrName>style.visibility</p:attrName>
                                        </p:attrNameLst>
                                      </p:cBhvr>
                                      <p:to>
                                        <p:strVal val="visible"/>
                                      </p:to>
                                    </p:set>
                                    <p:animEffect transition="in" filter="dissolve">
                                      <p:cBhvr>
                                        <p:cTn id="12" dur="500"/>
                                        <p:tgtEl>
                                          <p:spTgt spid="5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6">
                                            <p:txEl>
                                              <p:pRg st="4" end="4"/>
                                            </p:txEl>
                                          </p:spTgt>
                                        </p:tgtEl>
                                        <p:attrNameLst>
                                          <p:attrName>style.visibility</p:attrName>
                                        </p:attrNameLst>
                                      </p:cBhvr>
                                      <p:to>
                                        <p:strVal val="visible"/>
                                      </p:to>
                                    </p:set>
                                    <p:animEffect transition="in" filter="dissolve">
                                      <p:cBhvr>
                                        <p:cTn id="17" dur="500"/>
                                        <p:tgtEl>
                                          <p:spTgt spid="56">
                                            <p:txEl>
                                              <p:pRg st="4" end="4"/>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56">
                                            <p:txEl>
                                              <p:pRg st="5" end="5"/>
                                            </p:txEl>
                                          </p:spTgt>
                                        </p:tgtEl>
                                        <p:attrNameLst>
                                          <p:attrName>style.visibility</p:attrName>
                                        </p:attrNameLst>
                                      </p:cBhvr>
                                      <p:to>
                                        <p:strVal val="visible"/>
                                      </p:to>
                                    </p:set>
                                    <p:animEffect transition="in" filter="dissolve">
                                      <p:cBhvr>
                                        <p:cTn id="20" dur="500"/>
                                        <p:tgtEl>
                                          <p:spTgt spid="5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Application layer: overview</a:t>
            </a:r>
            <a:endParaRPr lang="en-US" dirty="0"/>
          </a:p>
        </p:txBody>
      </p:sp>
      <p:sp>
        <p:nvSpPr>
          <p:cNvPr id="10" name="Content Placeholder 3">
            <a:extLst>
              <a:ext uri="{FF2B5EF4-FFF2-40B4-BE49-F238E27FC236}">
                <a16:creationId xmlns:a16="http://schemas.microsoft.com/office/drawing/2014/main" id="{80CCA17D-ECA8-CE46-82AC-A0AF8C3B62BD}"/>
              </a:ext>
            </a:extLst>
          </p:cNvPr>
          <p:cNvSpPr txBox="1">
            <a:spLocks/>
          </p:cNvSpPr>
          <p:nvPr/>
        </p:nvSpPr>
        <p:spPr>
          <a:xfrm>
            <a:off x="809242" y="1870563"/>
            <a:ext cx="5309184" cy="4351338"/>
          </a:xfrm>
          <a:prstGeom prst="rect">
            <a:avLst/>
          </a:prstGeom>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1638" indent="-401638">
              <a:buClr>
                <a:schemeClr val="bg1">
                  <a:lumMod val="75000"/>
                </a:schemeClr>
              </a:buClr>
              <a:defRPr/>
            </a:pPr>
            <a:r>
              <a:rPr lang="en-US" sz="3200" dirty="0">
                <a:solidFill>
                  <a:schemeClr val="bg1">
                    <a:lumMod val="75000"/>
                  </a:schemeClr>
                </a:solidFill>
                <a:latin typeface="Calibri" panose="020F0502020204030204" pitchFamily="34" charset="0"/>
                <a:cs typeface="Calibri" panose="020F0502020204030204" pitchFamily="34" charset="0"/>
              </a:rPr>
              <a:t>Principles of network applications</a:t>
            </a:r>
          </a:p>
          <a:p>
            <a:pPr marL="401638" indent="-401638">
              <a:buClr>
                <a:schemeClr val="bg1">
                  <a:lumMod val="75000"/>
                </a:schemeClr>
              </a:buClr>
              <a:defRPr/>
            </a:pPr>
            <a:r>
              <a:rPr lang="en-US" sz="3200" dirty="0">
                <a:solidFill>
                  <a:schemeClr val="bg1">
                    <a:lumMod val="75000"/>
                  </a:schemeClr>
                </a:solidFill>
                <a:latin typeface="Calibri" panose="020F0502020204030204" pitchFamily="34" charset="0"/>
                <a:cs typeface="Calibri" panose="020F0502020204030204" pitchFamily="34" charset="0"/>
              </a:rPr>
              <a:t>Web and HTTP</a:t>
            </a:r>
          </a:p>
          <a:p>
            <a:pPr marL="401638" indent="-401638">
              <a:buClr>
                <a:srgbClr val="0000A8"/>
              </a:buClr>
              <a:defRPr/>
            </a:pPr>
            <a:r>
              <a:rPr lang="en-US" sz="3200" dirty="0">
                <a:latin typeface="Calibri" panose="020F0502020204030204" pitchFamily="34" charset="0"/>
                <a:cs typeface="Calibri" panose="020F0502020204030204" pitchFamily="34" charset="0"/>
              </a:rPr>
              <a:t>E-mail, SMTP, IMAP</a:t>
            </a:r>
          </a:p>
          <a:p>
            <a:pPr marL="401638" indent="-401638">
              <a:buClr>
                <a:schemeClr val="bg1">
                  <a:lumMod val="75000"/>
                </a:schemeClr>
              </a:buClr>
              <a:defRPr/>
            </a:pPr>
            <a:r>
              <a:rPr lang="en-US" sz="3200" dirty="0">
                <a:solidFill>
                  <a:schemeClr val="bg1">
                    <a:lumMod val="75000"/>
                  </a:schemeClr>
                </a:solidFill>
                <a:latin typeface="Calibri" panose="020F0502020204030204" pitchFamily="34" charset="0"/>
                <a:cs typeface="Calibri" panose="020F0502020204030204" pitchFamily="34" charset="0"/>
              </a:rPr>
              <a:t>The Domain Name System DNS</a:t>
            </a:r>
          </a:p>
          <a:p>
            <a:endParaRPr lang="en-US" dirty="0"/>
          </a:p>
        </p:txBody>
      </p:sp>
      <p:sp>
        <p:nvSpPr>
          <p:cNvPr id="11" name="Rectangle 4">
            <a:extLst>
              <a:ext uri="{FF2B5EF4-FFF2-40B4-BE49-F238E27FC236}">
                <a16:creationId xmlns:a16="http://schemas.microsoft.com/office/drawing/2014/main" id="{5FE695BD-369F-8C4A-ACAD-42671E1C0719}"/>
              </a:ext>
            </a:extLst>
          </p:cNvPr>
          <p:cNvSpPr txBox="1">
            <a:spLocks noChangeArrowheads="1"/>
          </p:cNvSpPr>
          <p:nvPr/>
        </p:nvSpPr>
        <p:spPr>
          <a:xfrm>
            <a:off x="6557554" y="1422888"/>
            <a:ext cx="5405262" cy="4799013"/>
          </a:xfrm>
          <a:prstGeom prst="rect">
            <a:avLst/>
          </a:prstGeom>
        </p:spPr>
        <p:txBody>
          <a:bodyPr>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9250" indent="-349250">
              <a:buClr>
                <a:schemeClr val="bg1">
                  <a:lumMod val="75000"/>
                </a:schemeClr>
              </a:buClr>
            </a:pPr>
            <a:r>
              <a:rPr lang="en-US" altLang="en-US" sz="3200" dirty="0">
                <a:solidFill>
                  <a:schemeClr val="bg1">
                    <a:lumMod val="75000"/>
                  </a:schemeClr>
                </a:solidFill>
                <a:ea typeface="ＭＳ Ｐゴシック" panose="020B0600070205080204" pitchFamily="34" charset="-128"/>
              </a:rPr>
              <a:t>P2P applications</a:t>
            </a:r>
          </a:p>
          <a:p>
            <a:pPr marL="349250" indent="-349250">
              <a:buClr>
                <a:schemeClr val="bg1">
                  <a:lumMod val="75000"/>
                </a:schemeClr>
              </a:buClr>
            </a:pPr>
            <a:r>
              <a:rPr lang="en-US" altLang="en-US" sz="3200" dirty="0">
                <a:solidFill>
                  <a:schemeClr val="bg1">
                    <a:lumMod val="75000"/>
                  </a:schemeClr>
                </a:solidFill>
                <a:ea typeface="ＭＳ Ｐゴシック" panose="020B0600070205080204" pitchFamily="34" charset="-128"/>
              </a:rPr>
              <a:t>video streaming and content distribution networks</a:t>
            </a:r>
          </a:p>
          <a:p>
            <a:pPr marL="349250" indent="-349250">
              <a:buClr>
                <a:schemeClr val="bg1">
                  <a:lumMod val="75000"/>
                </a:schemeClr>
              </a:buClr>
            </a:pPr>
            <a:r>
              <a:rPr lang="en-US" altLang="en-US" sz="3200" dirty="0">
                <a:solidFill>
                  <a:schemeClr val="bg1">
                    <a:lumMod val="75000"/>
                  </a:schemeClr>
                </a:solidFill>
                <a:ea typeface="ＭＳ Ｐゴシック" panose="020B0600070205080204" pitchFamily="34" charset="-128"/>
              </a:rPr>
              <a:t>socket programming with UDP and TCP</a:t>
            </a:r>
          </a:p>
          <a:p>
            <a:pPr>
              <a:buFont typeface="Wingdings" pitchFamily="2" charset="2"/>
              <a:buNone/>
            </a:pPr>
            <a:endParaRPr lang="en-US" altLang="en-US" sz="2400" dirty="0"/>
          </a:p>
        </p:txBody>
      </p:sp>
      <p:sp>
        <p:nvSpPr>
          <p:cNvPr id="3" name="Slide Number Placeholder 2">
            <a:extLst>
              <a:ext uri="{FF2B5EF4-FFF2-40B4-BE49-F238E27FC236}">
                <a16:creationId xmlns:a16="http://schemas.microsoft.com/office/drawing/2014/main" id="{3B8A7DC3-C885-F84E-9572-316B746437B7}"/>
              </a:ext>
            </a:extLst>
          </p:cNvPr>
          <p:cNvSpPr>
            <a:spLocks noGrp="1"/>
          </p:cNvSpPr>
          <p:nvPr>
            <p:ph type="sldNum" sz="quarter" idx="4"/>
          </p:nvPr>
        </p:nvSpPr>
        <p:spPr/>
        <p:txBody>
          <a:bodyPr/>
          <a:lstStyle/>
          <a:p>
            <a:r>
              <a:rPr lang="en-US" dirty="0"/>
              <a:t>Application Layer: 2-</a:t>
            </a:r>
            <a:fld id="{C4204591-24BD-A542-B9D5-F8D8A88D2FEE}" type="slidenum">
              <a:rPr lang="en-US" smtClean="0"/>
              <a:pPr/>
              <a:t>52</a:t>
            </a:fld>
            <a:endParaRPr lang="en-US" dirty="0"/>
          </a:p>
        </p:txBody>
      </p:sp>
      <p:pic>
        <p:nvPicPr>
          <p:cNvPr id="7" name="Picture 6" descr="Kurose&amp;Ross 8th edition photo">
            <a:extLst>
              <a:ext uri="{FF2B5EF4-FFF2-40B4-BE49-F238E27FC236}">
                <a16:creationId xmlns:a16="http://schemas.microsoft.com/office/drawing/2014/main" id="{1483A316-B08E-574D-B36E-624819972D75}"/>
              </a:ext>
            </a:extLst>
          </p:cNvPr>
          <p:cNvPicPr>
            <a:picLocks noChangeAspect="1"/>
          </p:cNvPicPr>
          <p:nvPr/>
        </p:nvPicPr>
        <p:blipFill>
          <a:blip r:embed="rId3"/>
          <a:stretch>
            <a:fillRect/>
          </a:stretch>
        </p:blipFill>
        <p:spPr>
          <a:xfrm>
            <a:off x="6957391" y="4125913"/>
            <a:ext cx="3087757" cy="2315818"/>
          </a:xfrm>
          <a:prstGeom prst="rect">
            <a:avLst/>
          </a:prstGeom>
        </p:spPr>
      </p:pic>
    </p:spTree>
    <p:extLst>
      <p:ext uri="{BB962C8B-B14F-4D97-AF65-F5344CB8AC3E}">
        <p14:creationId xmlns:p14="http://schemas.microsoft.com/office/powerpoint/2010/main" val="19631005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E-mail</a:t>
            </a:r>
            <a:endParaRPr lang="en-US" sz="4400" dirty="0"/>
          </a:p>
        </p:txBody>
      </p:sp>
      <p:sp>
        <p:nvSpPr>
          <p:cNvPr id="8" name="Rectangle 3">
            <a:extLst>
              <a:ext uri="{FF2B5EF4-FFF2-40B4-BE49-F238E27FC236}">
                <a16:creationId xmlns:a16="http://schemas.microsoft.com/office/drawing/2014/main" id="{21810D1F-B21D-4B49-9104-1DDE54C093AE}"/>
              </a:ext>
            </a:extLst>
          </p:cNvPr>
          <p:cNvSpPr txBox="1">
            <a:spLocks noChangeArrowheads="1"/>
          </p:cNvSpPr>
          <p:nvPr/>
        </p:nvSpPr>
        <p:spPr>
          <a:xfrm>
            <a:off x="544512" y="1366838"/>
            <a:ext cx="7119031" cy="48768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Three major components: </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user agents </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mail servers </a:t>
            </a:r>
          </a:p>
          <a:p>
            <a:pPr marL="460375" marR="0" lvl="0" indent="-215900" algn="l" defTabSz="914400" rtl="0" eaLnBrk="1" fontAlgn="auto" latinLnBrk="0" hangingPunct="1">
              <a:lnSpc>
                <a:spcPct val="90000"/>
              </a:lnSpc>
              <a:spcBef>
                <a:spcPts val="400"/>
              </a:spcBef>
              <a:spcAft>
                <a:spcPct val="7500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simple mail transfer protocol: SMTP</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6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User Agent</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a.k.a.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mail reader”</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composing, editing, reading mail messages</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e.g., Outlook, iPhone mail client</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outgoing, incoming messages stored on server</a:t>
            </a:r>
          </a:p>
        </p:txBody>
      </p:sp>
      <p:grpSp>
        <p:nvGrpSpPr>
          <p:cNvPr id="433" name="Group 279">
            <a:extLst>
              <a:ext uri="{FF2B5EF4-FFF2-40B4-BE49-F238E27FC236}">
                <a16:creationId xmlns:a16="http://schemas.microsoft.com/office/drawing/2014/main" id="{2EF60A4B-BB2C-B34B-90F3-D1FE6C8FFDAD}"/>
              </a:ext>
            </a:extLst>
          </p:cNvPr>
          <p:cNvGrpSpPr>
            <a:grpSpLocks/>
          </p:cNvGrpSpPr>
          <p:nvPr/>
        </p:nvGrpSpPr>
        <p:grpSpPr bwMode="auto">
          <a:xfrm>
            <a:off x="9926119" y="5308075"/>
            <a:ext cx="1736725" cy="973138"/>
            <a:chOff x="4458" y="3335"/>
            <a:chExt cx="1094" cy="613"/>
          </a:xfrm>
        </p:grpSpPr>
        <p:sp>
          <p:nvSpPr>
            <p:cNvPr id="434" name="Text Box 263">
              <a:extLst>
                <a:ext uri="{FF2B5EF4-FFF2-40B4-BE49-F238E27FC236}">
                  <a16:creationId xmlns:a16="http://schemas.microsoft.com/office/drawing/2014/main" id="{41250870-CE47-A94F-91C6-42B94321E1E7}"/>
                </a:ext>
              </a:extLst>
            </p:cNvPr>
            <p:cNvSpPr txBox="1">
              <a:spLocks noChangeArrowheads="1"/>
            </p:cNvSpPr>
            <p:nvPr/>
          </p:nvSpPr>
          <p:spPr bwMode="auto">
            <a:xfrm>
              <a:off x="4527" y="3715"/>
              <a:ext cx="8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 mailbox</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435" name="Group 278">
              <a:extLst>
                <a:ext uri="{FF2B5EF4-FFF2-40B4-BE49-F238E27FC236}">
                  <a16:creationId xmlns:a16="http://schemas.microsoft.com/office/drawing/2014/main" id="{F337E40C-B180-194A-B368-8F35ECF83896}"/>
                </a:ext>
              </a:extLst>
            </p:cNvPr>
            <p:cNvGrpSpPr>
              <a:grpSpLocks/>
            </p:cNvGrpSpPr>
            <p:nvPr/>
          </p:nvGrpSpPr>
          <p:grpSpPr bwMode="auto">
            <a:xfrm>
              <a:off x="4458" y="3408"/>
              <a:ext cx="450" cy="120"/>
              <a:chOff x="4314" y="3444"/>
              <a:chExt cx="450" cy="120"/>
            </a:xfrm>
          </p:grpSpPr>
          <p:sp>
            <p:nvSpPr>
              <p:cNvPr id="438" name="Rectangle 264">
                <a:extLst>
                  <a:ext uri="{FF2B5EF4-FFF2-40B4-BE49-F238E27FC236}">
                    <a16:creationId xmlns:a16="http://schemas.microsoft.com/office/drawing/2014/main" id="{952BA00D-1B4A-4948-82B5-82AE8D13A24F}"/>
                  </a:ext>
                </a:extLst>
              </p:cNvPr>
              <p:cNvSpPr>
                <a:spLocks noChangeArrowheads="1"/>
              </p:cNvSpPr>
              <p:nvPr/>
            </p:nvSpPr>
            <p:spPr bwMode="auto">
              <a:xfrm>
                <a:off x="4314" y="3444"/>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39" name="Line 265">
                <a:extLst>
                  <a:ext uri="{FF2B5EF4-FFF2-40B4-BE49-F238E27FC236}">
                    <a16:creationId xmlns:a16="http://schemas.microsoft.com/office/drawing/2014/main" id="{B275CB99-7AAC-A148-8381-65E960D05921}"/>
                  </a:ext>
                </a:extLst>
              </p:cNvPr>
              <p:cNvSpPr>
                <a:spLocks noChangeShapeType="1"/>
              </p:cNvSpPr>
              <p:nvPr/>
            </p:nvSpPr>
            <p:spPr bwMode="auto">
              <a:xfrm>
                <a:off x="4363" y="3472"/>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40" name="Line 266">
                <a:extLst>
                  <a:ext uri="{FF2B5EF4-FFF2-40B4-BE49-F238E27FC236}">
                    <a16:creationId xmlns:a16="http://schemas.microsoft.com/office/drawing/2014/main" id="{47491974-AD71-004E-AB59-0655640AEC45}"/>
                  </a:ext>
                </a:extLst>
              </p:cNvPr>
              <p:cNvSpPr>
                <a:spLocks noChangeShapeType="1"/>
              </p:cNvSpPr>
              <p:nvPr/>
            </p:nvSpPr>
            <p:spPr bwMode="auto">
              <a:xfrm flipH="1">
                <a:off x="4472" y="3471"/>
                <a:ext cx="6"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41" name="Line 267">
                <a:extLst>
                  <a:ext uri="{FF2B5EF4-FFF2-40B4-BE49-F238E27FC236}">
                    <a16:creationId xmlns:a16="http://schemas.microsoft.com/office/drawing/2014/main" id="{B200EE76-91FF-8846-8C54-A23D92713A6F}"/>
                  </a:ext>
                </a:extLst>
              </p:cNvPr>
              <p:cNvSpPr>
                <a:spLocks noChangeShapeType="1"/>
              </p:cNvSpPr>
              <p:nvPr/>
            </p:nvSpPr>
            <p:spPr bwMode="auto">
              <a:xfrm>
                <a:off x="4527" y="347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42" name="Line 268">
                <a:extLst>
                  <a:ext uri="{FF2B5EF4-FFF2-40B4-BE49-F238E27FC236}">
                    <a16:creationId xmlns:a16="http://schemas.microsoft.com/office/drawing/2014/main" id="{FF930B76-2857-B14D-AD85-09CD6FA57CA5}"/>
                  </a:ext>
                </a:extLst>
              </p:cNvPr>
              <p:cNvSpPr>
                <a:spLocks noChangeShapeType="1"/>
              </p:cNvSpPr>
              <p:nvPr/>
            </p:nvSpPr>
            <p:spPr bwMode="auto">
              <a:xfrm>
                <a:off x="4584" y="3471"/>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43" name="Line 269">
                <a:extLst>
                  <a:ext uri="{FF2B5EF4-FFF2-40B4-BE49-F238E27FC236}">
                    <a16:creationId xmlns:a16="http://schemas.microsoft.com/office/drawing/2014/main" id="{A45A103A-DECC-1641-9DE7-659C116522FC}"/>
                  </a:ext>
                </a:extLst>
              </p:cNvPr>
              <p:cNvSpPr>
                <a:spLocks noChangeShapeType="1"/>
              </p:cNvSpPr>
              <p:nvPr/>
            </p:nvSpPr>
            <p:spPr bwMode="auto">
              <a:xfrm>
                <a:off x="4645" y="3471"/>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44" name="Line 270">
                <a:extLst>
                  <a:ext uri="{FF2B5EF4-FFF2-40B4-BE49-F238E27FC236}">
                    <a16:creationId xmlns:a16="http://schemas.microsoft.com/office/drawing/2014/main" id="{73B06C32-185A-D246-82A4-C6DC25E70096}"/>
                  </a:ext>
                </a:extLst>
              </p:cNvPr>
              <p:cNvSpPr>
                <a:spLocks noChangeShapeType="1"/>
              </p:cNvSpPr>
              <p:nvPr/>
            </p:nvSpPr>
            <p:spPr bwMode="auto">
              <a:xfrm>
                <a:off x="4701" y="3471"/>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45" name="Line 271">
                <a:extLst>
                  <a:ext uri="{FF2B5EF4-FFF2-40B4-BE49-F238E27FC236}">
                    <a16:creationId xmlns:a16="http://schemas.microsoft.com/office/drawing/2014/main" id="{7341EBA5-2E81-A74B-8F94-6ADE0EB85AE6}"/>
                  </a:ext>
                </a:extLst>
              </p:cNvPr>
              <p:cNvSpPr>
                <a:spLocks noChangeShapeType="1"/>
              </p:cNvSpPr>
              <p:nvPr/>
            </p:nvSpPr>
            <p:spPr bwMode="auto">
              <a:xfrm>
                <a:off x="4416" y="3472"/>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36" name="Rectangle 272">
              <a:extLst>
                <a:ext uri="{FF2B5EF4-FFF2-40B4-BE49-F238E27FC236}">
                  <a16:creationId xmlns:a16="http://schemas.microsoft.com/office/drawing/2014/main" id="{0B665308-9EC4-5A44-9326-2A177FF67D5A}"/>
                </a:ext>
              </a:extLst>
            </p:cNvPr>
            <p:cNvSpPr>
              <a:spLocks noChangeArrowheads="1"/>
            </p:cNvSpPr>
            <p:nvPr/>
          </p:nvSpPr>
          <p:spPr bwMode="auto">
            <a:xfrm>
              <a:off x="4472" y="3779"/>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37" name="Text Box 277">
              <a:extLst>
                <a:ext uri="{FF2B5EF4-FFF2-40B4-BE49-F238E27FC236}">
                  <a16:creationId xmlns:a16="http://schemas.microsoft.com/office/drawing/2014/main" id="{F20D1BFA-9817-D84B-AAED-9E047761E91E}"/>
                </a:ext>
              </a:extLst>
            </p:cNvPr>
            <p:cNvSpPr txBox="1">
              <a:spLocks noChangeArrowheads="1"/>
            </p:cNvSpPr>
            <p:nvPr/>
          </p:nvSpPr>
          <p:spPr bwMode="auto">
            <a:xfrm>
              <a:off x="4514" y="3335"/>
              <a:ext cx="103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outgoing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message queue</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8" name="Group 17">
            <a:extLst>
              <a:ext uri="{FF2B5EF4-FFF2-40B4-BE49-F238E27FC236}">
                <a16:creationId xmlns:a16="http://schemas.microsoft.com/office/drawing/2014/main" id="{A40EF7C7-BC9E-1D46-9787-9C4C966D32B3}"/>
              </a:ext>
            </a:extLst>
          </p:cNvPr>
          <p:cNvGrpSpPr/>
          <p:nvPr/>
        </p:nvGrpSpPr>
        <p:grpSpPr>
          <a:xfrm>
            <a:off x="7241455" y="1234950"/>
            <a:ext cx="2992437" cy="3595688"/>
            <a:chOff x="7241455" y="1234950"/>
            <a:chExt cx="2992437" cy="3595688"/>
          </a:xfrm>
        </p:grpSpPr>
        <p:grpSp>
          <p:nvGrpSpPr>
            <p:cNvPr id="17" name="Group 16">
              <a:extLst>
                <a:ext uri="{FF2B5EF4-FFF2-40B4-BE49-F238E27FC236}">
                  <a16:creationId xmlns:a16="http://schemas.microsoft.com/office/drawing/2014/main" id="{40F0B8AA-4B19-CB47-90E3-2610230A6897}"/>
                </a:ext>
              </a:extLst>
            </p:cNvPr>
            <p:cNvGrpSpPr/>
            <p:nvPr/>
          </p:nvGrpSpPr>
          <p:grpSpPr>
            <a:xfrm>
              <a:off x="9233767" y="2182687"/>
              <a:ext cx="1000125" cy="1247776"/>
              <a:chOff x="9233767" y="2182687"/>
              <a:chExt cx="1000125" cy="1247776"/>
            </a:xfrm>
          </p:grpSpPr>
          <p:grpSp>
            <p:nvGrpSpPr>
              <p:cNvPr id="447" name="Group 389">
                <a:extLst>
                  <a:ext uri="{FF2B5EF4-FFF2-40B4-BE49-F238E27FC236}">
                    <a16:creationId xmlns:a16="http://schemas.microsoft.com/office/drawing/2014/main" id="{0E121856-D2CF-BD44-A732-5CF1698DF941}"/>
                  </a:ext>
                </a:extLst>
              </p:cNvPr>
              <p:cNvGrpSpPr>
                <a:grpSpLocks/>
              </p:cNvGrpSpPr>
              <p:nvPr/>
            </p:nvGrpSpPr>
            <p:grpSpPr bwMode="auto">
              <a:xfrm>
                <a:off x="9233767" y="2182687"/>
                <a:ext cx="477838" cy="715963"/>
                <a:chOff x="4140" y="429"/>
                <a:chExt cx="1425" cy="2396"/>
              </a:xfrm>
            </p:grpSpPr>
            <p:sp>
              <p:nvSpPr>
                <p:cNvPr id="610" name="Freeform 390">
                  <a:extLst>
                    <a:ext uri="{FF2B5EF4-FFF2-40B4-BE49-F238E27FC236}">
                      <a16:creationId xmlns:a16="http://schemas.microsoft.com/office/drawing/2014/main" id="{D8B60AB9-7CE6-F14B-893A-0B1ECB740A5D}"/>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11" name="Rectangle 391">
                  <a:extLst>
                    <a:ext uri="{FF2B5EF4-FFF2-40B4-BE49-F238E27FC236}">
                      <a16:creationId xmlns:a16="http://schemas.microsoft.com/office/drawing/2014/main" id="{D3C4D367-DB85-294D-941E-C4CCF95D17E3}"/>
                    </a:ext>
                  </a:extLst>
                </p:cNvPr>
                <p:cNvSpPr>
                  <a:spLocks noChangeArrowheads="1"/>
                </p:cNvSpPr>
                <p:nvPr/>
              </p:nvSpPr>
              <p:spPr bwMode="auto">
                <a:xfrm>
                  <a:off x="4206"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12" name="Freeform 392">
                  <a:extLst>
                    <a:ext uri="{FF2B5EF4-FFF2-40B4-BE49-F238E27FC236}">
                      <a16:creationId xmlns:a16="http://schemas.microsoft.com/office/drawing/2014/main" id="{5CA055FA-0720-7840-BE18-48478EEE554C}"/>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13" name="Freeform 393">
                  <a:extLst>
                    <a:ext uri="{FF2B5EF4-FFF2-40B4-BE49-F238E27FC236}">
                      <a16:creationId xmlns:a16="http://schemas.microsoft.com/office/drawing/2014/main" id="{3BBFE8BC-0BD4-134B-A671-36514DDAC58F}"/>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14" name="Rectangle 394">
                  <a:extLst>
                    <a:ext uri="{FF2B5EF4-FFF2-40B4-BE49-F238E27FC236}">
                      <a16:creationId xmlns:a16="http://schemas.microsoft.com/office/drawing/2014/main" id="{D0B0114B-71C7-6A4B-951C-64F84E158BCF}"/>
                    </a:ext>
                  </a:extLst>
                </p:cNvPr>
                <p:cNvSpPr>
                  <a:spLocks noChangeArrowheads="1"/>
                </p:cNvSpPr>
                <p:nvPr/>
              </p:nvSpPr>
              <p:spPr bwMode="auto">
                <a:xfrm>
                  <a:off x="4211" y="695"/>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615" name="Group 395">
                  <a:extLst>
                    <a:ext uri="{FF2B5EF4-FFF2-40B4-BE49-F238E27FC236}">
                      <a16:creationId xmlns:a16="http://schemas.microsoft.com/office/drawing/2014/main" id="{CCE97BC5-B32E-A244-B98A-2D18B9679406}"/>
                    </a:ext>
                  </a:extLst>
                </p:cNvPr>
                <p:cNvGrpSpPr>
                  <a:grpSpLocks/>
                </p:cNvGrpSpPr>
                <p:nvPr/>
              </p:nvGrpSpPr>
              <p:grpSpPr bwMode="auto">
                <a:xfrm>
                  <a:off x="4749" y="668"/>
                  <a:ext cx="581" cy="145"/>
                  <a:chOff x="614" y="2568"/>
                  <a:chExt cx="725" cy="139"/>
                </a:xfrm>
              </p:grpSpPr>
              <p:sp>
                <p:nvSpPr>
                  <p:cNvPr id="640" name="AutoShape 396">
                    <a:extLst>
                      <a:ext uri="{FF2B5EF4-FFF2-40B4-BE49-F238E27FC236}">
                        <a16:creationId xmlns:a16="http://schemas.microsoft.com/office/drawing/2014/main" id="{EFA6368E-1013-B44C-9AE2-9FFA4CC527BB}"/>
                      </a:ext>
                    </a:extLst>
                  </p:cNvPr>
                  <p:cNvSpPr>
                    <a:spLocks noChangeArrowheads="1"/>
                  </p:cNvSpPr>
                  <p:nvPr/>
                </p:nvSpPr>
                <p:spPr bwMode="auto">
                  <a:xfrm>
                    <a:off x="616" y="2568"/>
                    <a:ext cx="721"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41" name="AutoShape 397">
                    <a:extLst>
                      <a:ext uri="{FF2B5EF4-FFF2-40B4-BE49-F238E27FC236}">
                        <a16:creationId xmlns:a16="http://schemas.microsoft.com/office/drawing/2014/main" id="{2A187B97-5F9E-CE47-A163-46FD77373D6B}"/>
                      </a:ext>
                    </a:extLst>
                  </p:cNvPr>
                  <p:cNvSpPr>
                    <a:spLocks noChangeArrowheads="1"/>
                  </p:cNvSpPr>
                  <p:nvPr/>
                </p:nvSpPr>
                <p:spPr bwMode="auto">
                  <a:xfrm>
                    <a:off x="634" y="2583"/>
                    <a:ext cx="68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616" name="Rectangle 398">
                  <a:extLst>
                    <a:ext uri="{FF2B5EF4-FFF2-40B4-BE49-F238E27FC236}">
                      <a16:creationId xmlns:a16="http://schemas.microsoft.com/office/drawing/2014/main" id="{B19FBC61-83B0-A14E-99F0-5BFCCFCB1B17}"/>
                    </a:ext>
                  </a:extLst>
                </p:cNvPr>
                <p:cNvSpPr>
                  <a:spLocks noChangeArrowheads="1"/>
                </p:cNvSpPr>
                <p:nvPr/>
              </p:nvSpPr>
              <p:spPr bwMode="auto">
                <a:xfrm>
                  <a:off x="4225" y="101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617" name="Group 399">
                  <a:extLst>
                    <a:ext uri="{FF2B5EF4-FFF2-40B4-BE49-F238E27FC236}">
                      <a16:creationId xmlns:a16="http://schemas.microsoft.com/office/drawing/2014/main" id="{1C88BBDC-CC23-854A-A7B8-9B5383302B0E}"/>
                    </a:ext>
                  </a:extLst>
                </p:cNvPr>
                <p:cNvGrpSpPr>
                  <a:grpSpLocks/>
                </p:cNvGrpSpPr>
                <p:nvPr/>
              </p:nvGrpSpPr>
              <p:grpSpPr bwMode="auto">
                <a:xfrm>
                  <a:off x="4747" y="994"/>
                  <a:ext cx="581" cy="134"/>
                  <a:chOff x="614" y="2568"/>
                  <a:chExt cx="725" cy="139"/>
                </a:xfrm>
              </p:grpSpPr>
              <p:sp>
                <p:nvSpPr>
                  <p:cNvPr id="638" name="AutoShape 400">
                    <a:extLst>
                      <a:ext uri="{FF2B5EF4-FFF2-40B4-BE49-F238E27FC236}">
                        <a16:creationId xmlns:a16="http://schemas.microsoft.com/office/drawing/2014/main" id="{D6910F87-2FF9-EA4E-BC68-494D372CF51F}"/>
                      </a:ext>
                    </a:extLst>
                  </p:cNvPr>
                  <p:cNvSpPr>
                    <a:spLocks noChangeArrowheads="1"/>
                  </p:cNvSpPr>
                  <p:nvPr/>
                </p:nvSpPr>
                <p:spPr bwMode="auto">
                  <a:xfrm>
                    <a:off x="613" y="2566"/>
                    <a:ext cx="727" cy="143"/>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39" name="AutoShape 401">
                    <a:extLst>
                      <a:ext uri="{FF2B5EF4-FFF2-40B4-BE49-F238E27FC236}">
                        <a16:creationId xmlns:a16="http://schemas.microsoft.com/office/drawing/2014/main" id="{36245E4E-FB1E-2C43-BBAA-D642BCC1B1A4}"/>
                      </a:ext>
                    </a:extLst>
                  </p:cNvPr>
                  <p:cNvSpPr>
                    <a:spLocks noChangeArrowheads="1"/>
                  </p:cNvSpPr>
                  <p:nvPr/>
                </p:nvSpPr>
                <p:spPr bwMode="auto">
                  <a:xfrm>
                    <a:off x="630" y="2583"/>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618" name="Rectangle 402">
                  <a:extLst>
                    <a:ext uri="{FF2B5EF4-FFF2-40B4-BE49-F238E27FC236}">
                      <a16:creationId xmlns:a16="http://schemas.microsoft.com/office/drawing/2014/main" id="{C98B4378-660F-1847-8A4B-3CAB9591D15D}"/>
                    </a:ext>
                  </a:extLst>
                </p:cNvPr>
                <p:cNvSpPr>
                  <a:spLocks noChangeArrowheads="1"/>
                </p:cNvSpPr>
                <p:nvPr/>
              </p:nvSpPr>
              <p:spPr bwMode="auto">
                <a:xfrm>
                  <a:off x="4216" y="135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19" name="Rectangle 403">
                  <a:extLst>
                    <a:ext uri="{FF2B5EF4-FFF2-40B4-BE49-F238E27FC236}">
                      <a16:creationId xmlns:a16="http://schemas.microsoft.com/office/drawing/2014/main" id="{A0C2801C-C1EF-0E49-A30F-D154AACBD32C}"/>
                    </a:ext>
                  </a:extLst>
                </p:cNvPr>
                <p:cNvSpPr>
                  <a:spLocks noChangeArrowheads="1"/>
                </p:cNvSpPr>
                <p:nvPr/>
              </p:nvSpPr>
              <p:spPr bwMode="auto">
                <a:xfrm>
                  <a:off x="4230" y="1656"/>
                  <a:ext cx="592"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620" name="Group 404">
                  <a:extLst>
                    <a:ext uri="{FF2B5EF4-FFF2-40B4-BE49-F238E27FC236}">
                      <a16:creationId xmlns:a16="http://schemas.microsoft.com/office/drawing/2014/main" id="{C3C627D1-CE9C-6540-87D5-7005B1BB7761}"/>
                    </a:ext>
                  </a:extLst>
                </p:cNvPr>
                <p:cNvGrpSpPr>
                  <a:grpSpLocks/>
                </p:cNvGrpSpPr>
                <p:nvPr/>
              </p:nvGrpSpPr>
              <p:grpSpPr bwMode="auto">
                <a:xfrm>
                  <a:off x="4735" y="1627"/>
                  <a:ext cx="582" cy="151"/>
                  <a:chOff x="614" y="2568"/>
                  <a:chExt cx="725" cy="139"/>
                </a:xfrm>
              </p:grpSpPr>
              <p:sp>
                <p:nvSpPr>
                  <p:cNvPr id="636" name="AutoShape 405">
                    <a:extLst>
                      <a:ext uri="{FF2B5EF4-FFF2-40B4-BE49-F238E27FC236}">
                        <a16:creationId xmlns:a16="http://schemas.microsoft.com/office/drawing/2014/main" id="{F5475DB0-E162-B943-9743-BEE80D59A6BC}"/>
                      </a:ext>
                    </a:extLst>
                  </p:cNvPr>
                  <p:cNvSpPr>
                    <a:spLocks noChangeArrowheads="1"/>
                  </p:cNvSpPr>
                  <p:nvPr/>
                </p:nvSpPr>
                <p:spPr bwMode="auto">
                  <a:xfrm>
                    <a:off x="616" y="2570"/>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37" name="AutoShape 406">
                    <a:extLst>
                      <a:ext uri="{FF2B5EF4-FFF2-40B4-BE49-F238E27FC236}">
                        <a16:creationId xmlns:a16="http://schemas.microsoft.com/office/drawing/2014/main" id="{0E11B07E-90A2-774A-B7AE-AC422F4C847B}"/>
                      </a:ext>
                    </a:extLst>
                  </p:cNvPr>
                  <p:cNvSpPr>
                    <a:spLocks noChangeArrowheads="1"/>
                  </p:cNvSpPr>
                  <p:nvPr/>
                </p:nvSpPr>
                <p:spPr bwMode="auto">
                  <a:xfrm>
                    <a:off x="634"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621" name="Freeform 407">
                  <a:extLst>
                    <a:ext uri="{FF2B5EF4-FFF2-40B4-BE49-F238E27FC236}">
                      <a16:creationId xmlns:a16="http://schemas.microsoft.com/office/drawing/2014/main" id="{1B37433A-90DE-CC44-828B-3C03F4C8E919}"/>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622" name="Group 408">
                  <a:extLst>
                    <a:ext uri="{FF2B5EF4-FFF2-40B4-BE49-F238E27FC236}">
                      <a16:creationId xmlns:a16="http://schemas.microsoft.com/office/drawing/2014/main" id="{38854C6D-17EC-FB41-ABA7-0643F7D45FAD}"/>
                    </a:ext>
                  </a:extLst>
                </p:cNvPr>
                <p:cNvGrpSpPr>
                  <a:grpSpLocks/>
                </p:cNvGrpSpPr>
                <p:nvPr/>
              </p:nvGrpSpPr>
              <p:grpSpPr bwMode="auto">
                <a:xfrm>
                  <a:off x="4739" y="1327"/>
                  <a:ext cx="582" cy="139"/>
                  <a:chOff x="614" y="2568"/>
                  <a:chExt cx="725" cy="139"/>
                </a:xfrm>
              </p:grpSpPr>
              <p:sp>
                <p:nvSpPr>
                  <p:cNvPr id="634" name="AutoShape 409">
                    <a:extLst>
                      <a:ext uri="{FF2B5EF4-FFF2-40B4-BE49-F238E27FC236}">
                        <a16:creationId xmlns:a16="http://schemas.microsoft.com/office/drawing/2014/main" id="{AE268757-BE47-B84D-A5F7-C7A75F7D40E3}"/>
                      </a:ext>
                    </a:extLst>
                  </p:cNvPr>
                  <p:cNvSpPr>
                    <a:spLocks noChangeArrowheads="1"/>
                  </p:cNvSpPr>
                  <p:nvPr/>
                </p:nvSpPr>
                <p:spPr bwMode="auto">
                  <a:xfrm>
                    <a:off x="629" y="2568"/>
                    <a:ext cx="702"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35" name="AutoShape 410">
                    <a:extLst>
                      <a:ext uri="{FF2B5EF4-FFF2-40B4-BE49-F238E27FC236}">
                        <a16:creationId xmlns:a16="http://schemas.microsoft.com/office/drawing/2014/main" id="{6C0AC9FF-5D0C-3B41-AEB8-B2A9150426C7}"/>
                      </a:ext>
                    </a:extLst>
                  </p:cNvPr>
                  <p:cNvSpPr>
                    <a:spLocks noChangeArrowheads="1"/>
                  </p:cNvSpPr>
                  <p:nvPr/>
                </p:nvSpPr>
                <p:spPr bwMode="auto">
                  <a:xfrm>
                    <a:off x="634" y="2584"/>
                    <a:ext cx="672"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623" name="Rectangle 411">
                  <a:extLst>
                    <a:ext uri="{FF2B5EF4-FFF2-40B4-BE49-F238E27FC236}">
                      <a16:creationId xmlns:a16="http://schemas.microsoft.com/office/drawing/2014/main" id="{24F7E0AB-A636-974F-9A33-43BD0E53FB8A}"/>
                    </a:ext>
                  </a:extLst>
                </p:cNvPr>
                <p:cNvSpPr>
                  <a:spLocks noChangeArrowheads="1"/>
                </p:cNvSpPr>
                <p:nvPr/>
              </p:nvSpPr>
              <p:spPr bwMode="auto">
                <a:xfrm>
                  <a:off x="5248" y="429"/>
                  <a:ext cx="71"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24" name="Freeform 412">
                  <a:extLst>
                    <a:ext uri="{FF2B5EF4-FFF2-40B4-BE49-F238E27FC236}">
                      <a16:creationId xmlns:a16="http://schemas.microsoft.com/office/drawing/2014/main" id="{626230FF-050C-984E-BC00-3872336DC4B2}"/>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25" name="Freeform 413">
                  <a:extLst>
                    <a:ext uri="{FF2B5EF4-FFF2-40B4-BE49-F238E27FC236}">
                      <a16:creationId xmlns:a16="http://schemas.microsoft.com/office/drawing/2014/main" id="{1F463BAA-0F23-DF45-8D3B-FFFDAEB5B7E7}"/>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26" name="Oval 414">
                  <a:extLst>
                    <a:ext uri="{FF2B5EF4-FFF2-40B4-BE49-F238E27FC236}">
                      <a16:creationId xmlns:a16="http://schemas.microsoft.com/office/drawing/2014/main" id="{1EC71AF3-4591-B945-BADD-38C9BADCC394}"/>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27" name="Freeform 415">
                  <a:extLst>
                    <a:ext uri="{FF2B5EF4-FFF2-40B4-BE49-F238E27FC236}">
                      <a16:creationId xmlns:a16="http://schemas.microsoft.com/office/drawing/2014/main" id="{3FA9BCF9-A6ED-5043-B90A-C3836646EE58}"/>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28" name="AutoShape 416">
                  <a:extLst>
                    <a:ext uri="{FF2B5EF4-FFF2-40B4-BE49-F238E27FC236}">
                      <a16:creationId xmlns:a16="http://schemas.microsoft.com/office/drawing/2014/main" id="{BBF32DE7-F26B-6747-8D1C-21F79EC8B166}"/>
                    </a:ext>
                  </a:extLst>
                </p:cNvPr>
                <p:cNvSpPr>
                  <a:spLocks noChangeArrowheads="1"/>
                </p:cNvSpPr>
                <p:nvPr/>
              </p:nvSpPr>
              <p:spPr bwMode="auto">
                <a:xfrm>
                  <a:off x="4140" y="2676"/>
                  <a:ext cx="1198" cy="149"/>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29" name="AutoShape 417">
                  <a:extLst>
                    <a:ext uri="{FF2B5EF4-FFF2-40B4-BE49-F238E27FC236}">
                      <a16:creationId xmlns:a16="http://schemas.microsoft.com/office/drawing/2014/main" id="{FF922F0B-EF31-AB4A-A5EA-3FA7101E96BC}"/>
                    </a:ext>
                  </a:extLst>
                </p:cNvPr>
                <p:cNvSpPr>
                  <a:spLocks noChangeArrowheads="1"/>
                </p:cNvSpPr>
                <p:nvPr/>
              </p:nvSpPr>
              <p:spPr bwMode="auto">
                <a:xfrm>
                  <a:off x="4206" y="2713"/>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30" name="Oval 418">
                  <a:extLst>
                    <a:ext uri="{FF2B5EF4-FFF2-40B4-BE49-F238E27FC236}">
                      <a16:creationId xmlns:a16="http://schemas.microsoft.com/office/drawing/2014/main" id="{BB6526D2-E304-EA47-868B-62023801D97E}"/>
                    </a:ext>
                  </a:extLst>
                </p:cNvPr>
                <p:cNvSpPr>
                  <a:spLocks noChangeArrowheads="1"/>
                </p:cNvSpPr>
                <p:nvPr/>
              </p:nvSpPr>
              <p:spPr bwMode="auto">
                <a:xfrm>
                  <a:off x="4306" y="2384"/>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31" name="Oval 419">
                  <a:extLst>
                    <a:ext uri="{FF2B5EF4-FFF2-40B4-BE49-F238E27FC236}">
                      <a16:creationId xmlns:a16="http://schemas.microsoft.com/office/drawing/2014/main" id="{4390F52E-4427-8240-A6CD-9F975F0B8C1C}"/>
                    </a:ext>
                  </a:extLst>
                </p:cNvPr>
                <p:cNvSpPr>
                  <a:spLocks noChangeArrowheads="1"/>
                </p:cNvSpPr>
                <p:nvPr/>
              </p:nvSpPr>
              <p:spPr bwMode="auto">
                <a:xfrm>
                  <a:off x="4486" y="2384"/>
                  <a:ext cx="161"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panose="020B0604020202020204" pitchFamily="34" charset="0"/>
                  </a:endParaRPr>
                </a:p>
              </p:txBody>
            </p:sp>
            <p:sp>
              <p:nvSpPr>
                <p:cNvPr id="632" name="Oval 420">
                  <a:extLst>
                    <a:ext uri="{FF2B5EF4-FFF2-40B4-BE49-F238E27FC236}">
                      <a16:creationId xmlns:a16="http://schemas.microsoft.com/office/drawing/2014/main" id="{17E60F8D-F128-F140-A015-7BE8151AF98B}"/>
                    </a:ext>
                  </a:extLst>
                </p:cNvPr>
                <p:cNvSpPr>
                  <a:spLocks noChangeArrowheads="1"/>
                </p:cNvSpPr>
                <p:nvPr/>
              </p:nvSpPr>
              <p:spPr bwMode="auto">
                <a:xfrm>
                  <a:off x="4661" y="2379"/>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33" name="Rectangle 421">
                  <a:extLst>
                    <a:ext uri="{FF2B5EF4-FFF2-40B4-BE49-F238E27FC236}">
                      <a16:creationId xmlns:a16="http://schemas.microsoft.com/office/drawing/2014/main" id="{DE9F5E27-DCB1-A549-A90A-C0BACA49C537}"/>
                    </a:ext>
                  </a:extLst>
                </p:cNvPr>
                <p:cNvSpPr>
                  <a:spLocks noChangeArrowheads="1"/>
                </p:cNvSpPr>
                <p:nvPr/>
              </p:nvSpPr>
              <p:spPr bwMode="auto">
                <a:xfrm>
                  <a:off x="5063" y="1837"/>
                  <a:ext cx="85" cy="760"/>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451" name="Group 19">
                <a:extLst>
                  <a:ext uri="{FF2B5EF4-FFF2-40B4-BE49-F238E27FC236}">
                    <a16:creationId xmlns:a16="http://schemas.microsoft.com/office/drawing/2014/main" id="{E14109E5-50CE-4847-B30A-2C61F96D4CA6}"/>
                  </a:ext>
                </a:extLst>
              </p:cNvPr>
              <p:cNvGrpSpPr>
                <a:grpSpLocks/>
              </p:cNvGrpSpPr>
              <p:nvPr/>
            </p:nvGrpSpPr>
            <p:grpSpPr bwMode="auto">
              <a:xfrm>
                <a:off x="9424267" y="2381125"/>
                <a:ext cx="809625" cy="1049338"/>
                <a:chOff x="4296" y="2627"/>
                <a:chExt cx="510" cy="661"/>
              </a:xfrm>
            </p:grpSpPr>
            <p:sp>
              <p:nvSpPr>
                <p:cNvPr id="531" name="Rectangle 20">
                  <a:extLst>
                    <a:ext uri="{FF2B5EF4-FFF2-40B4-BE49-F238E27FC236}">
                      <a16:creationId xmlns:a16="http://schemas.microsoft.com/office/drawing/2014/main" id="{AC5B0A66-A167-204E-8BFA-3B433DC5EA3F}"/>
                    </a:ext>
                  </a:extLst>
                </p:cNvPr>
                <p:cNvSpPr>
                  <a:spLocks noChangeArrowheads="1"/>
                </p:cNvSpPr>
                <p:nvPr/>
              </p:nvSpPr>
              <p:spPr bwMode="auto">
                <a:xfrm>
                  <a:off x="4296" y="2652"/>
                  <a:ext cx="510" cy="636"/>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2" name="Text Box 21">
                  <a:extLst>
                    <a:ext uri="{FF2B5EF4-FFF2-40B4-BE49-F238E27FC236}">
                      <a16:creationId xmlns:a16="http://schemas.microsoft.com/office/drawing/2014/main" id="{0F59B7E1-B7F5-BB4A-BBE3-B5F7809DD247}"/>
                    </a:ext>
                  </a:extLst>
                </p:cNvPr>
                <p:cNvSpPr txBox="1">
                  <a:spLocks noChangeArrowheads="1"/>
                </p:cNvSpPr>
                <p:nvPr/>
              </p:nvSpPr>
              <p:spPr bwMode="auto">
                <a:xfrm>
                  <a:off x="4298" y="2627"/>
                  <a:ext cx="48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mail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server</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3" name="Rectangle 22">
                  <a:extLst>
                    <a:ext uri="{FF2B5EF4-FFF2-40B4-BE49-F238E27FC236}">
                      <a16:creationId xmlns:a16="http://schemas.microsoft.com/office/drawing/2014/main" id="{71535726-47D0-144C-BBB8-62C6C2FEFFA3}"/>
                    </a:ext>
                  </a:extLst>
                </p:cNvPr>
                <p:cNvSpPr>
                  <a:spLocks noChangeArrowheads="1"/>
                </p:cNvSpPr>
                <p:nvPr/>
              </p:nvSpPr>
              <p:spPr bwMode="auto">
                <a:xfrm>
                  <a:off x="4320" y="300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4" name="Line 23">
                  <a:extLst>
                    <a:ext uri="{FF2B5EF4-FFF2-40B4-BE49-F238E27FC236}">
                      <a16:creationId xmlns:a16="http://schemas.microsoft.com/office/drawing/2014/main" id="{DA368A70-02AC-1B46-A642-02BA5ECF6EF0}"/>
                    </a:ext>
                  </a:extLst>
                </p:cNvPr>
                <p:cNvSpPr>
                  <a:spLocks noChangeShapeType="1"/>
                </p:cNvSpPr>
                <p:nvPr/>
              </p:nvSpPr>
              <p:spPr bwMode="auto">
                <a:xfrm>
                  <a:off x="4369"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5" name="Line 24">
                  <a:extLst>
                    <a:ext uri="{FF2B5EF4-FFF2-40B4-BE49-F238E27FC236}">
                      <a16:creationId xmlns:a16="http://schemas.microsoft.com/office/drawing/2014/main" id="{F13ECAFE-D297-7F4B-812D-941FBEE37E3C}"/>
                    </a:ext>
                  </a:extLst>
                </p:cNvPr>
                <p:cNvSpPr>
                  <a:spLocks noChangeShapeType="1"/>
                </p:cNvSpPr>
                <p:nvPr/>
              </p:nvSpPr>
              <p:spPr bwMode="auto">
                <a:xfrm>
                  <a:off x="4478"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6" name="Line 25">
                  <a:extLst>
                    <a:ext uri="{FF2B5EF4-FFF2-40B4-BE49-F238E27FC236}">
                      <a16:creationId xmlns:a16="http://schemas.microsoft.com/office/drawing/2014/main" id="{D1B35153-5338-A043-BE0E-433F05C25032}"/>
                    </a:ext>
                  </a:extLst>
                </p:cNvPr>
                <p:cNvSpPr>
                  <a:spLocks noChangeShapeType="1"/>
                </p:cNvSpPr>
                <p:nvPr/>
              </p:nvSpPr>
              <p:spPr bwMode="auto">
                <a:xfrm>
                  <a:off x="4533" y="303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7" name="Line 26">
                  <a:extLst>
                    <a:ext uri="{FF2B5EF4-FFF2-40B4-BE49-F238E27FC236}">
                      <a16:creationId xmlns:a16="http://schemas.microsoft.com/office/drawing/2014/main" id="{89EADCDA-274C-2E43-8C54-9FCA855047E5}"/>
                    </a:ext>
                  </a:extLst>
                </p:cNvPr>
                <p:cNvSpPr>
                  <a:spLocks noChangeShapeType="1"/>
                </p:cNvSpPr>
                <p:nvPr/>
              </p:nvSpPr>
              <p:spPr bwMode="auto">
                <a:xfrm>
                  <a:off x="4590"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8" name="Line 27">
                  <a:extLst>
                    <a:ext uri="{FF2B5EF4-FFF2-40B4-BE49-F238E27FC236}">
                      <a16:creationId xmlns:a16="http://schemas.microsoft.com/office/drawing/2014/main" id="{17DEFD25-82BB-6545-B3F0-B1240F51A5F2}"/>
                    </a:ext>
                  </a:extLst>
                </p:cNvPr>
                <p:cNvSpPr>
                  <a:spLocks noChangeShapeType="1"/>
                </p:cNvSpPr>
                <p:nvPr/>
              </p:nvSpPr>
              <p:spPr bwMode="auto">
                <a:xfrm>
                  <a:off x="4651"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9" name="Line 28">
                  <a:extLst>
                    <a:ext uri="{FF2B5EF4-FFF2-40B4-BE49-F238E27FC236}">
                      <a16:creationId xmlns:a16="http://schemas.microsoft.com/office/drawing/2014/main" id="{694FC287-3940-D144-83E9-13190F74DAFE}"/>
                    </a:ext>
                  </a:extLst>
                </p:cNvPr>
                <p:cNvSpPr>
                  <a:spLocks noChangeShapeType="1"/>
                </p:cNvSpPr>
                <p:nvPr/>
              </p:nvSpPr>
              <p:spPr bwMode="auto">
                <a:xfrm>
                  <a:off x="4707"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0" name="Line 29">
                  <a:extLst>
                    <a:ext uri="{FF2B5EF4-FFF2-40B4-BE49-F238E27FC236}">
                      <a16:creationId xmlns:a16="http://schemas.microsoft.com/office/drawing/2014/main" id="{BAE767AB-23DB-7E44-99F4-F11132275415}"/>
                    </a:ext>
                  </a:extLst>
                </p:cNvPr>
                <p:cNvSpPr>
                  <a:spLocks noChangeShapeType="1"/>
                </p:cNvSpPr>
                <p:nvPr/>
              </p:nvSpPr>
              <p:spPr bwMode="auto">
                <a:xfrm>
                  <a:off x="4422"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1" name="Rectangle 30">
                  <a:extLst>
                    <a:ext uri="{FF2B5EF4-FFF2-40B4-BE49-F238E27FC236}">
                      <a16:creationId xmlns:a16="http://schemas.microsoft.com/office/drawing/2014/main" id="{49A7C92C-8BD2-6B47-9196-5E60999B8B0F}"/>
                    </a:ext>
                  </a:extLst>
                </p:cNvPr>
                <p:cNvSpPr>
                  <a:spLocks noChangeArrowheads="1"/>
                </p:cNvSpPr>
                <p:nvPr/>
              </p:nvSpPr>
              <p:spPr bwMode="auto">
                <a:xfrm>
                  <a:off x="4328"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2" name="Rectangle 31">
                  <a:extLst>
                    <a:ext uri="{FF2B5EF4-FFF2-40B4-BE49-F238E27FC236}">
                      <a16:creationId xmlns:a16="http://schemas.microsoft.com/office/drawing/2014/main" id="{C3A9FD5C-54B1-7D45-B12D-299767B3ACED}"/>
                    </a:ext>
                  </a:extLst>
                </p:cNvPr>
                <p:cNvSpPr>
                  <a:spLocks noChangeArrowheads="1"/>
                </p:cNvSpPr>
                <p:nvPr/>
              </p:nvSpPr>
              <p:spPr bwMode="auto">
                <a:xfrm>
                  <a:off x="4414"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3" name="Rectangle 32">
                  <a:extLst>
                    <a:ext uri="{FF2B5EF4-FFF2-40B4-BE49-F238E27FC236}">
                      <a16:creationId xmlns:a16="http://schemas.microsoft.com/office/drawing/2014/main" id="{2DFC74AC-2A06-B94B-9404-34F755D7199B}"/>
                    </a:ext>
                  </a:extLst>
                </p:cNvPr>
                <p:cNvSpPr>
                  <a:spLocks noChangeArrowheads="1"/>
                </p:cNvSpPr>
                <p:nvPr/>
              </p:nvSpPr>
              <p:spPr bwMode="auto">
                <a:xfrm>
                  <a:off x="4500" y="317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4" name="Rectangle 33">
                  <a:extLst>
                    <a:ext uri="{FF2B5EF4-FFF2-40B4-BE49-F238E27FC236}">
                      <a16:creationId xmlns:a16="http://schemas.microsoft.com/office/drawing/2014/main" id="{9821B6CC-315C-8446-BDFF-A89664E7046B}"/>
                    </a:ext>
                  </a:extLst>
                </p:cNvPr>
                <p:cNvSpPr>
                  <a:spLocks noChangeArrowheads="1"/>
                </p:cNvSpPr>
                <p:nvPr/>
              </p:nvSpPr>
              <p:spPr bwMode="auto">
                <a:xfrm>
                  <a:off x="4597"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5" name="Rectangle 34">
                  <a:extLst>
                    <a:ext uri="{FF2B5EF4-FFF2-40B4-BE49-F238E27FC236}">
                      <a16:creationId xmlns:a16="http://schemas.microsoft.com/office/drawing/2014/main" id="{DAB5F22E-A0E3-4743-8405-E2AEEFFCADE0}"/>
                    </a:ext>
                  </a:extLst>
                </p:cNvPr>
                <p:cNvSpPr>
                  <a:spLocks noChangeArrowheads="1"/>
                </p:cNvSpPr>
                <p:nvPr/>
              </p:nvSpPr>
              <p:spPr bwMode="auto">
                <a:xfrm>
                  <a:off x="4693"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grpSp>
          <p:nvGrpSpPr>
            <p:cNvPr id="16" name="Group 15">
              <a:extLst>
                <a:ext uri="{FF2B5EF4-FFF2-40B4-BE49-F238E27FC236}">
                  <a16:creationId xmlns:a16="http://schemas.microsoft.com/office/drawing/2014/main" id="{74EA5111-B6B7-B344-B449-F28A4145AF94}"/>
                </a:ext>
              </a:extLst>
            </p:cNvPr>
            <p:cNvGrpSpPr/>
            <p:nvPr/>
          </p:nvGrpSpPr>
          <p:grpSpPr>
            <a:xfrm>
              <a:off x="7241455" y="3576512"/>
              <a:ext cx="992187" cy="1254126"/>
              <a:chOff x="7241455" y="3576512"/>
              <a:chExt cx="992187" cy="1254126"/>
            </a:xfrm>
          </p:grpSpPr>
          <p:grpSp>
            <p:nvGrpSpPr>
              <p:cNvPr id="448" name="Group 356">
                <a:extLst>
                  <a:ext uri="{FF2B5EF4-FFF2-40B4-BE49-F238E27FC236}">
                    <a16:creationId xmlns:a16="http://schemas.microsoft.com/office/drawing/2014/main" id="{E94FBB23-E0FF-2E4C-ADA9-B7693567EB7C}"/>
                  </a:ext>
                </a:extLst>
              </p:cNvPr>
              <p:cNvGrpSpPr>
                <a:grpSpLocks/>
              </p:cNvGrpSpPr>
              <p:nvPr/>
            </p:nvGrpSpPr>
            <p:grpSpPr bwMode="auto">
              <a:xfrm>
                <a:off x="7241455" y="3576512"/>
                <a:ext cx="477838" cy="715963"/>
                <a:chOff x="4140" y="429"/>
                <a:chExt cx="1425" cy="2396"/>
              </a:xfrm>
            </p:grpSpPr>
            <p:sp>
              <p:nvSpPr>
                <p:cNvPr id="578" name="Freeform 357">
                  <a:extLst>
                    <a:ext uri="{FF2B5EF4-FFF2-40B4-BE49-F238E27FC236}">
                      <a16:creationId xmlns:a16="http://schemas.microsoft.com/office/drawing/2014/main" id="{83F8A882-2D18-F84A-A8B3-6AFE04482C34}"/>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79" name="Rectangle 358">
                  <a:extLst>
                    <a:ext uri="{FF2B5EF4-FFF2-40B4-BE49-F238E27FC236}">
                      <a16:creationId xmlns:a16="http://schemas.microsoft.com/office/drawing/2014/main" id="{9C1CE4E9-0931-724C-9C29-8D583A01FCBA}"/>
                    </a:ext>
                  </a:extLst>
                </p:cNvPr>
                <p:cNvSpPr>
                  <a:spLocks noChangeArrowheads="1"/>
                </p:cNvSpPr>
                <p:nvPr/>
              </p:nvSpPr>
              <p:spPr bwMode="auto">
                <a:xfrm>
                  <a:off x="4206"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80" name="Freeform 359">
                  <a:extLst>
                    <a:ext uri="{FF2B5EF4-FFF2-40B4-BE49-F238E27FC236}">
                      <a16:creationId xmlns:a16="http://schemas.microsoft.com/office/drawing/2014/main" id="{5EDD0773-DE61-DE40-83D1-11CAD8B59063}"/>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81" name="Freeform 360">
                  <a:extLst>
                    <a:ext uri="{FF2B5EF4-FFF2-40B4-BE49-F238E27FC236}">
                      <a16:creationId xmlns:a16="http://schemas.microsoft.com/office/drawing/2014/main" id="{52B4DD92-CFC5-9245-BB48-BB112C50A01B}"/>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82" name="Rectangle 361">
                  <a:extLst>
                    <a:ext uri="{FF2B5EF4-FFF2-40B4-BE49-F238E27FC236}">
                      <a16:creationId xmlns:a16="http://schemas.microsoft.com/office/drawing/2014/main" id="{D4F645E8-31AB-5245-8FAA-CAC16B245C38}"/>
                    </a:ext>
                  </a:extLst>
                </p:cNvPr>
                <p:cNvSpPr>
                  <a:spLocks noChangeArrowheads="1"/>
                </p:cNvSpPr>
                <p:nvPr/>
              </p:nvSpPr>
              <p:spPr bwMode="auto">
                <a:xfrm>
                  <a:off x="4211" y="695"/>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583" name="Group 362">
                  <a:extLst>
                    <a:ext uri="{FF2B5EF4-FFF2-40B4-BE49-F238E27FC236}">
                      <a16:creationId xmlns:a16="http://schemas.microsoft.com/office/drawing/2014/main" id="{EBFEFCB3-1DE5-534A-BB6F-F63DB31F192C}"/>
                    </a:ext>
                  </a:extLst>
                </p:cNvPr>
                <p:cNvGrpSpPr>
                  <a:grpSpLocks/>
                </p:cNvGrpSpPr>
                <p:nvPr/>
              </p:nvGrpSpPr>
              <p:grpSpPr bwMode="auto">
                <a:xfrm>
                  <a:off x="4749" y="668"/>
                  <a:ext cx="581" cy="145"/>
                  <a:chOff x="614" y="2568"/>
                  <a:chExt cx="725" cy="139"/>
                </a:xfrm>
              </p:grpSpPr>
              <p:sp>
                <p:nvSpPr>
                  <p:cNvPr id="608" name="AutoShape 363">
                    <a:extLst>
                      <a:ext uri="{FF2B5EF4-FFF2-40B4-BE49-F238E27FC236}">
                        <a16:creationId xmlns:a16="http://schemas.microsoft.com/office/drawing/2014/main" id="{F74423DF-E08E-F346-B899-EAB3551FCA35}"/>
                      </a:ext>
                    </a:extLst>
                  </p:cNvPr>
                  <p:cNvSpPr>
                    <a:spLocks noChangeArrowheads="1"/>
                  </p:cNvSpPr>
                  <p:nvPr/>
                </p:nvSpPr>
                <p:spPr bwMode="auto">
                  <a:xfrm>
                    <a:off x="616" y="2568"/>
                    <a:ext cx="721"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09" name="AutoShape 364">
                    <a:extLst>
                      <a:ext uri="{FF2B5EF4-FFF2-40B4-BE49-F238E27FC236}">
                        <a16:creationId xmlns:a16="http://schemas.microsoft.com/office/drawing/2014/main" id="{4FF1799F-7FEB-6F4A-9DBF-9929B67C8977}"/>
                      </a:ext>
                    </a:extLst>
                  </p:cNvPr>
                  <p:cNvSpPr>
                    <a:spLocks noChangeArrowheads="1"/>
                  </p:cNvSpPr>
                  <p:nvPr/>
                </p:nvSpPr>
                <p:spPr bwMode="auto">
                  <a:xfrm>
                    <a:off x="634" y="2583"/>
                    <a:ext cx="68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84" name="Rectangle 365">
                  <a:extLst>
                    <a:ext uri="{FF2B5EF4-FFF2-40B4-BE49-F238E27FC236}">
                      <a16:creationId xmlns:a16="http://schemas.microsoft.com/office/drawing/2014/main" id="{B07FB88B-4AAA-E84E-9D0B-2BFBEC9383D1}"/>
                    </a:ext>
                  </a:extLst>
                </p:cNvPr>
                <p:cNvSpPr>
                  <a:spLocks noChangeArrowheads="1"/>
                </p:cNvSpPr>
                <p:nvPr/>
              </p:nvSpPr>
              <p:spPr bwMode="auto">
                <a:xfrm>
                  <a:off x="4225" y="101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585" name="Group 366">
                  <a:extLst>
                    <a:ext uri="{FF2B5EF4-FFF2-40B4-BE49-F238E27FC236}">
                      <a16:creationId xmlns:a16="http://schemas.microsoft.com/office/drawing/2014/main" id="{A3E91AB2-1E99-EB48-89FF-E9A629275BA4}"/>
                    </a:ext>
                  </a:extLst>
                </p:cNvPr>
                <p:cNvGrpSpPr>
                  <a:grpSpLocks/>
                </p:cNvGrpSpPr>
                <p:nvPr/>
              </p:nvGrpSpPr>
              <p:grpSpPr bwMode="auto">
                <a:xfrm>
                  <a:off x="4747" y="994"/>
                  <a:ext cx="581" cy="134"/>
                  <a:chOff x="614" y="2568"/>
                  <a:chExt cx="725" cy="139"/>
                </a:xfrm>
              </p:grpSpPr>
              <p:sp>
                <p:nvSpPr>
                  <p:cNvPr id="606" name="AutoShape 367">
                    <a:extLst>
                      <a:ext uri="{FF2B5EF4-FFF2-40B4-BE49-F238E27FC236}">
                        <a16:creationId xmlns:a16="http://schemas.microsoft.com/office/drawing/2014/main" id="{F3BF2799-81E1-EB48-82D8-0C7388FC1D12}"/>
                      </a:ext>
                    </a:extLst>
                  </p:cNvPr>
                  <p:cNvSpPr>
                    <a:spLocks noChangeArrowheads="1"/>
                  </p:cNvSpPr>
                  <p:nvPr/>
                </p:nvSpPr>
                <p:spPr bwMode="auto">
                  <a:xfrm>
                    <a:off x="613" y="2566"/>
                    <a:ext cx="727" cy="143"/>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07" name="AutoShape 368">
                    <a:extLst>
                      <a:ext uri="{FF2B5EF4-FFF2-40B4-BE49-F238E27FC236}">
                        <a16:creationId xmlns:a16="http://schemas.microsoft.com/office/drawing/2014/main" id="{40815B01-E265-EF4D-B7AD-0310DB1E52A3}"/>
                      </a:ext>
                    </a:extLst>
                  </p:cNvPr>
                  <p:cNvSpPr>
                    <a:spLocks noChangeArrowheads="1"/>
                  </p:cNvSpPr>
                  <p:nvPr/>
                </p:nvSpPr>
                <p:spPr bwMode="auto">
                  <a:xfrm>
                    <a:off x="630" y="2583"/>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86" name="Rectangle 369">
                  <a:extLst>
                    <a:ext uri="{FF2B5EF4-FFF2-40B4-BE49-F238E27FC236}">
                      <a16:creationId xmlns:a16="http://schemas.microsoft.com/office/drawing/2014/main" id="{D725FCD3-6F82-BD46-A54E-AD91C9C01D0C}"/>
                    </a:ext>
                  </a:extLst>
                </p:cNvPr>
                <p:cNvSpPr>
                  <a:spLocks noChangeArrowheads="1"/>
                </p:cNvSpPr>
                <p:nvPr/>
              </p:nvSpPr>
              <p:spPr bwMode="auto">
                <a:xfrm>
                  <a:off x="4216" y="135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87" name="Rectangle 370">
                  <a:extLst>
                    <a:ext uri="{FF2B5EF4-FFF2-40B4-BE49-F238E27FC236}">
                      <a16:creationId xmlns:a16="http://schemas.microsoft.com/office/drawing/2014/main" id="{EECD261C-17CF-5541-AF55-4668703B9D75}"/>
                    </a:ext>
                  </a:extLst>
                </p:cNvPr>
                <p:cNvSpPr>
                  <a:spLocks noChangeArrowheads="1"/>
                </p:cNvSpPr>
                <p:nvPr/>
              </p:nvSpPr>
              <p:spPr bwMode="auto">
                <a:xfrm>
                  <a:off x="4230" y="1656"/>
                  <a:ext cx="592"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588" name="Group 371">
                  <a:extLst>
                    <a:ext uri="{FF2B5EF4-FFF2-40B4-BE49-F238E27FC236}">
                      <a16:creationId xmlns:a16="http://schemas.microsoft.com/office/drawing/2014/main" id="{59C6E391-34C0-6749-ADF1-A8C086AE5EFA}"/>
                    </a:ext>
                  </a:extLst>
                </p:cNvPr>
                <p:cNvGrpSpPr>
                  <a:grpSpLocks/>
                </p:cNvGrpSpPr>
                <p:nvPr/>
              </p:nvGrpSpPr>
              <p:grpSpPr bwMode="auto">
                <a:xfrm>
                  <a:off x="4735" y="1627"/>
                  <a:ext cx="582" cy="151"/>
                  <a:chOff x="614" y="2568"/>
                  <a:chExt cx="725" cy="139"/>
                </a:xfrm>
              </p:grpSpPr>
              <p:sp>
                <p:nvSpPr>
                  <p:cNvPr id="604" name="AutoShape 372">
                    <a:extLst>
                      <a:ext uri="{FF2B5EF4-FFF2-40B4-BE49-F238E27FC236}">
                        <a16:creationId xmlns:a16="http://schemas.microsoft.com/office/drawing/2014/main" id="{464BBA8C-E6AB-BF4F-A793-C3FE2EB21E3A}"/>
                      </a:ext>
                    </a:extLst>
                  </p:cNvPr>
                  <p:cNvSpPr>
                    <a:spLocks noChangeArrowheads="1"/>
                  </p:cNvSpPr>
                  <p:nvPr/>
                </p:nvSpPr>
                <p:spPr bwMode="auto">
                  <a:xfrm>
                    <a:off x="616" y="2570"/>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05" name="AutoShape 373">
                    <a:extLst>
                      <a:ext uri="{FF2B5EF4-FFF2-40B4-BE49-F238E27FC236}">
                        <a16:creationId xmlns:a16="http://schemas.microsoft.com/office/drawing/2014/main" id="{A595B797-10DB-C24B-ADD1-006D1A2CC826}"/>
                      </a:ext>
                    </a:extLst>
                  </p:cNvPr>
                  <p:cNvSpPr>
                    <a:spLocks noChangeArrowheads="1"/>
                  </p:cNvSpPr>
                  <p:nvPr/>
                </p:nvSpPr>
                <p:spPr bwMode="auto">
                  <a:xfrm>
                    <a:off x="634"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89" name="Freeform 374">
                  <a:extLst>
                    <a:ext uri="{FF2B5EF4-FFF2-40B4-BE49-F238E27FC236}">
                      <a16:creationId xmlns:a16="http://schemas.microsoft.com/office/drawing/2014/main" id="{9EF523C5-BBA5-CC44-9C9B-8D6BBA2FB836}"/>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590" name="Group 375">
                  <a:extLst>
                    <a:ext uri="{FF2B5EF4-FFF2-40B4-BE49-F238E27FC236}">
                      <a16:creationId xmlns:a16="http://schemas.microsoft.com/office/drawing/2014/main" id="{21A7BCE0-C905-7245-9132-B22060D65238}"/>
                    </a:ext>
                  </a:extLst>
                </p:cNvPr>
                <p:cNvGrpSpPr>
                  <a:grpSpLocks/>
                </p:cNvGrpSpPr>
                <p:nvPr/>
              </p:nvGrpSpPr>
              <p:grpSpPr bwMode="auto">
                <a:xfrm>
                  <a:off x="4739" y="1327"/>
                  <a:ext cx="582" cy="139"/>
                  <a:chOff x="614" y="2568"/>
                  <a:chExt cx="725" cy="139"/>
                </a:xfrm>
              </p:grpSpPr>
              <p:sp>
                <p:nvSpPr>
                  <p:cNvPr id="602" name="AutoShape 376">
                    <a:extLst>
                      <a:ext uri="{FF2B5EF4-FFF2-40B4-BE49-F238E27FC236}">
                        <a16:creationId xmlns:a16="http://schemas.microsoft.com/office/drawing/2014/main" id="{8662D52E-AA25-6B4C-87A1-ADE96C3E7EBC}"/>
                      </a:ext>
                    </a:extLst>
                  </p:cNvPr>
                  <p:cNvSpPr>
                    <a:spLocks noChangeArrowheads="1"/>
                  </p:cNvSpPr>
                  <p:nvPr/>
                </p:nvSpPr>
                <p:spPr bwMode="auto">
                  <a:xfrm>
                    <a:off x="629" y="2568"/>
                    <a:ext cx="702"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03" name="AutoShape 377">
                    <a:extLst>
                      <a:ext uri="{FF2B5EF4-FFF2-40B4-BE49-F238E27FC236}">
                        <a16:creationId xmlns:a16="http://schemas.microsoft.com/office/drawing/2014/main" id="{0DB37A7B-978A-FF4B-896E-D4181E5F806E}"/>
                      </a:ext>
                    </a:extLst>
                  </p:cNvPr>
                  <p:cNvSpPr>
                    <a:spLocks noChangeArrowheads="1"/>
                  </p:cNvSpPr>
                  <p:nvPr/>
                </p:nvSpPr>
                <p:spPr bwMode="auto">
                  <a:xfrm>
                    <a:off x="634" y="2584"/>
                    <a:ext cx="672"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91" name="Rectangle 378">
                  <a:extLst>
                    <a:ext uri="{FF2B5EF4-FFF2-40B4-BE49-F238E27FC236}">
                      <a16:creationId xmlns:a16="http://schemas.microsoft.com/office/drawing/2014/main" id="{B290BD75-E362-B344-A460-F9BB76BE6AFD}"/>
                    </a:ext>
                  </a:extLst>
                </p:cNvPr>
                <p:cNvSpPr>
                  <a:spLocks noChangeArrowheads="1"/>
                </p:cNvSpPr>
                <p:nvPr/>
              </p:nvSpPr>
              <p:spPr bwMode="auto">
                <a:xfrm>
                  <a:off x="5248" y="429"/>
                  <a:ext cx="71"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92" name="Freeform 379">
                  <a:extLst>
                    <a:ext uri="{FF2B5EF4-FFF2-40B4-BE49-F238E27FC236}">
                      <a16:creationId xmlns:a16="http://schemas.microsoft.com/office/drawing/2014/main" id="{79B15B23-8A2F-934E-9C61-06ABF9B8B365}"/>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93" name="Freeform 380">
                  <a:extLst>
                    <a:ext uri="{FF2B5EF4-FFF2-40B4-BE49-F238E27FC236}">
                      <a16:creationId xmlns:a16="http://schemas.microsoft.com/office/drawing/2014/main" id="{469D94BF-4B49-C849-B61B-9F7323E2D403}"/>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94" name="Oval 381">
                  <a:extLst>
                    <a:ext uri="{FF2B5EF4-FFF2-40B4-BE49-F238E27FC236}">
                      <a16:creationId xmlns:a16="http://schemas.microsoft.com/office/drawing/2014/main" id="{DD6BD772-CB8F-5D41-8B4D-D90DBB916A9C}"/>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95" name="Freeform 382">
                  <a:extLst>
                    <a:ext uri="{FF2B5EF4-FFF2-40B4-BE49-F238E27FC236}">
                      <a16:creationId xmlns:a16="http://schemas.microsoft.com/office/drawing/2014/main" id="{E75141AB-B05A-D643-89AE-5FE2CD0634F8}"/>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96" name="AutoShape 383">
                  <a:extLst>
                    <a:ext uri="{FF2B5EF4-FFF2-40B4-BE49-F238E27FC236}">
                      <a16:creationId xmlns:a16="http://schemas.microsoft.com/office/drawing/2014/main" id="{CB79249E-240C-7C4E-9C97-68F86E877A10}"/>
                    </a:ext>
                  </a:extLst>
                </p:cNvPr>
                <p:cNvSpPr>
                  <a:spLocks noChangeArrowheads="1"/>
                </p:cNvSpPr>
                <p:nvPr/>
              </p:nvSpPr>
              <p:spPr bwMode="auto">
                <a:xfrm>
                  <a:off x="4140" y="2676"/>
                  <a:ext cx="1198" cy="149"/>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97" name="AutoShape 384">
                  <a:extLst>
                    <a:ext uri="{FF2B5EF4-FFF2-40B4-BE49-F238E27FC236}">
                      <a16:creationId xmlns:a16="http://schemas.microsoft.com/office/drawing/2014/main" id="{AFE02841-E545-6D43-9842-35F1873A31CA}"/>
                    </a:ext>
                  </a:extLst>
                </p:cNvPr>
                <p:cNvSpPr>
                  <a:spLocks noChangeArrowheads="1"/>
                </p:cNvSpPr>
                <p:nvPr/>
              </p:nvSpPr>
              <p:spPr bwMode="auto">
                <a:xfrm>
                  <a:off x="4206" y="2713"/>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98" name="Oval 385">
                  <a:extLst>
                    <a:ext uri="{FF2B5EF4-FFF2-40B4-BE49-F238E27FC236}">
                      <a16:creationId xmlns:a16="http://schemas.microsoft.com/office/drawing/2014/main" id="{DF028839-2C39-E346-9828-0EEC6CA8F14E}"/>
                    </a:ext>
                  </a:extLst>
                </p:cNvPr>
                <p:cNvSpPr>
                  <a:spLocks noChangeArrowheads="1"/>
                </p:cNvSpPr>
                <p:nvPr/>
              </p:nvSpPr>
              <p:spPr bwMode="auto">
                <a:xfrm>
                  <a:off x="4306" y="2384"/>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99" name="Oval 386">
                  <a:extLst>
                    <a:ext uri="{FF2B5EF4-FFF2-40B4-BE49-F238E27FC236}">
                      <a16:creationId xmlns:a16="http://schemas.microsoft.com/office/drawing/2014/main" id="{6996D80D-9F55-9848-983C-5CF57CA3112C}"/>
                    </a:ext>
                  </a:extLst>
                </p:cNvPr>
                <p:cNvSpPr>
                  <a:spLocks noChangeArrowheads="1"/>
                </p:cNvSpPr>
                <p:nvPr/>
              </p:nvSpPr>
              <p:spPr bwMode="auto">
                <a:xfrm>
                  <a:off x="4486" y="2384"/>
                  <a:ext cx="161"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panose="020B0604020202020204" pitchFamily="34" charset="0"/>
                  </a:endParaRPr>
                </a:p>
              </p:txBody>
            </p:sp>
            <p:sp>
              <p:nvSpPr>
                <p:cNvPr id="600" name="Oval 387">
                  <a:extLst>
                    <a:ext uri="{FF2B5EF4-FFF2-40B4-BE49-F238E27FC236}">
                      <a16:creationId xmlns:a16="http://schemas.microsoft.com/office/drawing/2014/main" id="{5F857B48-B4B0-8742-B029-9B1DE2020610}"/>
                    </a:ext>
                  </a:extLst>
                </p:cNvPr>
                <p:cNvSpPr>
                  <a:spLocks noChangeArrowheads="1"/>
                </p:cNvSpPr>
                <p:nvPr/>
              </p:nvSpPr>
              <p:spPr bwMode="auto">
                <a:xfrm>
                  <a:off x="4661" y="2379"/>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01" name="Rectangle 388">
                  <a:extLst>
                    <a:ext uri="{FF2B5EF4-FFF2-40B4-BE49-F238E27FC236}">
                      <a16:creationId xmlns:a16="http://schemas.microsoft.com/office/drawing/2014/main" id="{C5C7B7F3-1D8A-8641-8A5D-BAA406A899E3}"/>
                    </a:ext>
                  </a:extLst>
                </p:cNvPr>
                <p:cNvSpPr>
                  <a:spLocks noChangeArrowheads="1"/>
                </p:cNvSpPr>
                <p:nvPr/>
              </p:nvSpPr>
              <p:spPr bwMode="auto">
                <a:xfrm>
                  <a:off x="5063" y="1837"/>
                  <a:ext cx="85" cy="760"/>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452" name="Group 60">
                <a:extLst>
                  <a:ext uri="{FF2B5EF4-FFF2-40B4-BE49-F238E27FC236}">
                    <a16:creationId xmlns:a16="http://schemas.microsoft.com/office/drawing/2014/main" id="{1D0A3D53-03AA-0E40-B5FB-181B8E2FEA1E}"/>
                  </a:ext>
                </a:extLst>
              </p:cNvPr>
              <p:cNvGrpSpPr>
                <a:grpSpLocks/>
              </p:cNvGrpSpPr>
              <p:nvPr/>
            </p:nvGrpSpPr>
            <p:grpSpPr bwMode="auto">
              <a:xfrm>
                <a:off x="7424017" y="3781300"/>
                <a:ext cx="809625" cy="1049338"/>
                <a:chOff x="4296" y="2627"/>
                <a:chExt cx="510" cy="661"/>
              </a:xfrm>
            </p:grpSpPr>
            <p:sp>
              <p:nvSpPr>
                <p:cNvPr id="516" name="Rectangle 61">
                  <a:extLst>
                    <a:ext uri="{FF2B5EF4-FFF2-40B4-BE49-F238E27FC236}">
                      <a16:creationId xmlns:a16="http://schemas.microsoft.com/office/drawing/2014/main" id="{09E3AC14-3A72-6246-B449-8586196CBAF9}"/>
                    </a:ext>
                  </a:extLst>
                </p:cNvPr>
                <p:cNvSpPr>
                  <a:spLocks noChangeArrowheads="1"/>
                </p:cNvSpPr>
                <p:nvPr/>
              </p:nvSpPr>
              <p:spPr bwMode="auto">
                <a:xfrm>
                  <a:off x="4296" y="2652"/>
                  <a:ext cx="510" cy="636"/>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7" name="Text Box 62">
                  <a:extLst>
                    <a:ext uri="{FF2B5EF4-FFF2-40B4-BE49-F238E27FC236}">
                      <a16:creationId xmlns:a16="http://schemas.microsoft.com/office/drawing/2014/main" id="{D2A4573A-250B-6A45-8C10-896845686927}"/>
                    </a:ext>
                  </a:extLst>
                </p:cNvPr>
                <p:cNvSpPr txBox="1">
                  <a:spLocks noChangeArrowheads="1"/>
                </p:cNvSpPr>
                <p:nvPr/>
              </p:nvSpPr>
              <p:spPr bwMode="auto">
                <a:xfrm>
                  <a:off x="4298" y="2627"/>
                  <a:ext cx="48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mail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server</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8" name="Rectangle 63">
                  <a:extLst>
                    <a:ext uri="{FF2B5EF4-FFF2-40B4-BE49-F238E27FC236}">
                      <a16:creationId xmlns:a16="http://schemas.microsoft.com/office/drawing/2014/main" id="{40146E01-E619-F546-B029-CBBAAF30C82C}"/>
                    </a:ext>
                  </a:extLst>
                </p:cNvPr>
                <p:cNvSpPr>
                  <a:spLocks noChangeArrowheads="1"/>
                </p:cNvSpPr>
                <p:nvPr/>
              </p:nvSpPr>
              <p:spPr bwMode="auto">
                <a:xfrm>
                  <a:off x="4320" y="300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9" name="Line 64">
                  <a:extLst>
                    <a:ext uri="{FF2B5EF4-FFF2-40B4-BE49-F238E27FC236}">
                      <a16:creationId xmlns:a16="http://schemas.microsoft.com/office/drawing/2014/main" id="{FCC8A08D-9C98-EB41-A948-990137F339D3}"/>
                    </a:ext>
                  </a:extLst>
                </p:cNvPr>
                <p:cNvSpPr>
                  <a:spLocks noChangeShapeType="1"/>
                </p:cNvSpPr>
                <p:nvPr/>
              </p:nvSpPr>
              <p:spPr bwMode="auto">
                <a:xfrm>
                  <a:off x="4369"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0" name="Line 65">
                  <a:extLst>
                    <a:ext uri="{FF2B5EF4-FFF2-40B4-BE49-F238E27FC236}">
                      <a16:creationId xmlns:a16="http://schemas.microsoft.com/office/drawing/2014/main" id="{75D0D962-9B47-2146-995B-5D3637B8EB22}"/>
                    </a:ext>
                  </a:extLst>
                </p:cNvPr>
                <p:cNvSpPr>
                  <a:spLocks noChangeShapeType="1"/>
                </p:cNvSpPr>
                <p:nvPr/>
              </p:nvSpPr>
              <p:spPr bwMode="auto">
                <a:xfrm>
                  <a:off x="4478"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1" name="Line 66">
                  <a:extLst>
                    <a:ext uri="{FF2B5EF4-FFF2-40B4-BE49-F238E27FC236}">
                      <a16:creationId xmlns:a16="http://schemas.microsoft.com/office/drawing/2014/main" id="{4362F887-D4F4-4343-A7F9-49AF2E8600DC}"/>
                    </a:ext>
                  </a:extLst>
                </p:cNvPr>
                <p:cNvSpPr>
                  <a:spLocks noChangeShapeType="1"/>
                </p:cNvSpPr>
                <p:nvPr/>
              </p:nvSpPr>
              <p:spPr bwMode="auto">
                <a:xfrm>
                  <a:off x="4533" y="303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2" name="Line 67">
                  <a:extLst>
                    <a:ext uri="{FF2B5EF4-FFF2-40B4-BE49-F238E27FC236}">
                      <a16:creationId xmlns:a16="http://schemas.microsoft.com/office/drawing/2014/main" id="{4A49EBF7-F329-CC4A-8B42-F722F308574D}"/>
                    </a:ext>
                  </a:extLst>
                </p:cNvPr>
                <p:cNvSpPr>
                  <a:spLocks noChangeShapeType="1"/>
                </p:cNvSpPr>
                <p:nvPr/>
              </p:nvSpPr>
              <p:spPr bwMode="auto">
                <a:xfrm>
                  <a:off x="4590"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3" name="Line 68">
                  <a:extLst>
                    <a:ext uri="{FF2B5EF4-FFF2-40B4-BE49-F238E27FC236}">
                      <a16:creationId xmlns:a16="http://schemas.microsoft.com/office/drawing/2014/main" id="{82EFD27F-3B61-A346-B083-AAFCDF0EA5BB}"/>
                    </a:ext>
                  </a:extLst>
                </p:cNvPr>
                <p:cNvSpPr>
                  <a:spLocks noChangeShapeType="1"/>
                </p:cNvSpPr>
                <p:nvPr/>
              </p:nvSpPr>
              <p:spPr bwMode="auto">
                <a:xfrm>
                  <a:off x="4651"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4" name="Line 69">
                  <a:extLst>
                    <a:ext uri="{FF2B5EF4-FFF2-40B4-BE49-F238E27FC236}">
                      <a16:creationId xmlns:a16="http://schemas.microsoft.com/office/drawing/2014/main" id="{6C135136-1AE0-D94F-997B-F186DFAB8A21}"/>
                    </a:ext>
                  </a:extLst>
                </p:cNvPr>
                <p:cNvSpPr>
                  <a:spLocks noChangeShapeType="1"/>
                </p:cNvSpPr>
                <p:nvPr/>
              </p:nvSpPr>
              <p:spPr bwMode="auto">
                <a:xfrm>
                  <a:off x="4707"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5" name="Line 70">
                  <a:extLst>
                    <a:ext uri="{FF2B5EF4-FFF2-40B4-BE49-F238E27FC236}">
                      <a16:creationId xmlns:a16="http://schemas.microsoft.com/office/drawing/2014/main" id="{016DC3AC-C1A5-5A41-8B1E-93A178B84A55}"/>
                    </a:ext>
                  </a:extLst>
                </p:cNvPr>
                <p:cNvSpPr>
                  <a:spLocks noChangeShapeType="1"/>
                </p:cNvSpPr>
                <p:nvPr/>
              </p:nvSpPr>
              <p:spPr bwMode="auto">
                <a:xfrm>
                  <a:off x="4422"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6" name="Rectangle 71">
                  <a:extLst>
                    <a:ext uri="{FF2B5EF4-FFF2-40B4-BE49-F238E27FC236}">
                      <a16:creationId xmlns:a16="http://schemas.microsoft.com/office/drawing/2014/main" id="{F20CF242-1809-FA43-9084-68A8CC4F3F9A}"/>
                    </a:ext>
                  </a:extLst>
                </p:cNvPr>
                <p:cNvSpPr>
                  <a:spLocks noChangeArrowheads="1"/>
                </p:cNvSpPr>
                <p:nvPr/>
              </p:nvSpPr>
              <p:spPr bwMode="auto">
                <a:xfrm>
                  <a:off x="4328"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7" name="Rectangle 72">
                  <a:extLst>
                    <a:ext uri="{FF2B5EF4-FFF2-40B4-BE49-F238E27FC236}">
                      <a16:creationId xmlns:a16="http://schemas.microsoft.com/office/drawing/2014/main" id="{A951A319-F2ED-E54B-BC34-067EB07B743B}"/>
                    </a:ext>
                  </a:extLst>
                </p:cNvPr>
                <p:cNvSpPr>
                  <a:spLocks noChangeArrowheads="1"/>
                </p:cNvSpPr>
                <p:nvPr/>
              </p:nvSpPr>
              <p:spPr bwMode="auto">
                <a:xfrm>
                  <a:off x="4414"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8" name="Rectangle 73">
                  <a:extLst>
                    <a:ext uri="{FF2B5EF4-FFF2-40B4-BE49-F238E27FC236}">
                      <a16:creationId xmlns:a16="http://schemas.microsoft.com/office/drawing/2014/main" id="{C9389D47-A050-7E4E-9C99-66E158B1320A}"/>
                    </a:ext>
                  </a:extLst>
                </p:cNvPr>
                <p:cNvSpPr>
                  <a:spLocks noChangeArrowheads="1"/>
                </p:cNvSpPr>
                <p:nvPr/>
              </p:nvSpPr>
              <p:spPr bwMode="auto">
                <a:xfrm>
                  <a:off x="4500" y="317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9" name="Rectangle 74">
                  <a:extLst>
                    <a:ext uri="{FF2B5EF4-FFF2-40B4-BE49-F238E27FC236}">
                      <a16:creationId xmlns:a16="http://schemas.microsoft.com/office/drawing/2014/main" id="{82A09EAE-ECEF-4840-9456-E78E9477533D}"/>
                    </a:ext>
                  </a:extLst>
                </p:cNvPr>
                <p:cNvSpPr>
                  <a:spLocks noChangeArrowheads="1"/>
                </p:cNvSpPr>
                <p:nvPr/>
              </p:nvSpPr>
              <p:spPr bwMode="auto">
                <a:xfrm>
                  <a:off x="4597"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0" name="Rectangle 75">
                  <a:extLst>
                    <a:ext uri="{FF2B5EF4-FFF2-40B4-BE49-F238E27FC236}">
                      <a16:creationId xmlns:a16="http://schemas.microsoft.com/office/drawing/2014/main" id="{98C78C1E-7887-EB4B-AF3E-B1E5417851B6}"/>
                    </a:ext>
                  </a:extLst>
                </p:cNvPr>
                <p:cNvSpPr>
                  <a:spLocks noChangeArrowheads="1"/>
                </p:cNvSpPr>
                <p:nvPr/>
              </p:nvSpPr>
              <p:spPr bwMode="auto">
                <a:xfrm>
                  <a:off x="4693"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grpSp>
          <p:nvGrpSpPr>
            <p:cNvPr id="15" name="Group 14">
              <a:extLst>
                <a:ext uri="{FF2B5EF4-FFF2-40B4-BE49-F238E27FC236}">
                  <a16:creationId xmlns:a16="http://schemas.microsoft.com/office/drawing/2014/main" id="{9BC336C6-3436-2F4A-914E-3D65E6CDC4AC}"/>
                </a:ext>
              </a:extLst>
            </p:cNvPr>
            <p:cNvGrpSpPr/>
            <p:nvPr/>
          </p:nvGrpSpPr>
          <p:grpSpPr>
            <a:xfrm>
              <a:off x="7263680" y="1234950"/>
              <a:ext cx="969962" cy="1347788"/>
              <a:chOff x="7263680" y="1234950"/>
              <a:chExt cx="969962" cy="1347788"/>
            </a:xfrm>
          </p:grpSpPr>
          <p:grpSp>
            <p:nvGrpSpPr>
              <p:cNvPr id="449" name="Group 320">
                <a:extLst>
                  <a:ext uri="{FF2B5EF4-FFF2-40B4-BE49-F238E27FC236}">
                    <a16:creationId xmlns:a16="http://schemas.microsoft.com/office/drawing/2014/main" id="{340E8E49-51CF-6E45-9052-CF7181389F83}"/>
                  </a:ext>
                </a:extLst>
              </p:cNvPr>
              <p:cNvGrpSpPr>
                <a:grpSpLocks/>
              </p:cNvGrpSpPr>
              <p:nvPr/>
            </p:nvGrpSpPr>
            <p:grpSpPr bwMode="auto">
              <a:xfrm>
                <a:off x="7263680" y="1234950"/>
                <a:ext cx="477838" cy="715963"/>
                <a:chOff x="4140" y="429"/>
                <a:chExt cx="1425" cy="2396"/>
              </a:xfrm>
            </p:grpSpPr>
            <p:sp>
              <p:nvSpPr>
                <p:cNvPr id="546" name="Freeform 321">
                  <a:extLst>
                    <a:ext uri="{FF2B5EF4-FFF2-40B4-BE49-F238E27FC236}">
                      <a16:creationId xmlns:a16="http://schemas.microsoft.com/office/drawing/2014/main" id="{BEC5D903-8ABE-D349-8FB8-1F0733D7C352}"/>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7" name="Rectangle 322">
                  <a:extLst>
                    <a:ext uri="{FF2B5EF4-FFF2-40B4-BE49-F238E27FC236}">
                      <a16:creationId xmlns:a16="http://schemas.microsoft.com/office/drawing/2014/main" id="{534FC966-A738-5346-9EAA-EA12C5BAE7BF}"/>
                    </a:ext>
                  </a:extLst>
                </p:cNvPr>
                <p:cNvSpPr>
                  <a:spLocks noChangeArrowheads="1"/>
                </p:cNvSpPr>
                <p:nvPr/>
              </p:nvSpPr>
              <p:spPr bwMode="auto">
                <a:xfrm>
                  <a:off x="4206"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8" name="Freeform 323">
                  <a:extLst>
                    <a:ext uri="{FF2B5EF4-FFF2-40B4-BE49-F238E27FC236}">
                      <a16:creationId xmlns:a16="http://schemas.microsoft.com/office/drawing/2014/main" id="{C7AAE311-58A8-B540-B624-7805E2A9180D}"/>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49" name="Freeform 324">
                  <a:extLst>
                    <a:ext uri="{FF2B5EF4-FFF2-40B4-BE49-F238E27FC236}">
                      <a16:creationId xmlns:a16="http://schemas.microsoft.com/office/drawing/2014/main" id="{4A162690-8387-C94A-859C-898885C0C581}"/>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50" name="Rectangle 325">
                  <a:extLst>
                    <a:ext uri="{FF2B5EF4-FFF2-40B4-BE49-F238E27FC236}">
                      <a16:creationId xmlns:a16="http://schemas.microsoft.com/office/drawing/2014/main" id="{B8FCFAA4-5C48-0E42-B3F1-753DEF9195D4}"/>
                    </a:ext>
                  </a:extLst>
                </p:cNvPr>
                <p:cNvSpPr>
                  <a:spLocks noChangeArrowheads="1"/>
                </p:cNvSpPr>
                <p:nvPr/>
              </p:nvSpPr>
              <p:spPr bwMode="auto">
                <a:xfrm>
                  <a:off x="4211" y="695"/>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551" name="Group 326">
                  <a:extLst>
                    <a:ext uri="{FF2B5EF4-FFF2-40B4-BE49-F238E27FC236}">
                      <a16:creationId xmlns:a16="http://schemas.microsoft.com/office/drawing/2014/main" id="{F3C28584-49A3-D049-AF9D-3686D903CF4E}"/>
                    </a:ext>
                  </a:extLst>
                </p:cNvPr>
                <p:cNvGrpSpPr>
                  <a:grpSpLocks/>
                </p:cNvGrpSpPr>
                <p:nvPr/>
              </p:nvGrpSpPr>
              <p:grpSpPr bwMode="auto">
                <a:xfrm>
                  <a:off x="4749" y="668"/>
                  <a:ext cx="581" cy="145"/>
                  <a:chOff x="614" y="2568"/>
                  <a:chExt cx="725" cy="139"/>
                </a:xfrm>
              </p:grpSpPr>
              <p:sp>
                <p:nvSpPr>
                  <p:cNvPr id="576" name="AutoShape 327">
                    <a:extLst>
                      <a:ext uri="{FF2B5EF4-FFF2-40B4-BE49-F238E27FC236}">
                        <a16:creationId xmlns:a16="http://schemas.microsoft.com/office/drawing/2014/main" id="{6FB655FB-E665-6C42-A605-72C0C5F8EFDA}"/>
                      </a:ext>
                    </a:extLst>
                  </p:cNvPr>
                  <p:cNvSpPr>
                    <a:spLocks noChangeArrowheads="1"/>
                  </p:cNvSpPr>
                  <p:nvPr/>
                </p:nvSpPr>
                <p:spPr bwMode="auto">
                  <a:xfrm>
                    <a:off x="616" y="2568"/>
                    <a:ext cx="721"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77" name="AutoShape 328">
                    <a:extLst>
                      <a:ext uri="{FF2B5EF4-FFF2-40B4-BE49-F238E27FC236}">
                        <a16:creationId xmlns:a16="http://schemas.microsoft.com/office/drawing/2014/main" id="{632596E8-4400-A54F-A67A-E9F5167C71FB}"/>
                      </a:ext>
                    </a:extLst>
                  </p:cNvPr>
                  <p:cNvSpPr>
                    <a:spLocks noChangeArrowheads="1"/>
                  </p:cNvSpPr>
                  <p:nvPr/>
                </p:nvSpPr>
                <p:spPr bwMode="auto">
                  <a:xfrm>
                    <a:off x="634" y="2583"/>
                    <a:ext cx="68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52" name="Rectangle 329">
                  <a:extLst>
                    <a:ext uri="{FF2B5EF4-FFF2-40B4-BE49-F238E27FC236}">
                      <a16:creationId xmlns:a16="http://schemas.microsoft.com/office/drawing/2014/main" id="{67BA56C1-E98C-B945-B3EF-CC7F50A4EC4D}"/>
                    </a:ext>
                  </a:extLst>
                </p:cNvPr>
                <p:cNvSpPr>
                  <a:spLocks noChangeArrowheads="1"/>
                </p:cNvSpPr>
                <p:nvPr/>
              </p:nvSpPr>
              <p:spPr bwMode="auto">
                <a:xfrm>
                  <a:off x="4225" y="101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553" name="Group 330">
                  <a:extLst>
                    <a:ext uri="{FF2B5EF4-FFF2-40B4-BE49-F238E27FC236}">
                      <a16:creationId xmlns:a16="http://schemas.microsoft.com/office/drawing/2014/main" id="{5DE83AEA-657B-A646-94EA-B784E11C0A6F}"/>
                    </a:ext>
                  </a:extLst>
                </p:cNvPr>
                <p:cNvGrpSpPr>
                  <a:grpSpLocks/>
                </p:cNvGrpSpPr>
                <p:nvPr/>
              </p:nvGrpSpPr>
              <p:grpSpPr bwMode="auto">
                <a:xfrm>
                  <a:off x="4747" y="994"/>
                  <a:ext cx="581" cy="134"/>
                  <a:chOff x="614" y="2568"/>
                  <a:chExt cx="725" cy="139"/>
                </a:xfrm>
              </p:grpSpPr>
              <p:sp>
                <p:nvSpPr>
                  <p:cNvPr id="574" name="AutoShape 331">
                    <a:extLst>
                      <a:ext uri="{FF2B5EF4-FFF2-40B4-BE49-F238E27FC236}">
                        <a16:creationId xmlns:a16="http://schemas.microsoft.com/office/drawing/2014/main" id="{D9691199-9F63-E04B-A044-88265C68367A}"/>
                      </a:ext>
                    </a:extLst>
                  </p:cNvPr>
                  <p:cNvSpPr>
                    <a:spLocks noChangeArrowheads="1"/>
                  </p:cNvSpPr>
                  <p:nvPr/>
                </p:nvSpPr>
                <p:spPr bwMode="auto">
                  <a:xfrm>
                    <a:off x="613" y="2566"/>
                    <a:ext cx="727" cy="143"/>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75" name="AutoShape 332">
                    <a:extLst>
                      <a:ext uri="{FF2B5EF4-FFF2-40B4-BE49-F238E27FC236}">
                        <a16:creationId xmlns:a16="http://schemas.microsoft.com/office/drawing/2014/main" id="{861BBB5E-4B29-9743-9562-40018933ADC7}"/>
                      </a:ext>
                    </a:extLst>
                  </p:cNvPr>
                  <p:cNvSpPr>
                    <a:spLocks noChangeArrowheads="1"/>
                  </p:cNvSpPr>
                  <p:nvPr/>
                </p:nvSpPr>
                <p:spPr bwMode="auto">
                  <a:xfrm>
                    <a:off x="630" y="2583"/>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54" name="Rectangle 333">
                  <a:extLst>
                    <a:ext uri="{FF2B5EF4-FFF2-40B4-BE49-F238E27FC236}">
                      <a16:creationId xmlns:a16="http://schemas.microsoft.com/office/drawing/2014/main" id="{5A0D44FC-AE5E-B848-BCCC-201581A9A889}"/>
                    </a:ext>
                  </a:extLst>
                </p:cNvPr>
                <p:cNvSpPr>
                  <a:spLocks noChangeArrowheads="1"/>
                </p:cNvSpPr>
                <p:nvPr/>
              </p:nvSpPr>
              <p:spPr bwMode="auto">
                <a:xfrm>
                  <a:off x="4216" y="135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55" name="Rectangle 334">
                  <a:extLst>
                    <a:ext uri="{FF2B5EF4-FFF2-40B4-BE49-F238E27FC236}">
                      <a16:creationId xmlns:a16="http://schemas.microsoft.com/office/drawing/2014/main" id="{25B33689-CD79-E34A-8116-B479B04C5A38}"/>
                    </a:ext>
                  </a:extLst>
                </p:cNvPr>
                <p:cNvSpPr>
                  <a:spLocks noChangeArrowheads="1"/>
                </p:cNvSpPr>
                <p:nvPr/>
              </p:nvSpPr>
              <p:spPr bwMode="auto">
                <a:xfrm>
                  <a:off x="4230" y="1656"/>
                  <a:ext cx="592"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556" name="Group 335">
                  <a:extLst>
                    <a:ext uri="{FF2B5EF4-FFF2-40B4-BE49-F238E27FC236}">
                      <a16:creationId xmlns:a16="http://schemas.microsoft.com/office/drawing/2014/main" id="{AABC70E1-3FC5-214D-95EB-D858D7228452}"/>
                    </a:ext>
                  </a:extLst>
                </p:cNvPr>
                <p:cNvGrpSpPr>
                  <a:grpSpLocks/>
                </p:cNvGrpSpPr>
                <p:nvPr/>
              </p:nvGrpSpPr>
              <p:grpSpPr bwMode="auto">
                <a:xfrm>
                  <a:off x="4735" y="1627"/>
                  <a:ext cx="582" cy="151"/>
                  <a:chOff x="614" y="2568"/>
                  <a:chExt cx="725" cy="139"/>
                </a:xfrm>
              </p:grpSpPr>
              <p:sp>
                <p:nvSpPr>
                  <p:cNvPr id="572" name="AutoShape 336">
                    <a:extLst>
                      <a:ext uri="{FF2B5EF4-FFF2-40B4-BE49-F238E27FC236}">
                        <a16:creationId xmlns:a16="http://schemas.microsoft.com/office/drawing/2014/main" id="{C3D8D779-F8CB-CD40-BAC5-CB440D038F6E}"/>
                      </a:ext>
                    </a:extLst>
                  </p:cNvPr>
                  <p:cNvSpPr>
                    <a:spLocks noChangeArrowheads="1"/>
                  </p:cNvSpPr>
                  <p:nvPr/>
                </p:nvSpPr>
                <p:spPr bwMode="auto">
                  <a:xfrm>
                    <a:off x="616" y="2570"/>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73" name="AutoShape 337">
                    <a:extLst>
                      <a:ext uri="{FF2B5EF4-FFF2-40B4-BE49-F238E27FC236}">
                        <a16:creationId xmlns:a16="http://schemas.microsoft.com/office/drawing/2014/main" id="{A7DC0708-50B4-3B45-91FC-E9945608169A}"/>
                      </a:ext>
                    </a:extLst>
                  </p:cNvPr>
                  <p:cNvSpPr>
                    <a:spLocks noChangeArrowheads="1"/>
                  </p:cNvSpPr>
                  <p:nvPr/>
                </p:nvSpPr>
                <p:spPr bwMode="auto">
                  <a:xfrm>
                    <a:off x="634"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57" name="Freeform 338">
                  <a:extLst>
                    <a:ext uri="{FF2B5EF4-FFF2-40B4-BE49-F238E27FC236}">
                      <a16:creationId xmlns:a16="http://schemas.microsoft.com/office/drawing/2014/main" id="{F81DB241-8545-2F47-8ED3-BCEF09EE9878}"/>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558" name="Group 339">
                  <a:extLst>
                    <a:ext uri="{FF2B5EF4-FFF2-40B4-BE49-F238E27FC236}">
                      <a16:creationId xmlns:a16="http://schemas.microsoft.com/office/drawing/2014/main" id="{660A80F0-E4A2-C94C-BA95-FC179A4D243E}"/>
                    </a:ext>
                  </a:extLst>
                </p:cNvPr>
                <p:cNvGrpSpPr>
                  <a:grpSpLocks/>
                </p:cNvGrpSpPr>
                <p:nvPr/>
              </p:nvGrpSpPr>
              <p:grpSpPr bwMode="auto">
                <a:xfrm>
                  <a:off x="4739" y="1327"/>
                  <a:ext cx="582" cy="139"/>
                  <a:chOff x="614" y="2568"/>
                  <a:chExt cx="725" cy="139"/>
                </a:xfrm>
              </p:grpSpPr>
              <p:sp>
                <p:nvSpPr>
                  <p:cNvPr id="570" name="AutoShape 340">
                    <a:extLst>
                      <a:ext uri="{FF2B5EF4-FFF2-40B4-BE49-F238E27FC236}">
                        <a16:creationId xmlns:a16="http://schemas.microsoft.com/office/drawing/2014/main" id="{44957B4E-FA72-F842-B1DF-482FEA10C28F}"/>
                      </a:ext>
                    </a:extLst>
                  </p:cNvPr>
                  <p:cNvSpPr>
                    <a:spLocks noChangeArrowheads="1"/>
                  </p:cNvSpPr>
                  <p:nvPr/>
                </p:nvSpPr>
                <p:spPr bwMode="auto">
                  <a:xfrm>
                    <a:off x="629" y="2568"/>
                    <a:ext cx="702"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71" name="AutoShape 341">
                    <a:extLst>
                      <a:ext uri="{FF2B5EF4-FFF2-40B4-BE49-F238E27FC236}">
                        <a16:creationId xmlns:a16="http://schemas.microsoft.com/office/drawing/2014/main" id="{A4BF6B7D-79D5-BA42-AE47-51D796FD8758}"/>
                      </a:ext>
                    </a:extLst>
                  </p:cNvPr>
                  <p:cNvSpPr>
                    <a:spLocks noChangeArrowheads="1"/>
                  </p:cNvSpPr>
                  <p:nvPr/>
                </p:nvSpPr>
                <p:spPr bwMode="auto">
                  <a:xfrm>
                    <a:off x="634" y="2584"/>
                    <a:ext cx="672"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59" name="Rectangle 342">
                  <a:extLst>
                    <a:ext uri="{FF2B5EF4-FFF2-40B4-BE49-F238E27FC236}">
                      <a16:creationId xmlns:a16="http://schemas.microsoft.com/office/drawing/2014/main" id="{3D2F04C3-4A89-044A-928B-7883BBCFE81B}"/>
                    </a:ext>
                  </a:extLst>
                </p:cNvPr>
                <p:cNvSpPr>
                  <a:spLocks noChangeArrowheads="1"/>
                </p:cNvSpPr>
                <p:nvPr/>
              </p:nvSpPr>
              <p:spPr bwMode="auto">
                <a:xfrm>
                  <a:off x="5248" y="429"/>
                  <a:ext cx="71"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0" name="Freeform 343">
                  <a:extLst>
                    <a:ext uri="{FF2B5EF4-FFF2-40B4-BE49-F238E27FC236}">
                      <a16:creationId xmlns:a16="http://schemas.microsoft.com/office/drawing/2014/main" id="{C3465DBB-D953-194E-872E-54B6D5010673}"/>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1" name="Freeform 344">
                  <a:extLst>
                    <a:ext uri="{FF2B5EF4-FFF2-40B4-BE49-F238E27FC236}">
                      <a16:creationId xmlns:a16="http://schemas.microsoft.com/office/drawing/2014/main" id="{F1A04862-B02B-6B41-98AF-CDF41D7DFCE4}"/>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2" name="Oval 345">
                  <a:extLst>
                    <a:ext uri="{FF2B5EF4-FFF2-40B4-BE49-F238E27FC236}">
                      <a16:creationId xmlns:a16="http://schemas.microsoft.com/office/drawing/2014/main" id="{9BD37437-ADA3-2944-BD51-EABFA9121F92}"/>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3" name="Freeform 346">
                  <a:extLst>
                    <a:ext uri="{FF2B5EF4-FFF2-40B4-BE49-F238E27FC236}">
                      <a16:creationId xmlns:a16="http://schemas.microsoft.com/office/drawing/2014/main" id="{60737BBB-1922-B94B-9F49-5D5A31340F2D}"/>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4" name="AutoShape 347">
                  <a:extLst>
                    <a:ext uri="{FF2B5EF4-FFF2-40B4-BE49-F238E27FC236}">
                      <a16:creationId xmlns:a16="http://schemas.microsoft.com/office/drawing/2014/main" id="{69A87503-8E72-B04D-B43E-68DE386A28AF}"/>
                    </a:ext>
                  </a:extLst>
                </p:cNvPr>
                <p:cNvSpPr>
                  <a:spLocks noChangeArrowheads="1"/>
                </p:cNvSpPr>
                <p:nvPr/>
              </p:nvSpPr>
              <p:spPr bwMode="auto">
                <a:xfrm>
                  <a:off x="4140" y="2676"/>
                  <a:ext cx="1198" cy="149"/>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5" name="AutoShape 348">
                  <a:extLst>
                    <a:ext uri="{FF2B5EF4-FFF2-40B4-BE49-F238E27FC236}">
                      <a16:creationId xmlns:a16="http://schemas.microsoft.com/office/drawing/2014/main" id="{9C242210-75A1-C74A-AD41-CD3DFBA513FB}"/>
                    </a:ext>
                  </a:extLst>
                </p:cNvPr>
                <p:cNvSpPr>
                  <a:spLocks noChangeArrowheads="1"/>
                </p:cNvSpPr>
                <p:nvPr/>
              </p:nvSpPr>
              <p:spPr bwMode="auto">
                <a:xfrm>
                  <a:off x="4206" y="2713"/>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6" name="Oval 349">
                  <a:extLst>
                    <a:ext uri="{FF2B5EF4-FFF2-40B4-BE49-F238E27FC236}">
                      <a16:creationId xmlns:a16="http://schemas.microsoft.com/office/drawing/2014/main" id="{9E20BCA0-BB6D-EB46-A9ED-9D1E316B4D04}"/>
                    </a:ext>
                  </a:extLst>
                </p:cNvPr>
                <p:cNvSpPr>
                  <a:spLocks noChangeArrowheads="1"/>
                </p:cNvSpPr>
                <p:nvPr/>
              </p:nvSpPr>
              <p:spPr bwMode="auto">
                <a:xfrm>
                  <a:off x="4306" y="2384"/>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7" name="Oval 350">
                  <a:extLst>
                    <a:ext uri="{FF2B5EF4-FFF2-40B4-BE49-F238E27FC236}">
                      <a16:creationId xmlns:a16="http://schemas.microsoft.com/office/drawing/2014/main" id="{297213E3-E288-8241-B9F6-8960296E4177}"/>
                    </a:ext>
                  </a:extLst>
                </p:cNvPr>
                <p:cNvSpPr>
                  <a:spLocks noChangeArrowheads="1"/>
                </p:cNvSpPr>
                <p:nvPr/>
              </p:nvSpPr>
              <p:spPr bwMode="auto">
                <a:xfrm>
                  <a:off x="4486" y="2384"/>
                  <a:ext cx="161"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panose="020B0604020202020204" pitchFamily="34" charset="0"/>
                  </a:endParaRPr>
                </a:p>
              </p:txBody>
            </p:sp>
            <p:sp>
              <p:nvSpPr>
                <p:cNvPr id="568" name="Oval 351">
                  <a:extLst>
                    <a:ext uri="{FF2B5EF4-FFF2-40B4-BE49-F238E27FC236}">
                      <a16:creationId xmlns:a16="http://schemas.microsoft.com/office/drawing/2014/main" id="{5DA2A59F-3932-6E44-9575-17A09BF9BD20}"/>
                    </a:ext>
                  </a:extLst>
                </p:cNvPr>
                <p:cNvSpPr>
                  <a:spLocks noChangeArrowheads="1"/>
                </p:cNvSpPr>
                <p:nvPr/>
              </p:nvSpPr>
              <p:spPr bwMode="auto">
                <a:xfrm>
                  <a:off x="4661" y="2379"/>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69" name="Rectangle 352">
                  <a:extLst>
                    <a:ext uri="{FF2B5EF4-FFF2-40B4-BE49-F238E27FC236}">
                      <a16:creationId xmlns:a16="http://schemas.microsoft.com/office/drawing/2014/main" id="{9C26FDA8-EA55-8941-A4CE-00104425A2CD}"/>
                    </a:ext>
                  </a:extLst>
                </p:cNvPr>
                <p:cNvSpPr>
                  <a:spLocks noChangeArrowheads="1"/>
                </p:cNvSpPr>
                <p:nvPr/>
              </p:nvSpPr>
              <p:spPr bwMode="auto">
                <a:xfrm>
                  <a:off x="5063" y="1837"/>
                  <a:ext cx="85" cy="760"/>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453" name="Group 96">
                <a:extLst>
                  <a:ext uri="{FF2B5EF4-FFF2-40B4-BE49-F238E27FC236}">
                    <a16:creationId xmlns:a16="http://schemas.microsoft.com/office/drawing/2014/main" id="{2000DD18-01EC-D249-9DB7-B38FA9A4FCDE}"/>
                  </a:ext>
                </a:extLst>
              </p:cNvPr>
              <p:cNvGrpSpPr>
                <a:grpSpLocks/>
              </p:cNvGrpSpPr>
              <p:nvPr/>
            </p:nvGrpSpPr>
            <p:grpSpPr bwMode="auto">
              <a:xfrm>
                <a:off x="7424017" y="1533400"/>
                <a:ext cx="809625" cy="1049338"/>
                <a:chOff x="4296" y="2627"/>
                <a:chExt cx="510" cy="661"/>
              </a:xfrm>
            </p:grpSpPr>
            <p:sp>
              <p:nvSpPr>
                <p:cNvPr id="501" name="Rectangle 97">
                  <a:extLst>
                    <a:ext uri="{FF2B5EF4-FFF2-40B4-BE49-F238E27FC236}">
                      <a16:creationId xmlns:a16="http://schemas.microsoft.com/office/drawing/2014/main" id="{B5114480-66D5-5F4F-8FBC-DCDDCD291F16}"/>
                    </a:ext>
                  </a:extLst>
                </p:cNvPr>
                <p:cNvSpPr>
                  <a:spLocks noChangeArrowheads="1"/>
                </p:cNvSpPr>
                <p:nvPr/>
              </p:nvSpPr>
              <p:spPr bwMode="auto">
                <a:xfrm>
                  <a:off x="4296" y="2652"/>
                  <a:ext cx="510" cy="636"/>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2" name="Text Box 98">
                  <a:extLst>
                    <a:ext uri="{FF2B5EF4-FFF2-40B4-BE49-F238E27FC236}">
                      <a16:creationId xmlns:a16="http://schemas.microsoft.com/office/drawing/2014/main" id="{6724E005-ABDA-2D4B-8176-871B891BA5F6}"/>
                    </a:ext>
                  </a:extLst>
                </p:cNvPr>
                <p:cNvSpPr txBox="1">
                  <a:spLocks noChangeArrowheads="1"/>
                </p:cNvSpPr>
                <p:nvPr/>
              </p:nvSpPr>
              <p:spPr bwMode="auto">
                <a:xfrm>
                  <a:off x="4298" y="2627"/>
                  <a:ext cx="48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mail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server</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3" name="Rectangle 99">
                  <a:extLst>
                    <a:ext uri="{FF2B5EF4-FFF2-40B4-BE49-F238E27FC236}">
                      <a16:creationId xmlns:a16="http://schemas.microsoft.com/office/drawing/2014/main" id="{20411000-C9BB-0146-BD6E-64ECE7F8CB80}"/>
                    </a:ext>
                  </a:extLst>
                </p:cNvPr>
                <p:cNvSpPr>
                  <a:spLocks noChangeArrowheads="1"/>
                </p:cNvSpPr>
                <p:nvPr/>
              </p:nvSpPr>
              <p:spPr bwMode="auto">
                <a:xfrm>
                  <a:off x="4320" y="300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4" name="Line 100">
                  <a:extLst>
                    <a:ext uri="{FF2B5EF4-FFF2-40B4-BE49-F238E27FC236}">
                      <a16:creationId xmlns:a16="http://schemas.microsoft.com/office/drawing/2014/main" id="{417734CA-B3E5-ED4D-A76B-C9B698139B16}"/>
                    </a:ext>
                  </a:extLst>
                </p:cNvPr>
                <p:cNvSpPr>
                  <a:spLocks noChangeShapeType="1"/>
                </p:cNvSpPr>
                <p:nvPr/>
              </p:nvSpPr>
              <p:spPr bwMode="auto">
                <a:xfrm>
                  <a:off x="4369"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5" name="Line 101">
                  <a:extLst>
                    <a:ext uri="{FF2B5EF4-FFF2-40B4-BE49-F238E27FC236}">
                      <a16:creationId xmlns:a16="http://schemas.microsoft.com/office/drawing/2014/main" id="{8B7FC465-941C-F44A-8BB8-04BF5FE7DEF0}"/>
                    </a:ext>
                  </a:extLst>
                </p:cNvPr>
                <p:cNvSpPr>
                  <a:spLocks noChangeShapeType="1"/>
                </p:cNvSpPr>
                <p:nvPr/>
              </p:nvSpPr>
              <p:spPr bwMode="auto">
                <a:xfrm>
                  <a:off x="4478"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6" name="Line 102">
                  <a:extLst>
                    <a:ext uri="{FF2B5EF4-FFF2-40B4-BE49-F238E27FC236}">
                      <a16:creationId xmlns:a16="http://schemas.microsoft.com/office/drawing/2014/main" id="{D3CD8D46-5D1A-864D-9835-95D91C69A191}"/>
                    </a:ext>
                  </a:extLst>
                </p:cNvPr>
                <p:cNvSpPr>
                  <a:spLocks noChangeShapeType="1"/>
                </p:cNvSpPr>
                <p:nvPr/>
              </p:nvSpPr>
              <p:spPr bwMode="auto">
                <a:xfrm>
                  <a:off x="4533" y="303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7" name="Line 103">
                  <a:extLst>
                    <a:ext uri="{FF2B5EF4-FFF2-40B4-BE49-F238E27FC236}">
                      <a16:creationId xmlns:a16="http://schemas.microsoft.com/office/drawing/2014/main" id="{0FF0EB99-7ED7-A54F-9F34-F24C7C5F104D}"/>
                    </a:ext>
                  </a:extLst>
                </p:cNvPr>
                <p:cNvSpPr>
                  <a:spLocks noChangeShapeType="1"/>
                </p:cNvSpPr>
                <p:nvPr/>
              </p:nvSpPr>
              <p:spPr bwMode="auto">
                <a:xfrm>
                  <a:off x="4590"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8" name="Line 104">
                  <a:extLst>
                    <a:ext uri="{FF2B5EF4-FFF2-40B4-BE49-F238E27FC236}">
                      <a16:creationId xmlns:a16="http://schemas.microsoft.com/office/drawing/2014/main" id="{809DF9DB-9AF7-1548-B87E-4B6AF3CAC2A6}"/>
                    </a:ext>
                  </a:extLst>
                </p:cNvPr>
                <p:cNvSpPr>
                  <a:spLocks noChangeShapeType="1"/>
                </p:cNvSpPr>
                <p:nvPr/>
              </p:nvSpPr>
              <p:spPr bwMode="auto">
                <a:xfrm>
                  <a:off x="4651"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9" name="Line 105">
                  <a:extLst>
                    <a:ext uri="{FF2B5EF4-FFF2-40B4-BE49-F238E27FC236}">
                      <a16:creationId xmlns:a16="http://schemas.microsoft.com/office/drawing/2014/main" id="{5A1CA32A-2C23-8643-B0AD-CC79C24E333E}"/>
                    </a:ext>
                  </a:extLst>
                </p:cNvPr>
                <p:cNvSpPr>
                  <a:spLocks noChangeShapeType="1"/>
                </p:cNvSpPr>
                <p:nvPr/>
              </p:nvSpPr>
              <p:spPr bwMode="auto">
                <a:xfrm>
                  <a:off x="4707"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0" name="Line 106">
                  <a:extLst>
                    <a:ext uri="{FF2B5EF4-FFF2-40B4-BE49-F238E27FC236}">
                      <a16:creationId xmlns:a16="http://schemas.microsoft.com/office/drawing/2014/main" id="{F1A1145A-6963-0D4A-B4F9-013614B7150C}"/>
                    </a:ext>
                  </a:extLst>
                </p:cNvPr>
                <p:cNvSpPr>
                  <a:spLocks noChangeShapeType="1"/>
                </p:cNvSpPr>
                <p:nvPr/>
              </p:nvSpPr>
              <p:spPr bwMode="auto">
                <a:xfrm>
                  <a:off x="4422"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1" name="Rectangle 107">
                  <a:extLst>
                    <a:ext uri="{FF2B5EF4-FFF2-40B4-BE49-F238E27FC236}">
                      <a16:creationId xmlns:a16="http://schemas.microsoft.com/office/drawing/2014/main" id="{F0E0A255-DDCC-F14C-897A-AE9D1CEAF50A}"/>
                    </a:ext>
                  </a:extLst>
                </p:cNvPr>
                <p:cNvSpPr>
                  <a:spLocks noChangeArrowheads="1"/>
                </p:cNvSpPr>
                <p:nvPr/>
              </p:nvSpPr>
              <p:spPr bwMode="auto">
                <a:xfrm>
                  <a:off x="4328"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2" name="Rectangle 108">
                  <a:extLst>
                    <a:ext uri="{FF2B5EF4-FFF2-40B4-BE49-F238E27FC236}">
                      <a16:creationId xmlns:a16="http://schemas.microsoft.com/office/drawing/2014/main" id="{A8229304-AE2F-4B4F-9A8B-A0DA1B2A36DC}"/>
                    </a:ext>
                  </a:extLst>
                </p:cNvPr>
                <p:cNvSpPr>
                  <a:spLocks noChangeArrowheads="1"/>
                </p:cNvSpPr>
                <p:nvPr/>
              </p:nvSpPr>
              <p:spPr bwMode="auto">
                <a:xfrm>
                  <a:off x="4414"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3" name="Rectangle 109">
                  <a:extLst>
                    <a:ext uri="{FF2B5EF4-FFF2-40B4-BE49-F238E27FC236}">
                      <a16:creationId xmlns:a16="http://schemas.microsoft.com/office/drawing/2014/main" id="{07C5E7BA-0901-FE41-A8A0-490D8AD03E6C}"/>
                    </a:ext>
                  </a:extLst>
                </p:cNvPr>
                <p:cNvSpPr>
                  <a:spLocks noChangeArrowheads="1"/>
                </p:cNvSpPr>
                <p:nvPr/>
              </p:nvSpPr>
              <p:spPr bwMode="auto">
                <a:xfrm>
                  <a:off x="4500" y="317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4" name="Rectangle 110">
                  <a:extLst>
                    <a:ext uri="{FF2B5EF4-FFF2-40B4-BE49-F238E27FC236}">
                      <a16:creationId xmlns:a16="http://schemas.microsoft.com/office/drawing/2014/main" id="{421A29F7-5907-194D-9393-AFD8435D1096}"/>
                    </a:ext>
                  </a:extLst>
                </p:cNvPr>
                <p:cNvSpPr>
                  <a:spLocks noChangeArrowheads="1"/>
                </p:cNvSpPr>
                <p:nvPr/>
              </p:nvSpPr>
              <p:spPr bwMode="auto">
                <a:xfrm>
                  <a:off x="4597"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5" name="Rectangle 111">
                  <a:extLst>
                    <a:ext uri="{FF2B5EF4-FFF2-40B4-BE49-F238E27FC236}">
                      <a16:creationId xmlns:a16="http://schemas.microsoft.com/office/drawing/2014/main" id="{48DD03FB-6798-ED44-8836-A7F08A83D7A3}"/>
                    </a:ext>
                  </a:extLst>
                </p:cNvPr>
                <p:cNvSpPr>
                  <a:spLocks noChangeArrowheads="1"/>
                </p:cNvSpPr>
                <p:nvPr/>
              </p:nvSpPr>
              <p:spPr bwMode="auto">
                <a:xfrm>
                  <a:off x="4693"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grpSp>
      <p:grpSp>
        <p:nvGrpSpPr>
          <p:cNvPr id="22" name="Group 21">
            <a:extLst>
              <a:ext uri="{FF2B5EF4-FFF2-40B4-BE49-F238E27FC236}">
                <a16:creationId xmlns:a16="http://schemas.microsoft.com/office/drawing/2014/main" id="{5D47C044-747C-144D-AAD3-503C152CDDD4}"/>
              </a:ext>
            </a:extLst>
          </p:cNvPr>
          <p:cNvGrpSpPr/>
          <p:nvPr/>
        </p:nvGrpSpPr>
        <p:grpSpPr>
          <a:xfrm>
            <a:off x="7036667" y="2001712"/>
            <a:ext cx="2349500" cy="2209800"/>
            <a:chOff x="7036667" y="2001712"/>
            <a:chExt cx="2349500" cy="2209800"/>
          </a:xfrm>
        </p:grpSpPr>
        <p:grpSp>
          <p:nvGrpSpPr>
            <p:cNvPr id="21" name="Group 20">
              <a:extLst>
                <a:ext uri="{FF2B5EF4-FFF2-40B4-BE49-F238E27FC236}">
                  <a16:creationId xmlns:a16="http://schemas.microsoft.com/office/drawing/2014/main" id="{72D7673F-3C6E-3A4B-BC47-0EEF8794D17D}"/>
                </a:ext>
              </a:extLst>
            </p:cNvPr>
            <p:cNvGrpSpPr/>
            <p:nvPr/>
          </p:nvGrpSpPr>
          <p:grpSpPr>
            <a:xfrm>
              <a:off x="8262217" y="3125662"/>
              <a:ext cx="1123950" cy="1085850"/>
              <a:chOff x="8262217" y="3125662"/>
              <a:chExt cx="1123950" cy="1085850"/>
            </a:xfrm>
          </p:grpSpPr>
          <p:sp>
            <p:nvSpPr>
              <p:cNvPr id="454" name="Line 117">
                <a:extLst>
                  <a:ext uri="{FF2B5EF4-FFF2-40B4-BE49-F238E27FC236}">
                    <a16:creationId xmlns:a16="http://schemas.microsoft.com/office/drawing/2014/main" id="{4A29E487-CD56-8749-B78A-9DA7D6B3AEC9}"/>
                  </a:ext>
                </a:extLst>
              </p:cNvPr>
              <p:cNvSpPr>
                <a:spLocks noChangeShapeType="1"/>
              </p:cNvSpPr>
              <p:nvPr/>
            </p:nvSpPr>
            <p:spPr bwMode="auto">
              <a:xfrm flipV="1">
                <a:off x="8262217" y="3125662"/>
                <a:ext cx="1123950" cy="1085850"/>
              </a:xfrm>
              <a:prstGeom prst="line">
                <a:avLst/>
              </a:prstGeom>
              <a:noFill/>
              <a:ln w="28575">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456" name="Group 119">
                <a:extLst>
                  <a:ext uri="{FF2B5EF4-FFF2-40B4-BE49-F238E27FC236}">
                    <a16:creationId xmlns:a16="http://schemas.microsoft.com/office/drawing/2014/main" id="{8392F016-E5DA-B045-8480-EE0CC242FE54}"/>
                  </a:ext>
                </a:extLst>
              </p:cNvPr>
              <p:cNvGrpSpPr>
                <a:grpSpLocks/>
              </p:cNvGrpSpPr>
              <p:nvPr/>
            </p:nvGrpSpPr>
            <p:grpSpPr bwMode="auto">
              <a:xfrm>
                <a:off x="8365405" y="3419350"/>
                <a:ext cx="1017588" cy="523875"/>
                <a:chOff x="3749" y="2537"/>
                <a:chExt cx="641" cy="330"/>
              </a:xfrm>
            </p:grpSpPr>
            <p:sp>
              <p:nvSpPr>
                <p:cNvPr id="499" name="Rectangle 120">
                  <a:extLst>
                    <a:ext uri="{FF2B5EF4-FFF2-40B4-BE49-F238E27FC236}">
                      <a16:creationId xmlns:a16="http://schemas.microsoft.com/office/drawing/2014/main" id="{099A1A3B-91B2-8044-BF4F-8328704158E2}"/>
                    </a:ext>
                  </a:extLst>
                </p:cNvPr>
                <p:cNvSpPr>
                  <a:spLocks noChangeArrowheads="1"/>
                </p:cNvSpPr>
                <p:nvPr/>
              </p:nvSpPr>
              <p:spPr bwMode="auto">
                <a:xfrm>
                  <a:off x="3798" y="2580"/>
                  <a:ext cx="54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0" name="Text Box 121">
                  <a:extLst>
                    <a:ext uri="{FF2B5EF4-FFF2-40B4-BE49-F238E27FC236}">
                      <a16:creationId xmlns:a16="http://schemas.microsoft.com/office/drawing/2014/main" id="{F33E0D1E-FA20-9F44-8584-F9EC6F285FAD}"/>
                    </a:ext>
                  </a:extLst>
                </p:cNvPr>
                <p:cNvSpPr txBox="1">
                  <a:spLocks noChangeArrowheads="1"/>
                </p:cNvSpPr>
                <p:nvPr/>
              </p:nvSpPr>
              <p:spPr bwMode="auto">
                <a:xfrm>
                  <a:off x="3749" y="2537"/>
                  <a:ext cx="64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SMTP</a:t>
                  </a:r>
                </a:p>
              </p:txBody>
            </p:sp>
          </p:grpSp>
        </p:grpSp>
        <p:grpSp>
          <p:nvGrpSpPr>
            <p:cNvPr id="20" name="Group 19">
              <a:extLst>
                <a:ext uri="{FF2B5EF4-FFF2-40B4-BE49-F238E27FC236}">
                  <a16:creationId xmlns:a16="http://schemas.microsoft.com/office/drawing/2014/main" id="{E18BCB51-C445-2B48-96E9-33A1177485C4}"/>
                </a:ext>
              </a:extLst>
            </p:cNvPr>
            <p:cNvGrpSpPr/>
            <p:nvPr/>
          </p:nvGrpSpPr>
          <p:grpSpPr>
            <a:xfrm>
              <a:off x="8262217" y="2001712"/>
              <a:ext cx="1123950" cy="790575"/>
              <a:chOff x="8262217" y="2001712"/>
              <a:chExt cx="1123950" cy="790575"/>
            </a:xfrm>
          </p:grpSpPr>
          <p:sp>
            <p:nvSpPr>
              <p:cNvPr id="450" name="Line 9">
                <a:extLst>
                  <a:ext uri="{FF2B5EF4-FFF2-40B4-BE49-F238E27FC236}">
                    <a16:creationId xmlns:a16="http://schemas.microsoft.com/office/drawing/2014/main" id="{C85D5474-FE98-384B-A663-0D4ACC9DB90E}"/>
                  </a:ext>
                </a:extLst>
              </p:cNvPr>
              <p:cNvSpPr>
                <a:spLocks noChangeShapeType="1"/>
              </p:cNvSpPr>
              <p:nvPr/>
            </p:nvSpPr>
            <p:spPr bwMode="auto">
              <a:xfrm>
                <a:off x="8262217" y="2001712"/>
                <a:ext cx="1123950" cy="790575"/>
              </a:xfrm>
              <a:prstGeom prst="line">
                <a:avLst/>
              </a:prstGeom>
              <a:noFill/>
              <a:ln w="28575">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457" name="Group 122">
                <a:extLst>
                  <a:ext uri="{FF2B5EF4-FFF2-40B4-BE49-F238E27FC236}">
                    <a16:creationId xmlns:a16="http://schemas.microsoft.com/office/drawing/2014/main" id="{BBA0AF8E-CB3A-0344-A62B-9959A4196C30}"/>
                  </a:ext>
                </a:extLst>
              </p:cNvPr>
              <p:cNvGrpSpPr>
                <a:grpSpLocks/>
              </p:cNvGrpSpPr>
              <p:nvPr/>
            </p:nvGrpSpPr>
            <p:grpSpPr bwMode="auto">
              <a:xfrm>
                <a:off x="8327305" y="2162050"/>
                <a:ext cx="1017588" cy="523875"/>
                <a:chOff x="3749" y="2537"/>
                <a:chExt cx="641" cy="330"/>
              </a:xfrm>
            </p:grpSpPr>
            <p:sp>
              <p:nvSpPr>
                <p:cNvPr id="497" name="Rectangle 123">
                  <a:extLst>
                    <a:ext uri="{FF2B5EF4-FFF2-40B4-BE49-F238E27FC236}">
                      <a16:creationId xmlns:a16="http://schemas.microsoft.com/office/drawing/2014/main" id="{099C1906-3821-1543-9E10-34EA59C232C7}"/>
                    </a:ext>
                  </a:extLst>
                </p:cNvPr>
                <p:cNvSpPr>
                  <a:spLocks noChangeArrowheads="1"/>
                </p:cNvSpPr>
                <p:nvPr/>
              </p:nvSpPr>
              <p:spPr bwMode="auto">
                <a:xfrm>
                  <a:off x="3798" y="2580"/>
                  <a:ext cx="54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98" name="Text Box 124">
                  <a:extLst>
                    <a:ext uri="{FF2B5EF4-FFF2-40B4-BE49-F238E27FC236}">
                      <a16:creationId xmlns:a16="http://schemas.microsoft.com/office/drawing/2014/main" id="{3EBC20E8-2C79-0144-BCCC-FDC909C15AE0}"/>
                    </a:ext>
                  </a:extLst>
                </p:cNvPr>
                <p:cNvSpPr txBox="1">
                  <a:spLocks noChangeArrowheads="1"/>
                </p:cNvSpPr>
                <p:nvPr/>
              </p:nvSpPr>
              <p:spPr bwMode="auto">
                <a:xfrm>
                  <a:off x="3749" y="2537"/>
                  <a:ext cx="64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SMTP</a:t>
                  </a:r>
                </a:p>
              </p:txBody>
            </p:sp>
          </p:grpSp>
        </p:grpSp>
        <p:grpSp>
          <p:nvGrpSpPr>
            <p:cNvPr id="19" name="Group 18">
              <a:extLst>
                <a:ext uri="{FF2B5EF4-FFF2-40B4-BE49-F238E27FC236}">
                  <a16:creationId xmlns:a16="http://schemas.microsoft.com/office/drawing/2014/main" id="{09517890-8B38-E244-82C5-964EF5D704FC}"/>
                </a:ext>
              </a:extLst>
            </p:cNvPr>
            <p:cNvGrpSpPr/>
            <p:nvPr/>
          </p:nvGrpSpPr>
          <p:grpSpPr>
            <a:xfrm>
              <a:off x="7036667" y="2601787"/>
              <a:ext cx="1017588" cy="1247775"/>
              <a:chOff x="7036667" y="2601787"/>
              <a:chExt cx="1017588" cy="1247775"/>
            </a:xfrm>
          </p:grpSpPr>
          <p:sp>
            <p:nvSpPr>
              <p:cNvPr id="455" name="Line 118">
                <a:extLst>
                  <a:ext uri="{FF2B5EF4-FFF2-40B4-BE49-F238E27FC236}">
                    <a16:creationId xmlns:a16="http://schemas.microsoft.com/office/drawing/2014/main" id="{3E2BA10C-F026-3444-9F81-F7136C415AE4}"/>
                  </a:ext>
                </a:extLst>
              </p:cNvPr>
              <p:cNvSpPr>
                <a:spLocks noChangeShapeType="1"/>
              </p:cNvSpPr>
              <p:nvPr/>
            </p:nvSpPr>
            <p:spPr bwMode="auto">
              <a:xfrm flipH="1" flipV="1">
                <a:off x="7519267" y="2601787"/>
                <a:ext cx="0" cy="1247775"/>
              </a:xfrm>
              <a:prstGeom prst="line">
                <a:avLst/>
              </a:prstGeom>
              <a:noFill/>
              <a:ln w="28575">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458" name="Group 125">
                <a:extLst>
                  <a:ext uri="{FF2B5EF4-FFF2-40B4-BE49-F238E27FC236}">
                    <a16:creationId xmlns:a16="http://schemas.microsoft.com/office/drawing/2014/main" id="{01686861-2518-7E4A-9CA7-12F4D39AF89A}"/>
                  </a:ext>
                </a:extLst>
              </p:cNvPr>
              <p:cNvGrpSpPr>
                <a:grpSpLocks/>
              </p:cNvGrpSpPr>
              <p:nvPr/>
            </p:nvGrpSpPr>
            <p:grpSpPr bwMode="auto">
              <a:xfrm>
                <a:off x="7036667" y="2809750"/>
                <a:ext cx="1017588" cy="523875"/>
                <a:chOff x="3770" y="2495"/>
                <a:chExt cx="641" cy="330"/>
              </a:xfrm>
            </p:grpSpPr>
            <p:sp>
              <p:nvSpPr>
                <p:cNvPr id="495" name="Rectangle 126">
                  <a:extLst>
                    <a:ext uri="{FF2B5EF4-FFF2-40B4-BE49-F238E27FC236}">
                      <a16:creationId xmlns:a16="http://schemas.microsoft.com/office/drawing/2014/main" id="{316A9CDF-5E07-6F44-8D92-09FD292C8BE3}"/>
                    </a:ext>
                  </a:extLst>
                </p:cNvPr>
                <p:cNvSpPr>
                  <a:spLocks noChangeArrowheads="1"/>
                </p:cNvSpPr>
                <p:nvPr/>
              </p:nvSpPr>
              <p:spPr bwMode="auto">
                <a:xfrm>
                  <a:off x="3798" y="2580"/>
                  <a:ext cx="54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96" name="Text Box 127">
                  <a:extLst>
                    <a:ext uri="{FF2B5EF4-FFF2-40B4-BE49-F238E27FC236}">
                      <a16:creationId xmlns:a16="http://schemas.microsoft.com/office/drawing/2014/main" id="{B5260883-E51F-614F-B418-1ADE3913D561}"/>
                    </a:ext>
                  </a:extLst>
                </p:cNvPr>
                <p:cNvSpPr txBox="1">
                  <a:spLocks noChangeArrowheads="1"/>
                </p:cNvSpPr>
                <p:nvPr/>
              </p:nvSpPr>
              <p:spPr bwMode="auto">
                <a:xfrm>
                  <a:off x="3770" y="2495"/>
                  <a:ext cx="64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SMTP</a:t>
                  </a:r>
                </a:p>
              </p:txBody>
            </p:sp>
          </p:grpSp>
        </p:grpSp>
      </p:grpSp>
      <p:grpSp>
        <p:nvGrpSpPr>
          <p:cNvPr id="14" name="Group 13">
            <a:extLst>
              <a:ext uri="{FF2B5EF4-FFF2-40B4-BE49-F238E27FC236}">
                <a16:creationId xmlns:a16="http://schemas.microsoft.com/office/drawing/2014/main" id="{A01D6118-1EED-624E-97BF-35AEC3281607}"/>
              </a:ext>
            </a:extLst>
          </p:cNvPr>
          <p:cNvGrpSpPr/>
          <p:nvPr/>
        </p:nvGrpSpPr>
        <p:grpSpPr>
          <a:xfrm>
            <a:off x="7646267" y="801562"/>
            <a:ext cx="3668713" cy="5118100"/>
            <a:chOff x="7646267" y="801562"/>
            <a:chExt cx="3668713" cy="5118100"/>
          </a:xfrm>
        </p:grpSpPr>
        <p:grpSp>
          <p:nvGrpSpPr>
            <p:cNvPr id="459" name="Group 423">
              <a:extLst>
                <a:ext uri="{FF2B5EF4-FFF2-40B4-BE49-F238E27FC236}">
                  <a16:creationId xmlns:a16="http://schemas.microsoft.com/office/drawing/2014/main" id="{A4841B85-38B7-2D4B-8B88-1F35C663B600}"/>
                </a:ext>
              </a:extLst>
            </p:cNvPr>
            <p:cNvGrpSpPr>
              <a:grpSpLocks/>
            </p:cNvGrpSpPr>
            <p:nvPr/>
          </p:nvGrpSpPr>
          <p:grpSpPr bwMode="auto">
            <a:xfrm>
              <a:off x="8016155" y="801562"/>
              <a:ext cx="925513" cy="1054100"/>
              <a:chOff x="3566" y="550"/>
              <a:chExt cx="583" cy="664"/>
            </a:xfrm>
          </p:grpSpPr>
          <p:grpSp>
            <p:nvGrpSpPr>
              <p:cNvPr id="490" name="Group 353">
                <a:extLst>
                  <a:ext uri="{FF2B5EF4-FFF2-40B4-BE49-F238E27FC236}">
                    <a16:creationId xmlns:a16="http://schemas.microsoft.com/office/drawing/2014/main" id="{AFD4D502-A0F1-D149-A78A-D73A82AE8BEA}"/>
                  </a:ext>
                </a:extLst>
              </p:cNvPr>
              <p:cNvGrpSpPr>
                <a:grpSpLocks/>
              </p:cNvGrpSpPr>
              <p:nvPr/>
            </p:nvGrpSpPr>
            <p:grpSpPr bwMode="auto">
              <a:xfrm>
                <a:off x="3588" y="692"/>
                <a:ext cx="561" cy="522"/>
                <a:chOff x="-44" y="1473"/>
                <a:chExt cx="981" cy="1105"/>
              </a:xfrm>
            </p:grpSpPr>
            <p:pic>
              <p:nvPicPr>
                <p:cNvPr id="493" name="Picture 354" descr="desktop_computer_stylized_medium">
                  <a:extLst>
                    <a:ext uri="{FF2B5EF4-FFF2-40B4-BE49-F238E27FC236}">
                      <a16:creationId xmlns:a16="http://schemas.microsoft.com/office/drawing/2014/main" id="{40D93FD7-DFF9-2B4D-B3B7-4EC913BFD3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4" name="Freeform 355">
                  <a:extLst>
                    <a:ext uri="{FF2B5EF4-FFF2-40B4-BE49-F238E27FC236}">
                      <a16:creationId xmlns:a16="http://schemas.microsoft.com/office/drawing/2014/main" id="{A72A10F8-9FD3-CC47-9469-090A81B97556}"/>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91" name="Rectangle 115">
                <a:extLst>
                  <a:ext uri="{FF2B5EF4-FFF2-40B4-BE49-F238E27FC236}">
                    <a16:creationId xmlns:a16="http://schemas.microsoft.com/office/drawing/2014/main" id="{D2C77E00-23F4-184B-A27D-C6B49F75B601}"/>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92" name="Text Box 116">
                <a:extLst>
                  <a:ext uri="{FF2B5EF4-FFF2-40B4-BE49-F238E27FC236}">
                    <a16:creationId xmlns:a16="http://schemas.microsoft.com/office/drawing/2014/main" id="{05F0290A-395C-4C46-87E1-FADC8794D671}"/>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460" name="Group 424">
              <a:extLst>
                <a:ext uri="{FF2B5EF4-FFF2-40B4-BE49-F238E27FC236}">
                  <a16:creationId xmlns:a16="http://schemas.microsoft.com/office/drawing/2014/main" id="{0A992F9B-3334-A546-963A-48B938222048}"/>
                </a:ext>
              </a:extLst>
            </p:cNvPr>
            <p:cNvGrpSpPr>
              <a:grpSpLocks/>
            </p:cNvGrpSpPr>
            <p:nvPr/>
          </p:nvGrpSpPr>
          <p:grpSpPr bwMode="auto">
            <a:xfrm>
              <a:off x="10052917" y="1617537"/>
              <a:ext cx="925513" cy="1054100"/>
              <a:chOff x="3566" y="550"/>
              <a:chExt cx="583" cy="664"/>
            </a:xfrm>
          </p:grpSpPr>
          <p:grpSp>
            <p:nvGrpSpPr>
              <p:cNvPr id="485" name="Group 425">
                <a:extLst>
                  <a:ext uri="{FF2B5EF4-FFF2-40B4-BE49-F238E27FC236}">
                    <a16:creationId xmlns:a16="http://schemas.microsoft.com/office/drawing/2014/main" id="{EB280194-5E79-4E47-B5D1-CEEB0FF6E43E}"/>
                  </a:ext>
                </a:extLst>
              </p:cNvPr>
              <p:cNvGrpSpPr>
                <a:grpSpLocks/>
              </p:cNvGrpSpPr>
              <p:nvPr/>
            </p:nvGrpSpPr>
            <p:grpSpPr bwMode="auto">
              <a:xfrm>
                <a:off x="3588" y="692"/>
                <a:ext cx="561" cy="522"/>
                <a:chOff x="-44" y="1473"/>
                <a:chExt cx="981" cy="1105"/>
              </a:xfrm>
            </p:grpSpPr>
            <p:pic>
              <p:nvPicPr>
                <p:cNvPr id="488" name="Picture 426" descr="desktop_computer_stylized_medium">
                  <a:extLst>
                    <a:ext uri="{FF2B5EF4-FFF2-40B4-BE49-F238E27FC236}">
                      <a16:creationId xmlns:a16="http://schemas.microsoft.com/office/drawing/2014/main" id="{95DD2938-B3F4-354F-AEEE-742FDF85FD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9" name="Freeform 427">
                  <a:extLst>
                    <a:ext uri="{FF2B5EF4-FFF2-40B4-BE49-F238E27FC236}">
                      <a16:creationId xmlns:a16="http://schemas.microsoft.com/office/drawing/2014/main" id="{BD5151DD-FB70-C543-90A7-B0F10EB6BD03}"/>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86" name="Rectangle 115">
                <a:extLst>
                  <a:ext uri="{FF2B5EF4-FFF2-40B4-BE49-F238E27FC236}">
                    <a16:creationId xmlns:a16="http://schemas.microsoft.com/office/drawing/2014/main" id="{85717AA4-5337-0347-AD50-71DA1D854992}"/>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87" name="Text Box 116">
                <a:extLst>
                  <a:ext uri="{FF2B5EF4-FFF2-40B4-BE49-F238E27FC236}">
                    <a16:creationId xmlns:a16="http://schemas.microsoft.com/office/drawing/2014/main" id="{F3AA3464-AD31-9B4B-A076-587DC96DE069}"/>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461" name="Group 430">
              <a:extLst>
                <a:ext uri="{FF2B5EF4-FFF2-40B4-BE49-F238E27FC236}">
                  <a16:creationId xmlns:a16="http://schemas.microsoft.com/office/drawing/2014/main" id="{217AD242-63DC-3246-8983-194F60A7EA58}"/>
                </a:ext>
              </a:extLst>
            </p:cNvPr>
            <p:cNvGrpSpPr>
              <a:grpSpLocks/>
            </p:cNvGrpSpPr>
            <p:nvPr/>
          </p:nvGrpSpPr>
          <p:grpSpPr bwMode="auto">
            <a:xfrm>
              <a:off x="10389467" y="2379537"/>
              <a:ext cx="925513" cy="1054100"/>
              <a:chOff x="3566" y="550"/>
              <a:chExt cx="583" cy="664"/>
            </a:xfrm>
          </p:grpSpPr>
          <p:grpSp>
            <p:nvGrpSpPr>
              <p:cNvPr id="480" name="Group 431">
                <a:extLst>
                  <a:ext uri="{FF2B5EF4-FFF2-40B4-BE49-F238E27FC236}">
                    <a16:creationId xmlns:a16="http://schemas.microsoft.com/office/drawing/2014/main" id="{974C24FF-AF5F-3E4F-99B8-149696D509B6}"/>
                  </a:ext>
                </a:extLst>
              </p:cNvPr>
              <p:cNvGrpSpPr>
                <a:grpSpLocks/>
              </p:cNvGrpSpPr>
              <p:nvPr/>
            </p:nvGrpSpPr>
            <p:grpSpPr bwMode="auto">
              <a:xfrm>
                <a:off x="3588" y="692"/>
                <a:ext cx="561" cy="522"/>
                <a:chOff x="-44" y="1473"/>
                <a:chExt cx="981" cy="1105"/>
              </a:xfrm>
            </p:grpSpPr>
            <p:pic>
              <p:nvPicPr>
                <p:cNvPr id="483" name="Picture 432" descr="desktop_computer_stylized_medium">
                  <a:extLst>
                    <a:ext uri="{FF2B5EF4-FFF2-40B4-BE49-F238E27FC236}">
                      <a16:creationId xmlns:a16="http://schemas.microsoft.com/office/drawing/2014/main" id="{94FD5029-BA20-704F-8C99-9B3D77F96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4" name="Freeform 433">
                  <a:extLst>
                    <a:ext uri="{FF2B5EF4-FFF2-40B4-BE49-F238E27FC236}">
                      <a16:creationId xmlns:a16="http://schemas.microsoft.com/office/drawing/2014/main" id="{63FE5925-A7DE-BB48-8E9D-2F611B484C60}"/>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81" name="Rectangle 115">
                <a:extLst>
                  <a:ext uri="{FF2B5EF4-FFF2-40B4-BE49-F238E27FC236}">
                    <a16:creationId xmlns:a16="http://schemas.microsoft.com/office/drawing/2014/main" id="{7AA59CDE-1819-E74E-B35C-280552DE498C}"/>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82" name="Text Box 116">
                <a:extLst>
                  <a:ext uri="{FF2B5EF4-FFF2-40B4-BE49-F238E27FC236}">
                    <a16:creationId xmlns:a16="http://schemas.microsoft.com/office/drawing/2014/main" id="{941C260D-0416-B942-8EC7-39E82157676F}"/>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462" name="Group 436">
              <a:extLst>
                <a:ext uri="{FF2B5EF4-FFF2-40B4-BE49-F238E27FC236}">
                  <a16:creationId xmlns:a16="http://schemas.microsoft.com/office/drawing/2014/main" id="{7C7726AC-BD2A-0D41-9985-169CF8BB6630}"/>
                </a:ext>
              </a:extLst>
            </p:cNvPr>
            <p:cNvGrpSpPr>
              <a:grpSpLocks/>
            </p:cNvGrpSpPr>
            <p:nvPr/>
          </p:nvGrpSpPr>
          <p:grpSpPr bwMode="auto">
            <a:xfrm>
              <a:off x="10257705" y="3427287"/>
              <a:ext cx="925513" cy="1054100"/>
              <a:chOff x="3566" y="550"/>
              <a:chExt cx="583" cy="664"/>
            </a:xfrm>
          </p:grpSpPr>
          <p:grpSp>
            <p:nvGrpSpPr>
              <p:cNvPr id="475" name="Group 437">
                <a:extLst>
                  <a:ext uri="{FF2B5EF4-FFF2-40B4-BE49-F238E27FC236}">
                    <a16:creationId xmlns:a16="http://schemas.microsoft.com/office/drawing/2014/main" id="{3B182536-5340-6041-A241-A859D9FD3438}"/>
                  </a:ext>
                </a:extLst>
              </p:cNvPr>
              <p:cNvGrpSpPr>
                <a:grpSpLocks/>
              </p:cNvGrpSpPr>
              <p:nvPr/>
            </p:nvGrpSpPr>
            <p:grpSpPr bwMode="auto">
              <a:xfrm>
                <a:off x="3588" y="692"/>
                <a:ext cx="561" cy="522"/>
                <a:chOff x="-44" y="1473"/>
                <a:chExt cx="981" cy="1105"/>
              </a:xfrm>
            </p:grpSpPr>
            <p:pic>
              <p:nvPicPr>
                <p:cNvPr id="478" name="Picture 438" descr="desktop_computer_stylized_medium">
                  <a:extLst>
                    <a:ext uri="{FF2B5EF4-FFF2-40B4-BE49-F238E27FC236}">
                      <a16:creationId xmlns:a16="http://schemas.microsoft.com/office/drawing/2014/main" id="{481C4835-370F-7644-B8B7-6521A79861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9" name="Freeform 439">
                  <a:extLst>
                    <a:ext uri="{FF2B5EF4-FFF2-40B4-BE49-F238E27FC236}">
                      <a16:creationId xmlns:a16="http://schemas.microsoft.com/office/drawing/2014/main" id="{6E3E1766-B8F7-7441-8310-5BA46E231C22}"/>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76" name="Rectangle 115">
                <a:extLst>
                  <a:ext uri="{FF2B5EF4-FFF2-40B4-BE49-F238E27FC236}">
                    <a16:creationId xmlns:a16="http://schemas.microsoft.com/office/drawing/2014/main" id="{AC16B0B6-DEAD-0947-9235-51B6011023CB}"/>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77" name="Text Box 116">
                <a:extLst>
                  <a:ext uri="{FF2B5EF4-FFF2-40B4-BE49-F238E27FC236}">
                    <a16:creationId xmlns:a16="http://schemas.microsoft.com/office/drawing/2014/main" id="{DDD55D7A-2C9E-A146-81FE-681A98F3F801}"/>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463" name="Group 442">
              <a:extLst>
                <a:ext uri="{FF2B5EF4-FFF2-40B4-BE49-F238E27FC236}">
                  <a16:creationId xmlns:a16="http://schemas.microsoft.com/office/drawing/2014/main" id="{759437D6-E987-894D-862E-069CDBFFC0D8}"/>
                </a:ext>
              </a:extLst>
            </p:cNvPr>
            <p:cNvGrpSpPr>
              <a:grpSpLocks/>
            </p:cNvGrpSpPr>
            <p:nvPr/>
          </p:nvGrpSpPr>
          <p:grpSpPr bwMode="auto">
            <a:xfrm>
              <a:off x="7646267" y="4865562"/>
              <a:ext cx="925513" cy="1054100"/>
              <a:chOff x="3566" y="550"/>
              <a:chExt cx="583" cy="664"/>
            </a:xfrm>
          </p:grpSpPr>
          <p:grpSp>
            <p:nvGrpSpPr>
              <p:cNvPr id="470" name="Group 443">
                <a:extLst>
                  <a:ext uri="{FF2B5EF4-FFF2-40B4-BE49-F238E27FC236}">
                    <a16:creationId xmlns:a16="http://schemas.microsoft.com/office/drawing/2014/main" id="{D021EB12-4106-5D49-896F-C2B3F59B808C}"/>
                  </a:ext>
                </a:extLst>
              </p:cNvPr>
              <p:cNvGrpSpPr>
                <a:grpSpLocks/>
              </p:cNvGrpSpPr>
              <p:nvPr/>
            </p:nvGrpSpPr>
            <p:grpSpPr bwMode="auto">
              <a:xfrm>
                <a:off x="3588" y="692"/>
                <a:ext cx="561" cy="522"/>
                <a:chOff x="-44" y="1473"/>
                <a:chExt cx="981" cy="1105"/>
              </a:xfrm>
            </p:grpSpPr>
            <p:pic>
              <p:nvPicPr>
                <p:cNvPr id="473" name="Picture 444" descr="desktop_computer_stylized_medium">
                  <a:extLst>
                    <a:ext uri="{FF2B5EF4-FFF2-40B4-BE49-F238E27FC236}">
                      <a16:creationId xmlns:a16="http://schemas.microsoft.com/office/drawing/2014/main" id="{C1FE92BF-C380-984A-8786-0046B85D44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4" name="Freeform 445">
                  <a:extLst>
                    <a:ext uri="{FF2B5EF4-FFF2-40B4-BE49-F238E27FC236}">
                      <a16:creationId xmlns:a16="http://schemas.microsoft.com/office/drawing/2014/main" id="{EC0BFAF3-2E7D-9647-94C6-0E8121FA17C1}"/>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71" name="Rectangle 115">
                <a:extLst>
                  <a:ext uri="{FF2B5EF4-FFF2-40B4-BE49-F238E27FC236}">
                    <a16:creationId xmlns:a16="http://schemas.microsoft.com/office/drawing/2014/main" id="{0EE4B6E2-5850-3440-9D64-C4F953239577}"/>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72" name="Text Box 116">
                <a:extLst>
                  <a:ext uri="{FF2B5EF4-FFF2-40B4-BE49-F238E27FC236}">
                    <a16:creationId xmlns:a16="http://schemas.microsoft.com/office/drawing/2014/main" id="{4630A927-61B1-794F-B5F8-8FE57CCE3DDD}"/>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464" name="Group 448">
              <a:extLst>
                <a:ext uri="{FF2B5EF4-FFF2-40B4-BE49-F238E27FC236}">
                  <a16:creationId xmlns:a16="http://schemas.microsoft.com/office/drawing/2014/main" id="{515DE8BB-C137-2A4A-93F2-F5B0D57841F8}"/>
                </a:ext>
              </a:extLst>
            </p:cNvPr>
            <p:cNvGrpSpPr>
              <a:grpSpLocks/>
            </p:cNvGrpSpPr>
            <p:nvPr/>
          </p:nvGrpSpPr>
          <p:grpSpPr bwMode="auto">
            <a:xfrm>
              <a:off x="8374930" y="4246437"/>
              <a:ext cx="925513" cy="1054100"/>
              <a:chOff x="3566" y="550"/>
              <a:chExt cx="583" cy="664"/>
            </a:xfrm>
          </p:grpSpPr>
          <p:grpSp>
            <p:nvGrpSpPr>
              <p:cNvPr id="465" name="Group 449">
                <a:extLst>
                  <a:ext uri="{FF2B5EF4-FFF2-40B4-BE49-F238E27FC236}">
                    <a16:creationId xmlns:a16="http://schemas.microsoft.com/office/drawing/2014/main" id="{8057BAD2-00F7-A94E-A7F8-44AFC3CE28A9}"/>
                  </a:ext>
                </a:extLst>
              </p:cNvPr>
              <p:cNvGrpSpPr>
                <a:grpSpLocks/>
              </p:cNvGrpSpPr>
              <p:nvPr/>
            </p:nvGrpSpPr>
            <p:grpSpPr bwMode="auto">
              <a:xfrm>
                <a:off x="3588" y="692"/>
                <a:ext cx="561" cy="522"/>
                <a:chOff x="-44" y="1473"/>
                <a:chExt cx="981" cy="1105"/>
              </a:xfrm>
            </p:grpSpPr>
            <p:pic>
              <p:nvPicPr>
                <p:cNvPr id="468" name="Picture 450" descr="desktop_computer_stylized_medium">
                  <a:extLst>
                    <a:ext uri="{FF2B5EF4-FFF2-40B4-BE49-F238E27FC236}">
                      <a16:creationId xmlns:a16="http://schemas.microsoft.com/office/drawing/2014/main" id="{DA8399E4-9D09-8A45-9879-F4564EC5E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9" name="Freeform 451">
                  <a:extLst>
                    <a:ext uri="{FF2B5EF4-FFF2-40B4-BE49-F238E27FC236}">
                      <a16:creationId xmlns:a16="http://schemas.microsoft.com/office/drawing/2014/main" id="{78EC18F8-DAAD-5B40-9CCE-F03A34A9B707}"/>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66" name="Rectangle 115">
                <a:extLst>
                  <a:ext uri="{FF2B5EF4-FFF2-40B4-BE49-F238E27FC236}">
                    <a16:creationId xmlns:a16="http://schemas.microsoft.com/office/drawing/2014/main" id="{9FD242AB-CF7E-5A41-A996-C099073211E1}"/>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67" name="Text Box 116">
                <a:extLst>
                  <a:ext uri="{FF2B5EF4-FFF2-40B4-BE49-F238E27FC236}">
                    <a16:creationId xmlns:a16="http://schemas.microsoft.com/office/drawing/2014/main" id="{3C6A79A8-1567-FD40-9962-83B61094D5B0}"/>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sp>
        <p:nvSpPr>
          <p:cNvPr id="221" name="Slide Number Placeholder 2">
            <a:extLst>
              <a:ext uri="{FF2B5EF4-FFF2-40B4-BE49-F238E27FC236}">
                <a16:creationId xmlns:a16="http://schemas.microsoft.com/office/drawing/2014/main" id="{949759AD-1D73-0346-A427-7818B3333AA2}"/>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53</a:t>
            </a:fld>
            <a:endParaRPr lang="en-US" dirty="0"/>
          </a:p>
        </p:txBody>
      </p:sp>
    </p:spTree>
    <p:extLst>
      <p:ext uri="{BB962C8B-B14F-4D97-AF65-F5344CB8AC3E}">
        <p14:creationId xmlns:p14="http://schemas.microsoft.com/office/powerpoint/2010/main" val="2485812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dissolve">
                                      <p:cBhvr>
                                        <p:cTn id="7" dur="500"/>
                                        <p:tgtEl>
                                          <p:spTgt spid="8">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dissolv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dissolve">
                                      <p:cBhvr>
                                        <p:cTn id="15" dur="500"/>
                                        <p:tgtEl>
                                          <p:spTgt spid="8">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dissolve">
                                      <p:cBhvr>
                                        <p:cTn id="18" dur="500"/>
                                        <p:tgtEl>
                                          <p:spTgt spid="18"/>
                                        </p:tgtEl>
                                      </p:cBhvr>
                                    </p:animEffect>
                                  </p:childTnLst>
                                </p:cTn>
                              </p:par>
                              <p:par>
                                <p:cTn id="19" presetID="9" presetClass="entr" presetSubtype="0" fill="hold" nodeType="withEffect">
                                  <p:stCondLst>
                                    <p:cond delay="0"/>
                                  </p:stCondLst>
                                  <p:childTnLst>
                                    <p:set>
                                      <p:cBhvr>
                                        <p:cTn id="20" dur="1" fill="hold">
                                          <p:stCondLst>
                                            <p:cond delay="0"/>
                                          </p:stCondLst>
                                        </p:cTn>
                                        <p:tgtEl>
                                          <p:spTgt spid="433"/>
                                        </p:tgtEl>
                                        <p:attrNameLst>
                                          <p:attrName>style.visibility</p:attrName>
                                        </p:attrNameLst>
                                      </p:cBhvr>
                                      <p:to>
                                        <p:strVal val="visible"/>
                                      </p:to>
                                    </p:set>
                                    <p:animEffect transition="in" filter="dissolve">
                                      <p:cBhvr>
                                        <p:cTn id="21" dur="500"/>
                                        <p:tgtEl>
                                          <p:spTgt spid="43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8">
                                            <p:txEl>
                                              <p:pRg st="3" end="3"/>
                                            </p:txEl>
                                          </p:spTgt>
                                        </p:tgtEl>
                                        <p:attrNameLst>
                                          <p:attrName>style.visibility</p:attrName>
                                        </p:attrNameLst>
                                      </p:cBhvr>
                                      <p:to>
                                        <p:strVal val="visible"/>
                                      </p:to>
                                    </p:set>
                                    <p:animEffect transition="in" filter="dissolve">
                                      <p:cBhvr>
                                        <p:cTn id="26" dur="500"/>
                                        <p:tgtEl>
                                          <p:spTgt spid="8">
                                            <p:txEl>
                                              <p:pRg st="3" end="3"/>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dissolve">
                                      <p:cBhvr>
                                        <p:cTn id="29" dur="50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8">
                                            <p:txEl>
                                              <p:pRg st="4" end="4"/>
                                            </p:txEl>
                                          </p:spTgt>
                                        </p:tgtEl>
                                        <p:attrNameLst>
                                          <p:attrName>style.visibility</p:attrName>
                                        </p:attrNameLst>
                                      </p:cBhvr>
                                      <p:to>
                                        <p:strVal val="visible"/>
                                      </p:to>
                                    </p:set>
                                    <p:animEffect transition="in" filter="dissolve">
                                      <p:cBhvr>
                                        <p:cTn id="34" dur="500"/>
                                        <p:tgtEl>
                                          <p:spTgt spid="8">
                                            <p:txEl>
                                              <p:pRg st="4" end="4"/>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dissolve">
                                      <p:cBhvr>
                                        <p:cTn id="37" dur="500"/>
                                        <p:tgtEl>
                                          <p:spTgt spid="8">
                                            <p:txEl>
                                              <p:pRg st="5" end="5"/>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dissolve">
                                      <p:cBhvr>
                                        <p:cTn id="40" dur="500"/>
                                        <p:tgtEl>
                                          <p:spTgt spid="8">
                                            <p:txEl>
                                              <p:pRg st="6" end="6"/>
                                            </p:txEl>
                                          </p:spTgt>
                                        </p:tgtEl>
                                      </p:cBhvr>
                                    </p:animEffect>
                                  </p:childTnLst>
                                </p:cTn>
                              </p:par>
                              <p:par>
                                <p:cTn id="41" presetID="9" presetClass="entr" presetSubtype="0" fill="hold" nodeType="with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Effect transition="in" filter="dissolve">
                                      <p:cBhvr>
                                        <p:cTn id="43" dur="500"/>
                                        <p:tgtEl>
                                          <p:spTgt spid="8">
                                            <p:txEl>
                                              <p:pRg st="7" end="7"/>
                                            </p:txEl>
                                          </p:spTgt>
                                        </p:tgtEl>
                                      </p:cBhvr>
                                    </p:animEffect>
                                  </p:childTnLst>
                                </p:cTn>
                              </p:par>
                              <p:par>
                                <p:cTn id="44" presetID="9" presetClass="entr" presetSubtype="0" fill="hold" nodeType="withEffect">
                                  <p:stCondLst>
                                    <p:cond delay="0"/>
                                  </p:stCondLst>
                                  <p:childTnLst>
                                    <p:set>
                                      <p:cBhvr>
                                        <p:cTn id="45" dur="1" fill="hold">
                                          <p:stCondLst>
                                            <p:cond delay="0"/>
                                          </p:stCondLst>
                                        </p:cTn>
                                        <p:tgtEl>
                                          <p:spTgt spid="8">
                                            <p:txEl>
                                              <p:pRg st="8" end="8"/>
                                            </p:txEl>
                                          </p:spTgt>
                                        </p:tgtEl>
                                        <p:attrNameLst>
                                          <p:attrName>style.visibility</p:attrName>
                                        </p:attrNameLst>
                                      </p:cBhvr>
                                      <p:to>
                                        <p:strVal val="visible"/>
                                      </p:to>
                                    </p:set>
                                    <p:animEffect transition="in" filter="dissolve">
                                      <p:cBhvr>
                                        <p:cTn id="46" dur="500"/>
                                        <p:tgtEl>
                                          <p:spTgt spid="8">
                                            <p:txEl>
                                              <p:pRg st="8" end="8"/>
                                            </p:txEl>
                                          </p:spTgt>
                                        </p:tgtEl>
                                      </p:cBhvr>
                                    </p:animEffect>
                                  </p:childTnLst>
                                </p:cTn>
                              </p:par>
                              <p:par>
                                <p:cTn id="47" presetID="9" presetClass="exit" presetSubtype="0" fill="hold" nodeType="withEffect">
                                  <p:stCondLst>
                                    <p:cond delay="0"/>
                                  </p:stCondLst>
                                  <p:childTnLst>
                                    <p:animEffect transition="out" filter="dissolve">
                                      <p:cBhvr>
                                        <p:cTn id="48" dur="500"/>
                                        <p:tgtEl>
                                          <p:spTgt spid="22"/>
                                        </p:tgtEl>
                                      </p:cBhvr>
                                    </p:animEffect>
                                    <p:set>
                                      <p:cBhvr>
                                        <p:cTn id="49"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E-mail: mail servers</a:t>
            </a:r>
            <a:endParaRPr lang="en-US" sz="4400" dirty="0"/>
          </a:p>
        </p:txBody>
      </p:sp>
      <p:grpSp>
        <p:nvGrpSpPr>
          <p:cNvPr id="224" name="Group 279">
            <a:extLst>
              <a:ext uri="{FF2B5EF4-FFF2-40B4-BE49-F238E27FC236}">
                <a16:creationId xmlns:a16="http://schemas.microsoft.com/office/drawing/2014/main" id="{85ECCB70-4CBD-8D41-8867-9839284C0E92}"/>
              </a:ext>
            </a:extLst>
          </p:cNvPr>
          <p:cNvGrpSpPr>
            <a:grpSpLocks/>
          </p:cNvGrpSpPr>
          <p:nvPr/>
        </p:nvGrpSpPr>
        <p:grpSpPr bwMode="auto">
          <a:xfrm>
            <a:off x="9926119" y="5308075"/>
            <a:ext cx="1736725" cy="973138"/>
            <a:chOff x="4458" y="3335"/>
            <a:chExt cx="1094" cy="613"/>
          </a:xfrm>
        </p:grpSpPr>
        <p:sp>
          <p:nvSpPr>
            <p:cNvPr id="225" name="Text Box 263">
              <a:extLst>
                <a:ext uri="{FF2B5EF4-FFF2-40B4-BE49-F238E27FC236}">
                  <a16:creationId xmlns:a16="http://schemas.microsoft.com/office/drawing/2014/main" id="{735C70AA-4D0B-3E4D-B47F-55C95E7B4826}"/>
                </a:ext>
              </a:extLst>
            </p:cNvPr>
            <p:cNvSpPr txBox="1">
              <a:spLocks noChangeArrowheads="1"/>
            </p:cNvSpPr>
            <p:nvPr/>
          </p:nvSpPr>
          <p:spPr bwMode="auto">
            <a:xfrm>
              <a:off x="4527" y="3715"/>
              <a:ext cx="8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 mailbox</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226" name="Group 278">
              <a:extLst>
                <a:ext uri="{FF2B5EF4-FFF2-40B4-BE49-F238E27FC236}">
                  <a16:creationId xmlns:a16="http://schemas.microsoft.com/office/drawing/2014/main" id="{E130EDE1-DE49-BC4D-9A74-CEDC9FFF3A84}"/>
                </a:ext>
              </a:extLst>
            </p:cNvPr>
            <p:cNvGrpSpPr>
              <a:grpSpLocks/>
            </p:cNvGrpSpPr>
            <p:nvPr/>
          </p:nvGrpSpPr>
          <p:grpSpPr bwMode="auto">
            <a:xfrm>
              <a:off x="4458" y="3408"/>
              <a:ext cx="450" cy="120"/>
              <a:chOff x="4314" y="3444"/>
              <a:chExt cx="450" cy="120"/>
            </a:xfrm>
          </p:grpSpPr>
          <p:sp>
            <p:nvSpPr>
              <p:cNvPr id="229" name="Rectangle 264">
                <a:extLst>
                  <a:ext uri="{FF2B5EF4-FFF2-40B4-BE49-F238E27FC236}">
                    <a16:creationId xmlns:a16="http://schemas.microsoft.com/office/drawing/2014/main" id="{D8ED0CFE-E76B-584D-BA7F-B64E112A3AD7}"/>
                  </a:ext>
                </a:extLst>
              </p:cNvPr>
              <p:cNvSpPr>
                <a:spLocks noChangeArrowheads="1"/>
              </p:cNvSpPr>
              <p:nvPr/>
            </p:nvSpPr>
            <p:spPr bwMode="auto">
              <a:xfrm>
                <a:off x="4314" y="3444"/>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30" name="Line 265">
                <a:extLst>
                  <a:ext uri="{FF2B5EF4-FFF2-40B4-BE49-F238E27FC236}">
                    <a16:creationId xmlns:a16="http://schemas.microsoft.com/office/drawing/2014/main" id="{076E3A0A-DC0D-234E-ACFD-ED8D3EBB2805}"/>
                  </a:ext>
                </a:extLst>
              </p:cNvPr>
              <p:cNvSpPr>
                <a:spLocks noChangeShapeType="1"/>
              </p:cNvSpPr>
              <p:nvPr/>
            </p:nvSpPr>
            <p:spPr bwMode="auto">
              <a:xfrm>
                <a:off x="4363" y="3472"/>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31" name="Line 266">
                <a:extLst>
                  <a:ext uri="{FF2B5EF4-FFF2-40B4-BE49-F238E27FC236}">
                    <a16:creationId xmlns:a16="http://schemas.microsoft.com/office/drawing/2014/main" id="{FAE63733-4DC0-C740-915D-E91FC7FD9E26}"/>
                  </a:ext>
                </a:extLst>
              </p:cNvPr>
              <p:cNvSpPr>
                <a:spLocks noChangeShapeType="1"/>
              </p:cNvSpPr>
              <p:nvPr/>
            </p:nvSpPr>
            <p:spPr bwMode="auto">
              <a:xfrm flipH="1">
                <a:off x="4472" y="3471"/>
                <a:ext cx="6"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32" name="Line 267">
                <a:extLst>
                  <a:ext uri="{FF2B5EF4-FFF2-40B4-BE49-F238E27FC236}">
                    <a16:creationId xmlns:a16="http://schemas.microsoft.com/office/drawing/2014/main" id="{9432E742-E38D-324E-8AE4-F24CFDAF4B38}"/>
                  </a:ext>
                </a:extLst>
              </p:cNvPr>
              <p:cNvSpPr>
                <a:spLocks noChangeShapeType="1"/>
              </p:cNvSpPr>
              <p:nvPr/>
            </p:nvSpPr>
            <p:spPr bwMode="auto">
              <a:xfrm>
                <a:off x="4527" y="347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33" name="Line 268">
                <a:extLst>
                  <a:ext uri="{FF2B5EF4-FFF2-40B4-BE49-F238E27FC236}">
                    <a16:creationId xmlns:a16="http://schemas.microsoft.com/office/drawing/2014/main" id="{BFE1C87F-4841-9248-85BA-C4E3AF7F1EF8}"/>
                  </a:ext>
                </a:extLst>
              </p:cNvPr>
              <p:cNvSpPr>
                <a:spLocks noChangeShapeType="1"/>
              </p:cNvSpPr>
              <p:nvPr/>
            </p:nvSpPr>
            <p:spPr bwMode="auto">
              <a:xfrm>
                <a:off x="4584" y="3471"/>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34" name="Line 269">
                <a:extLst>
                  <a:ext uri="{FF2B5EF4-FFF2-40B4-BE49-F238E27FC236}">
                    <a16:creationId xmlns:a16="http://schemas.microsoft.com/office/drawing/2014/main" id="{856416DF-3745-DB4A-BFC9-169A06391467}"/>
                  </a:ext>
                </a:extLst>
              </p:cNvPr>
              <p:cNvSpPr>
                <a:spLocks noChangeShapeType="1"/>
              </p:cNvSpPr>
              <p:nvPr/>
            </p:nvSpPr>
            <p:spPr bwMode="auto">
              <a:xfrm>
                <a:off x="4645" y="3471"/>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35" name="Line 270">
                <a:extLst>
                  <a:ext uri="{FF2B5EF4-FFF2-40B4-BE49-F238E27FC236}">
                    <a16:creationId xmlns:a16="http://schemas.microsoft.com/office/drawing/2014/main" id="{0DB9FDA2-2EA5-034B-903A-EBC13BC40F0C}"/>
                  </a:ext>
                </a:extLst>
              </p:cNvPr>
              <p:cNvSpPr>
                <a:spLocks noChangeShapeType="1"/>
              </p:cNvSpPr>
              <p:nvPr/>
            </p:nvSpPr>
            <p:spPr bwMode="auto">
              <a:xfrm>
                <a:off x="4701" y="3471"/>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36" name="Line 271">
                <a:extLst>
                  <a:ext uri="{FF2B5EF4-FFF2-40B4-BE49-F238E27FC236}">
                    <a16:creationId xmlns:a16="http://schemas.microsoft.com/office/drawing/2014/main" id="{F94A5742-E1B7-A64E-A807-9A41FFB1D4E1}"/>
                  </a:ext>
                </a:extLst>
              </p:cNvPr>
              <p:cNvSpPr>
                <a:spLocks noChangeShapeType="1"/>
              </p:cNvSpPr>
              <p:nvPr/>
            </p:nvSpPr>
            <p:spPr bwMode="auto">
              <a:xfrm>
                <a:off x="4416" y="3472"/>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27" name="Rectangle 272">
              <a:extLst>
                <a:ext uri="{FF2B5EF4-FFF2-40B4-BE49-F238E27FC236}">
                  <a16:creationId xmlns:a16="http://schemas.microsoft.com/office/drawing/2014/main" id="{FA709473-06C4-C847-B23D-5962F6EF8ABB}"/>
                </a:ext>
              </a:extLst>
            </p:cNvPr>
            <p:cNvSpPr>
              <a:spLocks noChangeArrowheads="1"/>
            </p:cNvSpPr>
            <p:nvPr/>
          </p:nvSpPr>
          <p:spPr bwMode="auto">
            <a:xfrm>
              <a:off x="4472" y="3779"/>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28" name="Text Box 277">
              <a:extLst>
                <a:ext uri="{FF2B5EF4-FFF2-40B4-BE49-F238E27FC236}">
                  <a16:creationId xmlns:a16="http://schemas.microsoft.com/office/drawing/2014/main" id="{6E499AE9-BC96-AA43-8A92-BB907E72E53A}"/>
                </a:ext>
              </a:extLst>
            </p:cNvPr>
            <p:cNvSpPr txBox="1">
              <a:spLocks noChangeArrowheads="1"/>
            </p:cNvSpPr>
            <p:nvPr/>
          </p:nvSpPr>
          <p:spPr bwMode="auto">
            <a:xfrm>
              <a:off x="4514" y="3335"/>
              <a:ext cx="103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outgoing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message queue</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37" name="Group 454">
            <a:extLst>
              <a:ext uri="{FF2B5EF4-FFF2-40B4-BE49-F238E27FC236}">
                <a16:creationId xmlns:a16="http://schemas.microsoft.com/office/drawing/2014/main" id="{FE2C87B1-0D29-6946-B29A-95FF8E6A0A50}"/>
              </a:ext>
            </a:extLst>
          </p:cNvPr>
          <p:cNvGrpSpPr>
            <a:grpSpLocks/>
          </p:cNvGrpSpPr>
          <p:nvPr/>
        </p:nvGrpSpPr>
        <p:grpSpPr bwMode="auto">
          <a:xfrm>
            <a:off x="7036667" y="801562"/>
            <a:ext cx="4278313" cy="5118100"/>
            <a:chOff x="2962" y="886"/>
            <a:chExt cx="2695" cy="3224"/>
          </a:xfrm>
        </p:grpSpPr>
        <p:grpSp>
          <p:nvGrpSpPr>
            <p:cNvPr id="238" name="Group 389">
              <a:extLst>
                <a:ext uri="{FF2B5EF4-FFF2-40B4-BE49-F238E27FC236}">
                  <a16:creationId xmlns:a16="http://schemas.microsoft.com/office/drawing/2014/main" id="{A13CA913-E4B3-254A-A935-ADB3F9E6EA19}"/>
                </a:ext>
              </a:extLst>
            </p:cNvPr>
            <p:cNvGrpSpPr>
              <a:grpSpLocks/>
            </p:cNvGrpSpPr>
            <p:nvPr/>
          </p:nvGrpSpPr>
          <p:grpSpPr bwMode="auto">
            <a:xfrm>
              <a:off x="4346" y="1756"/>
              <a:ext cx="301" cy="451"/>
              <a:chOff x="4140" y="429"/>
              <a:chExt cx="1425" cy="2396"/>
            </a:xfrm>
          </p:grpSpPr>
          <p:sp>
            <p:nvSpPr>
              <p:cNvPr id="401" name="Freeform 390">
                <a:extLst>
                  <a:ext uri="{FF2B5EF4-FFF2-40B4-BE49-F238E27FC236}">
                    <a16:creationId xmlns:a16="http://schemas.microsoft.com/office/drawing/2014/main" id="{6CCFD9B8-8C88-C24F-8883-4CF6367F462F}"/>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02" name="Rectangle 391">
                <a:extLst>
                  <a:ext uri="{FF2B5EF4-FFF2-40B4-BE49-F238E27FC236}">
                    <a16:creationId xmlns:a16="http://schemas.microsoft.com/office/drawing/2014/main" id="{43B4C051-EEAE-814E-99DE-21C8B8D4790D}"/>
                  </a:ext>
                </a:extLst>
              </p:cNvPr>
              <p:cNvSpPr>
                <a:spLocks noChangeArrowheads="1"/>
              </p:cNvSpPr>
              <p:nvPr/>
            </p:nvSpPr>
            <p:spPr bwMode="auto">
              <a:xfrm>
                <a:off x="4206"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03" name="Freeform 392">
                <a:extLst>
                  <a:ext uri="{FF2B5EF4-FFF2-40B4-BE49-F238E27FC236}">
                    <a16:creationId xmlns:a16="http://schemas.microsoft.com/office/drawing/2014/main" id="{2BC8E3DE-CCCA-1344-8BA5-2A15D443A891}"/>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04" name="Freeform 393">
                <a:extLst>
                  <a:ext uri="{FF2B5EF4-FFF2-40B4-BE49-F238E27FC236}">
                    <a16:creationId xmlns:a16="http://schemas.microsoft.com/office/drawing/2014/main" id="{E0152158-7133-BA4C-A8F5-ADB2FFBFF65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05" name="Rectangle 394">
                <a:extLst>
                  <a:ext uri="{FF2B5EF4-FFF2-40B4-BE49-F238E27FC236}">
                    <a16:creationId xmlns:a16="http://schemas.microsoft.com/office/drawing/2014/main" id="{E5FA410D-74EF-7742-BB99-1CFEB8EDEE00}"/>
                  </a:ext>
                </a:extLst>
              </p:cNvPr>
              <p:cNvSpPr>
                <a:spLocks noChangeArrowheads="1"/>
              </p:cNvSpPr>
              <p:nvPr/>
            </p:nvSpPr>
            <p:spPr bwMode="auto">
              <a:xfrm>
                <a:off x="4211" y="695"/>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406" name="Group 395">
                <a:extLst>
                  <a:ext uri="{FF2B5EF4-FFF2-40B4-BE49-F238E27FC236}">
                    <a16:creationId xmlns:a16="http://schemas.microsoft.com/office/drawing/2014/main" id="{AF72D040-96B4-8540-B83D-471812640A4C}"/>
                  </a:ext>
                </a:extLst>
              </p:cNvPr>
              <p:cNvGrpSpPr>
                <a:grpSpLocks/>
              </p:cNvGrpSpPr>
              <p:nvPr/>
            </p:nvGrpSpPr>
            <p:grpSpPr bwMode="auto">
              <a:xfrm>
                <a:off x="4749" y="668"/>
                <a:ext cx="581" cy="145"/>
                <a:chOff x="614" y="2568"/>
                <a:chExt cx="725" cy="139"/>
              </a:xfrm>
            </p:grpSpPr>
            <p:sp>
              <p:nvSpPr>
                <p:cNvPr id="431" name="AutoShape 396">
                  <a:extLst>
                    <a:ext uri="{FF2B5EF4-FFF2-40B4-BE49-F238E27FC236}">
                      <a16:creationId xmlns:a16="http://schemas.microsoft.com/office/drawing/2014/main" id="{F18E39D5-A4BF-264B-B7EA-F621A57FAD92}"/>
                    </a:ext>
                  </a:extLst>
                </p:cNvPr>
                <p:cNvSpPr>
                  <a:spLocks noChangeArrowheads="1"/>
                </p:cNvSpPr>
                <p:nvPr/>
              </p:nvSpPr>
              <p:spPr bwMode="auto">
                <a:xfrm>
                  <a:off x="616" y="2568"/>
                  <a:ext cx="721"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32" name="AutoShape 397">
                  <a:extLst>
                    <a:ext uri="{FF2B5EF4-FFF2-40B4-BE49-F238E27FC236}">
                      <a16:creationId xmlns:a16="http://schemas.microsoft.com/office/drawing/2014/main" id="{39716169-1014-2547-9B50-032A17A0DFE4}"/>
                    </a:ext>
                  </a:extLst>
                </p:cNvPr>
                <p:cNvSpPr>
                  <a:spLocks noChangeArrowheads="1"/>
                </p:cNvSpPr>
                <p:nvPr/>
              </p:nvSpPr>
              <p:spPr bwMode="auto">
                <a:xfrm>
                  <a:off x="634" y="2583"/>
                  <a:ext cx="68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07" name="Rectangle 398">
                <a:extLst>
                  <a:ext uri="{FF2B5EF4-FFF2-40B4-BE49-F238E27FC236}">
                    <a16:creationId xmlns:a16="http://schemas.microsoft.com/office/drawing/2014/main" id="{28879B2B-7691-B842-8771-94E870C3EE24}"/>
                  </a:ext>
                </a:extLst>
              </p:cNvPr>
              <p:cNvSpPr>
                <a:spLocks noChangeArrowheads="1"/>
              </p:cNvSpPr>
              <p:nvPr/>
            </p:nvSpPr>
            <p:spPr bwMode="auto">
              <a:xfrm>
                <a:off x="4225" y="101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408" name="Group 399">
                <a:extLst>
                  <a:ext uri="{FF2B5EF4-FFF2-40B4-BE49-F238E27FC236}">
                    <a16:creationId xmlns:a16="http://schemas.microsoft.com/office/drawing/2014/main" id="{2D972829-8A16-6E47-B717-3364C7BD9266}"/>
                  </a:ext>
                </a:extLst>
              </p:cNvPr>
              <p:cNvGrpSpPr>
                <a:grpSpLocks/>
              </p:cNvGrpSpPr>
              <p:nvPr/>
            </p:nvGrpSpPr>
            <p:grpSpPr bwMode="auto">
              <a:xfrm>
                <a:off x="4747" y="994"/>
                <a:ext cx="581" cy="134"/>
                <a:chOff x="614" y="2568"/>
                <a:chExt cx="725" cy="139"/>
              </a:xfrm>
            </p:grpSpPr>
            <p:sp>
              <p:nvSpPr>
                <p:cNvPr id="429" name="AutoShape 400">
                  <a:extLst>
                    <a:ext uri="{FF2B5EF4-FFF2-40B4-BE49-F238E27FC236}">
                      <a16:creationId xmlns:a16="http://schemas.microsoft.com/office/drawing/2014/main" id="{E60C4025-90B9-A647-863C-1FEFBD8A4151}"/>
                    </a:ext>
                  </a:extLst>
                </p:cNvPr>
                <p:cNvSpPr>
                  <a:spLocks noChangeArrowheads="1"/>
                </p:cNvSpPr>
                <p:nvPr/>
              </p:nvSpPr>
              <p:spPr bwMode="auto">
                <a:xfrm>
                  <a:off x="613" y="2566"/>
                  <a:ext cx="727" cy="143"/>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30" name="AutoShape 401">
                  <a:extLst>
                    <a:ext uri="{FF2B5EF4-FFF2-40B4-BE49-F238E27FC236}">
                      <a16:creationId xmlns:a16="http://schemas.microsoft.com/office/drawing/2014/main" id="{5C30FC9A-5758-C543-9950-783F68617D39}"/>
                    </a:ext>
                  </a:extLst>
                </p:cNvPr>
                <p:cNvSpPr>
                  <a:spLocks noChangeArrowheads="1"/>
                </p:cNvSpPr>
                <p:nvPr/>
              </p:nvSpPr>
              <p:spPr bwMode="auto">
                <a:xfrm>
                  <a:off x="630" y="2583"/>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09" name="Rectangle 402">
                <a:extLst>
                  <a:ext uri="{FF2B5EF4-FFF2-40B4-BE49-F238E27FC236}">
                    <a16:creationId xmlns:a16="http://schemas.microsoft.com/office/drawing/2014/main" id="{8DDE3471-A288-6245-884A-B0607E1F6469}"/>
                  </a:ext>
                </a:extLst>
              </p:cNvPr>
              <p:cNvSpPr>
                <a:spLocks noChangeArrowheads="1"/>
              </p:cNvSpPr>
              <p:nvPr/>
            </p:nvSpPr>
            <p:spPr bwMode="auto">
              <a:xfrm>
                <a:off x="4216" y="135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10" name="Rectangle 403">
                <a:extLst>
                  <a:ext uri="{FF2B5EF4-FFF2-40B4-BE49-F238E27FC236}">
                    <a16:creationId xmlns:a16="http://schemas.microsoft.com/office/drawing/2014/main" id="{7B5A163C-1F88-0443-87E9-51D1B2C39E8E}"/>
                  </a:ext>
                </a:extLst>
              </p:cNvPr>
              <p:cNvSpPr>
                <a:spLocks noChangeArrowheads="1"/>
              </p:cNvSpPr>
              <p:nvPr/>
            </p:nvSpPr>
            <p:spPr bwMode="auto">
              <a:xfrm>
                <a:off x="4230" y="1656"/>
                <a:ext cx="592"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411" name="Group 404">
                <a:extLst>
                  <a:ext uri="{FF2B5EF4-FFF2-40B4-BE49-F238E27FC236}">
                    <a16:creationId xmlns:a16="http://schemas.microsoft.com/office/drawing/2014/main" id="{D7C44D5A-AB33-A744-B633-909E75E589C1}"/>
                  </a:ext>
                </a:extLst>
              </p:cNvPr>
              <p:cNvGrpSpPr>
                <a:grpSpLocks/>
              </p:cNvGrpSpPr>
              <p:nvPr/>
            </p:nvGrpSpPr>
            <p:grpSpPr bwMode="auto">
              <a:xfrm>
                <a:off x="4735" y="1627"/>
                <a:ext cx="582" cy="151"/>
                <a:chOff x="614" y="2568"/>
                <a:chExt cx="725" cy="139"/>
              </a:xfrm>
            </p:grpSpPr>
            <p:sp>
              <p:nvSpPr>
                <p:cNvPr id="427" name="AutoShape 405">
                  <a:extLst>
                    <a:ext uri="{FF2B5EF4-FFF2-40B4-BE49-F238E27FC236}">
                      <a16:creationId xmlns:a16="http://schemas.microsoft.com/office/drawing/2014/main" id="{BB140094-DC4B-CC48-B901-9AF64D80BCAF}"/>
                    </a:ext>
                  </a:extLst>
                </p:cNvPr>
                <p:cNvSpPr>
                  <a:spLocks noChangeArrowheads="1"/>
                </p:cNvSpPr>
                <p:nvPr/>
              </p:nvSpPr>
              <p:spPr bwMode="auto">
                <a:xfrm>
                  <a:off x="616" y="2570"/>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28" name="AutoShape 406">
                  <a:extLst>
                    <a:ext uri="{FF2B5EF4-FFF2-40B4-BE49-F238E27FC236}">
                      <a16:creationId xmlns:a16="http://schemas.microsoft.com/office/drawing/2014/main" id="{43B72EE6-71A8-E947-8E6C-0468656DDA60}"/>
                    </a:ext>
                  </a:extLst>
                </p:cNvPr>
                <p:cNvSpPr>
                  <a:spLocks noChangeArrowheads="1"/>
                </p:cNvSpPr>
                <p:nvPr/>
              </p:nvSpPr>
              <p:spPr bwMode="auto">
                <a:xfrm>
                  <a:off x="634"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12" name="Freeform 407">
                <a:extLst>
                  <a:ext uri="{FF2B5EF4-FFF2-40B4-BE49-F238E27FC236}">
                    <a16:creationId xmlns:a16="http://schemas.microsoft.com/office/drawing/2014/main" id="{D8EE526A-D741-074E-8520-BBA303937B91}"/>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413" name="Group 408">
                <a:extLst>
                  <a:ext uri="{FF2B5EF4-FFF2-40B4-BE49-F238E27FC236}">
                    <a16:creationId xmlns:a16="http://schemas.microsoft.com/office/drawing/2014/main" id="{8DC6A1FE-670A-8F4C-B521-23ECDDF7E06E}"/>
                  </a:ext>
                </a:extLst>
              </p:cNvPr>
              <p:cNvGrpSpPr>
                <a:grpSpLocks/>
              </p:cNvGrpSpPr>
              <p:nvPr/>
            </p:nvGrpSpPr>
            <p:grpSpPr bwMode="auto">
              <a:xfrm>
                <a:off x="4739" y="1327"/>
                <a:ext cx="582" cy="139"/>
                <a:chOff x="614" y="2568"/>
                <a:chExt cx="725" cy="139"/>
              </a:xfrm>
            </p:grpSpPr>
            <p:sp>
              <p:nvSpPr>
                <p:cNvPr id="425" name="AutoShape 409">
                  <a:extLst>
                    <a:ext uri="{FF2B5EF4-FFF2-40B4-BE49-F238E27FC236}">
                      <a16:creationId xmlns:a16="http://schemas.microsoft.com/office/drawing/2014/main" id="{0F0B48EC-30B0-2447-9BE4-237A0F1D6CE0}"/>
                    </a:ext>
                  </a:extLst>
                </p:cNvPr>
                <p:cNvSpPr>
                  <a:spLocks noChangeArrowheads="1"/>
                </p:cNvSpPr>
                <p:nvPr/>
              </p:nvSpPr>
              <p:spPr bwMode="auto">
                <a:xfrm>
                  <a:off x="629" y="2568"/>
                  <a:ext cx="702"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26" name="AutoShape 410">
                  <a:extLst>
                    <a:ext uri="{FF2B5EF4-FFF2-40B4-BE49-F238E27FC236}">
                      <a16:creationId xmlns:a16="http://schemas.microsoft.com/office/drawing/2014/main" id="{9C1B49B1-17F4-994D-8ECA-C396B76F722C}"/>
                    </a:ext>
                  </a:extLst>
                </p:cNvPr>
                <p:cNvSpPr>
                  <a:spLocks noChangeArrowheads="1"/>
                </p:cNvSpPr>
                <p:nvPr/>
              </p:nvSpPr>
              <p:spPr bwMode="auto">
                <a:xfrm>
                  <a:off x="634" y="2584"/>
                  <a:ext cx="672"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414" name="Rectangle 411">
                <a:extLst>
                  <a:ext uri="{FF2B5EF4-FFF2-40B4-BE49-F238E27FC236}">
                    <a16:creationId xmlns:a16="http://schemas.microsoft.com/office/drawing/2014/main" id="{A0980C94-D527-BA41-8507-6B28776A9CEB}"/>
                  </a:ext>
                </a:extLst>
              </p:cNvPr>
              <p:cNvSpPr>
                <a:spLocks noChangeArrowheads="1"/>
              </p:cNvSpPr>
              <p:nvPr/>
            </p:nvSpPr>
            <p:spPr bwMode="auto">
              <a:xfrm>
                <a:off x="5248" y="429"/>
                <a:ext cx="71"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15" name="Freeform 412">
                <a:extLst>
                  <a:ext uri="{FF2B5EF4-FFF2-40B4-BE49-F238E27FC236}">
                    <a16:creationId xmlns:a16="http://schemas.microsoft.com/office/drawing/2014/main" id="{F0295E91-976F-C148-BFB3-59549C5388A8}"/>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16" name="Freeform 413">
                <a:extLst>
                  <a:ext uri="{FF2B5EF4-FFF2-40B4-BE49-F238E27FC236}">
                    <a16:creationId xmlns:a16="http://schemas.microsoft.com/office/drawing/2014/main" id="{2C2F1597-CAE7-5248-BDE8-D6B16C5286F1}"/>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17" name="Oval 414">
                <a:extLst>
                  <a:ext uri="{FF2B5EF4-FFF2-40B4-BE49-F238E27FC236}">
                    <a16:creationId xmlns:a16="http://schemas.microsoft.com/office/drawing/2014/main" id="{914741F1-D3EA-3645-9C4D-9E5B4C95316B}"/>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18" name="Freeform 415">
                <a:extLst>
                  <a:ext uri="{FF2B5EF4-FFF2-40B4-BE49-F238E27FC236}">
                    <a16:creationId xmlns:a16="http://schemas.microsoft.com/office/drawing/2014/main" id="{079F15E3-5A9F-844C-92CA-F9CBADE82E65}"/>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19" name="AutoShape 416">
                <a:extLst>
                  <a:ext uri="{FF2B5EF4-FFF2-40B4-BE49-F238E27FC236}">
                    <a16:creationId xmlns:a16="http://schemas.microsoft.com/office/drawing/2014/main" id="{25F2967B-CA00-2D49-B406-7209F80FBE93}"/>
                  </a:ext>
                </a:extLst>
              </p:cNvPr>
              <p:cNvSpPr>
                <a:spLocks noChangeArrowheads="1"/>
              </p:cNvSpPr>
              <p:nvPr/>
            </p:nvSpPr>
            <p:spPr bwMode="auto">
              <a:xfrm>
                <a:off x="4140" y="2676"/>
                <a:ext cx="1198" cy="149"/>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20" name="AutoShape 417">
                <a:extLst>
                  <a:ext uri="{FF2B5EF4-FFF2-40B4-BE49-F238E27FC236}">
                    <a16:creationId xmlns:a16="http://schemas.microsoft.com/office/drawing/2014/main" id="{60A760B4-92D7-954E-A584-1C2A30FC6A0A}"/>
                  </a:ext>
                </a:extLst>
              </p:cNvPr>
              <p:cNvSpPr>
                <a:spLocks noChangeArrowheads="1"/>
              </p:cNvSpPr>
              <p:nvPr/>
            </p:nvSpPr>
            <p:spPr bwMode="auto">
              <a:xfrm>
                <a:off x="4206" y="2713"/>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21" name="Oval 418">
                <a:extLst>
                  <a:ext uri="{FF2B5EF4-FFF2-40B4-BE49-F238E27FC236}">
                    <a16:creationId xmlns:a16="http://schemas.microsoft.com/office/drawing/2014/main" id="{A94E8FB4-D219-2843-94C1-6710451B99F5}"/>
                  </a:ext>
                </a:extLst>
              </p:cNvPr>
              <p:cNvSpPr>
                <a:spLocks noChangeArrowheads="1"/>
              </p:cNvSpPr>
              <p:nvPr/>
            </p:nvSpPr>
            <p:spPr bwMode="auto">
              <a:xfrm>
                <a:off x="4306" y="2384"/>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22" name="Oval 419">
                <a:extLst>
                  <a:ext uri="{FF2B5EF4-FFF2-40B4-BE49-F238E27FC236}">
                    <a16:creationId xmlns:a16="http://schemas.microsoft.com/office/drawing/2014/main" id="{CBBF0878-886F-8240-BCA7-1F50627F077F}"/>
                  </a:ext>
                </a:extLst>
              </p:cNvPr>
              <p:cNvSpPr>
                <a:spLocks noChangeArrowheads="1"/>
              </p:cNvSpPr>
              <p:nvPr/>
            </p:nvSpPr>
            <p:spPr bwMode="auto">
              <a:xfrm>
                <a:off x="4486" y="2384"/>
                <a:ext cx="161"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panose="020B0604020202020204" pitchFamily="34" charset="0"/>
                </a:endParaRPr>
              </a:p>
            </p:txBody>
          </p:sp>
          <p:sp>
            <p:nvSpPr>
              <p:cNvPr id="423" name="Oval 420">
                <a:extLst>
                  <a:ext uri="{FF2B5EF4-FFF2-40B4-BE49-F238E27FC236}">
                    <a16:creationId xmlns:a16="http://schemas.microsoft.com/office/drawing/2014/main" id="{722EEBED-10FC-6E4D-AABD-99355D382811}"/>
                  </a:ext>
                </a:extLst>
              </p:cNvPr>
              <p:cNvSpPr>
                <a:spLocks noChangeArrowheads="1"/>
              </p:cNvSpPr>
              <p:nvPr/>
            </p:nvSpPr>
            <p:spPr bwMode="auto">
              <a:xfrm>
                <a:off x="4661" y="2379"/>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24" name="Rectangle 421">
                <a:extLst>
                  <a:ext uri="{FF2B5EF4-FFF2-40B4-BE49-F238E27FC236}">
                    <a16:creationId xmlns:a16="http://schemas.microsoft.com/office/drawing/2014/main" id="{92E23A4D-5618-484A-93AD-2343A39775D1}"/>
                  </a:ext>
                </a:extLst>
              </p:cNvPr>
              <p:cNvSpPr>
                <a:spLocks noChangeArrowheads="1"/>
              </p:cNvSpPr>
              <p:nvPr/>
            </p:nvSpPr>
            <p:spPr bwMode="auto">
              <a:xfrm>
                <a:off x="5063" y="1837"/>
                <a:ext cx="85" cy="760"/>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39" name="Group 356">
              <a:extLst>
                <a:ext uri="{FF2B5EF4-FFF2-40B4-BE49-F238E27FC236}">
                  <a16:creationId xmlns:a16="http://schemas.microsoft.com/office/drawing/2014/main" id="{0FAAD616-9809-0F47-9C32-F28BCE96C450}"/>
                </a:ext>
              </a:extLst>
            </p:cNvPr>
            <p:cNvGrpSpPr>
              <a:grpSpLocks/>
            </p:cNvGrpSpPr>
            <p:nvPr/>
          </p:nvGrpSpPr>
          <p:grpSpPr bwMode="auto">
            <a:xfrm>
              <a:off x="3091" y="2634"/>
              <a:ext cx="301" cy="451"/>
              <a:chOff x="4140" y="429"/>
              <a:chExt cx="1425" cy="2396"/>
            </a:xfrm>
          </p:grpSpPr>
          <p:sp>
            <p:nvSpPr>
              <p:cNvPr id="369" name="Freeform 357">
                <a:extLst>
                  <a:ext uri="{FF2B5EF4-FFF2-40B4-BE49-F238E27FC236}">
                    <a16:creationId xmlns:a16="http://schemas.microsoft.com/office/drawing/2014/main" id="{2EB65E56-496B-EE43-A5BA-0034EDBB890B}"/>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70" name="Rectangle 358">
                <a:extLst>
                  <a:ext uri="{FF2B5EF4-FFF2-40B4-BE49-F238E27FC236}">
                    <a16:creationId xmlns:a16="http://schemas.microsoft.com/office/drawing/2014/main" id="{E623A3D2-E041-CF4A-AEB9-0E88006BF388}"/>
                  </a:ext>
                </a:extLst>
              </p:cNvPr>
              <p:cNvSpPr>
                <a:spLocks noChangeArrowheads="1"/>
              </p:cNvSpPr>
              <p:nvPr/>
            </p:nvSpPr>
            <p:spPr bwMode="auto">
              <a:xfrm>
                <a:off x="4206"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71" name="Freeform 359">
                <a:extLst>
                  <a:ext uri="{FF2B5EF4-FFF2-40B4-BE49-F238E27FC236}">
                    <a16:creationId xmlns:a16="http://schemas.microsoft.com/office/drawing/2014/main" id="{06D96649-1A4B-D349-BD4A-B3CA1C357164}"/>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72" name="Freeform 360">
                <a:extLst>
                  <a:ext uri="{FF2B5EF4-FFF2-40B4-BE49-F238E27FC236}">
                    <a16:creationId xmlns:a16="http://schemas.microsoft.com/office/drawing/2014/main" id="{8CB236BD-E7A4-F54C-A810-99FD583B411D}"/>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73" name="Rectangle 361">
                <a:extLst>
                  <a:ext uri="{FF2B5EF4-FFF2-40B4-BE49-F238E27FC236}">
                    <a16:creationId xmlns:a16="http://schemas.microsoft.com/office/drawing/2014/main" id="{92C08DD8-675E-D34D-A84F-65A2DE10FF70}"/>
                  </a:ext>
                </a:extLst>
              </p:cNvPr>
              <p:cNvSpPr>
                <a:spLocks noChangeArrowheads="1"/>
              </p:cNvSpPr>
              <p:nvPr/>
            </p:nvSpPr>
            <p:spPr bwMode="auto">
              <a:xfrm>
                <a:off x="4211" y="695"/>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74" name="Group 362">
                <a:extLst>
                  <a:ext uri="{FF2B5EF4-FFF2-40B4-BE49-F238E27FC236}">
                    <a16:creationId xmlns:a16="http://schemas.microsoft.com/office/drawing/2014/main" id="{168D1B37-2023-2A4F-AEFF-7BCC580296C7}"/>
                  </a:ext>
                </a:extLst>
              </p:cNvPr>
              <p:cNvGrpSpPr>
                <a:grpSpLocks/>
              </p:cNvGrpSpPr>
              <p:nvPr/>
            </p:nvGrpSpPr>
            <p:grpSpPr bwMode="auto">
              <a:xfrm>
                <a:off x="4749" y="668"/>
                <a:ext cx="581" cy="145"/>
                <a:chOff x="614" y="2568"/>
                <a:chExt cx="725" cy="139"/>
              </a:xfrm>
            </p:grpSpPr>
            <p:sp>
              <p:nvSpPr>
                <p:cNvPr id="399" name="AutoShape 363">
                  <a:extLst>
                    <a:ext uri="{FF2B5EF4-FFF2-40B4-BE49-F238E27FC236}">
                      <a16:creationId xmlns:a16="http://schemas.microsoft.com/office/drawing/2014/main" id="{697647FE-4187-6C41-95DB-62B96522DA3A}"/>
                    </a:ext>
                  </a:extLst>
                </p:cNvPr>
                <p:cNvSpPr>
                  <a:spLocks noChangeArrowheads="1"/>
                </p:cNvSpPr>
                <p:nvPr/>
              </p:nvSpPr>
              <p:spPr bwMode="auto">
                <a:xfrm>
                  <a:off x="616" y="2568"/>
                  <a:ext cx="721"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00" name="AutoShape 364">
                  <a:extLst>
                    <a:ext uri="{FF2B5EF4-FFF2-40B4-BE49-F238E27FC236}">
                      <a16:creationId xmlns:a16="http://schemas.microsoft.com/office/drawing/2014/main" id="{64F362C9-3CBA-504B-95A3-38E06F0678DF}"/>
                    </a:ext>
                  </a:extLst>
                </p:cNvPr>
                <p:cNvSpPr>
                  <a:spLocks noChangeArrowheads="1"/>
                </p:cNvSpPr>
                <p:nvPr/>
              </p:nvSpPr>
              <p:spPr bwMode="auto">
                <a:xfrm>
                  <a:off x="634" y="2583"/>
                  <a:ext cx="68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375" name="Rectangle 365">
                <a:extLst>
                  <a:ext uri="{FF2B5EF4-FFF2-40B4-BE49-F238E27FC236}">
                    <a16:creationId xmlns:a16="http://schemas.microsoft.com/office/drawing/2014/main" id="{94D546CA-749A-BC48-B20F-57C5A8077E74}"/>
                  </a:ext>
                </a:extLst>
              </p:cNvPr>
              <p:cNvSpPr>
                <a:spLocks noChangeArrowheads="1"/>
              </p:cNvSpPr>
              <p:nvPr/>
            </p:nvSpPr>
            <p:spPr bwMode="auto">
              <a:xfrm>
                <a:off x="4225" y="101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76" name="Group 366">
                <a:extLst>
                  <a:ext uri="{FF2B5EF4-FFF2-40B4-BE49-F238E27FC236}">
                    <a16:creationId xmlns:a16="http://schemas.microsoft.com/office/drawing/2014/main" id="{1812EEBE-2662-1E46-B90F-2E97DD6FED46}"/>
                  </a:ext>
                </a:extLst>
              </p:cNvPr>
              <p:cNvGrpSpPr>
                <a:grpSpLocks/>
              </p:cNvGrpSpPr>
              <p:nvPr/>
            </p:nvGrpSpPr>
            <p:grpSpPr bwMode="auto">
              <a:xfrm>
                <a:off x="4747" y="994"/>
                <a:ext cx="581" cy="134"/>
                <a:chOff x="614" y="2568"/>
                <a:chExt cx="725" cy="139"/>
              </a:xfrm>
            </p:grpSpPr>
            <p:sp>
              <p:nvSpPr>
                <p:cNvPr id="397" name="AutoShape 367">
                  <a:extLst>
                    <a:ext uri="{FF2B5EF4-FFF2-40B4-BE49-F238E27FC236}">
                      <a16:creationId xmlns:a16="http://schemas.microsoft.com/office/drawing/2014/main" id="{5354875B-2A6A-B040-9309-A4A5A50F3BD6}"/>
                    </a:ext>
                  </a:extLst>
                </p:cNvPr>
                <p:cNvSpPr>
                  <a:spLocks noChangeArrowheads="1"/>
                </p:cNvSpPr>
                <p:nvPr/>
              </p:nvSpPr>
              <p:spPr bwMode="auto">
                <a:xfrm>
                  <a:off x="613" y="2566"/>
                  <a:ext cx="727" cy="143"/>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98" name="AutoShape 368">
                  <a:extLst>
                    <a:ext uri="{FF2B5EF4-FFF2-40B4-BE49-F238E27FC236}">
                      <a16:creationId xmlns:a16="http://schemas.microsoft.com/office/drawing/2014/main" id="{7085F58B-EEE8-BE46-B008-54CF97C6078B}"/>
                    </a:ext>
                  </a:extLst>
                </p:cNvPr>
                <p:cNvSpPr>
                  <a:spLocks noChangeArrowheads="1"/>
                </p:cNvSpPr>
                <p:nvPr/>
              </p:nvSpPr>
              <p:spPr bwMode="auto">
                <a:xfrm>
                  <a:off x="630" y="2583"/>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377" name="Rectangle 369">
                <a:extLst>
                  <a:ext uri="{FF2B5EF4-FFF2-40B4-BE49-F238E27FC236}">
                    <a16:creationId xmlns:a16="http://schemas.microsoft.com/office/drawing/2014/main" id="{AB889316-958A-3944-8776-456DA75AA7FD}"/>
                  </a:ext>
                </a:extLst>
              </p:cNvPr>
              <p:cNvSpPr>
                <a:spLocks noChangeArrowheads="1"/>
              </p:cNvSpPr>
              <p:nvPr/>
            </p:nvSpPr>
            <p:spPr bwMode="auto">
              <a:xfrm>
                <a:off x="4216" y="135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78" name="Rectangle 370">
                <a:extLst>
                  <a:ext uri="{FF2B5EF4-FFF2-40B4-BE49-F238E27FC236}">
                    <a16:creationId xmlns:a16="http://schemas.microsoft.com/office/drawing/2014/main" id="{28A61210-9BA6-1B42-99F0-0AA06313718A}"/>
                  </a:ext>
                </a:extLst>
              </p:cNvPr>
              <p:cNvSpPr>
                <a:spLocks noChangeArrowheads="1"/>
              </p:cNvSpPr>
              <p:nvPr/>
            </p:nvSpPr>
            <p:spPr bwMode="auto">
              <a:xfrm>
                <a:off x="4230" y="1656"/>
                <a:ext cx="592"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79" name="Group 371">
                <a:extLst>
                  <a:ext uri="{FF2B5EF4-FFF2-40B4-BE49-F238E27FC236}">
                    <a16:creationId xmlns:a16="http://schemas.microsoft.com/office/drawing/2014/main" id="{2D18D821-27B1-1C41-BCE9-F6BAA81749A0}"/>
                  </a:ext>
                </a:extLst>
              </p:cNvPr>
              <p:cNvGrpSpPr>
                <a:grpSpLocks/>
              </p:cNvGrpSpPr>
              <p:nvPr/>
            </p:nvGrpSpPr>
            <p:grpSpPr bwMode="auto">
              <a:xfrm>
                <a:off x="4735" y="1627"/>
                <a:ext cx="582" cy="151"/>
                <a:chOff x="614" y="2568"/>
                <a:chExt cx="725" cy="139"/>
              </a:xfrm>
            </p:grpSpPr>
            <p:sp>
              <p:nvSpPr>
                <p:cNvPr id="395" name="AutoShape 372">
                  <a:extLst>
                    <a:ext uri="{FF2B5EF4-FFF2-40B4-BE49-F238E27FC236}">
                      <a16:creationId xmlns:a16="http://schemas.microsoft.com/office/drawing/2014/main" id="{B58EE831-7F05-9245-A127-DD8BBE0CAE1B}"/>
                    </a:ext>
                  </a:extLst>
                </p:cNvPr>
                <p:cNvSpPr>
                  <a:spLocks noChangeArrowheads="1"/>
                </p:cNvSpPr>
                <p:nvPr/>
              </p:nvSpPr>
              <p:spPr bwMode="auto">
                <a:xfrm>
                  <a:off x="616" y="2570"/>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96" name="AutoShape 373">
                  <a:extLst>
                    <a:ext uri="{FF2B5EF4-FFF2-40B4-BE49-F238E27FC236}">
                      <a16:creationId xmlns:a16="http://schemas.microsoft.com/office/drawing/2014/main" id="{85C001D1-A6CB-AF4D-AEBE-CA0F781AACFA}"/>
                    </a:ext>
                  </a:extLst>
                </p:cNvPr>
                <p:cNvSpPr>
                  <a:spLocks noChangeArrowheads="1"/>
                </p:cNvSpPr>
                <p:nvPr/>
              </p:nvSpPr>
              <p:spPr bwMode="auto">
                <a:xfrm>
                  <a:off x="634"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380" name="Freeform 374">
                <a:extLst>
                  <a:ext uri="{FF2B5EF4-FFF2-40B4-BE49-F238E27FC236}">
                    <a16:creationId xmlns:a16="http://schemas.microsoft.com/office/drawing/2014/main" id="{B8F2D608-6D10-E648-961C-502BF52F29F5}"/>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81" name="Group 375">
                <a:extLst>
                  <a:ext uri="{FF2B5EF4-FFF2-40B4-BE49-F238E27FC236}">
                    <a16:creationId xmlns:a16="http://schemas.microsoft.com/office/drawing/2014/main" id="{EA90B984-0232-2446-8671-DE7D83867631}"/>
                  </a:ext>
                </a:extLst>
              </p:cNvPr>
              <p:cNvGrpSpPr>
                <a:grpSpLocks/>
              </p:cNvGrpSpPr>
              <p:nvPr/>
            </p:nvGrpSpPr>
            <p:grpSpPr bwMode="auto">
              <a:xfrm>
                <a:off x="4739" y="1327"/>
                <a:ext cx="582" cy="139"/>
                <a:chOff x="614" y="2568"/>
                <a:chExt cx="725" cy="139"/>
              </a:xfrm>
            </p:grpSpPr>
            <p:sp>
              <p:nvSpPr>
                <p:cNvPr id="393" name="AutoShape 376">
                  <a:extLst>
                    <a:ext uri="{FF2B5EF4-FFF2-40B4-BE49-F238E27FC236}">
                      <a16:creationId xmlns:a16="http://schemas.microsoft.com/office/drawing/2014/main" id="{6EB17013-082B-8046-B555-12F5A15CDDD5}"/>
                    </a:ext>
                  </a:extLst>
                </p:cNvPr>
                <p:cNvSpPr>
                  <a:spLocks noChangeArrowheads="1"/>
                </p:cNvSpPr>
                <p:nvPr/>
              </p:nvSpPr>
              <p:spPr bwMode="auto">
                <a:xfrm>
                  <a:off x="629" y="2568"/>
                  <a:ext cx="702"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94" name="AutoShape 377">
                  <a:extLst>
                    <a:ext uri="{FF2B5EF4-FFF2-40B4-BE49-F238E27FC236}">
                      <a16:creationId xmlns:a16="http://schemas.microsoft.com/office/drawing/2014/main" id="{A70DD0EF-6EE9-E241-AB7E-EB4BDADA2EA5}"/>
                    </a:ext>
                  </a:extLst>
                </p:cNvPr>
                <p:cNvSpPr>
                  <a:spLocks noChangeArrowheads="1"/>
                </p:cNvSpPr>
                <p:nvPr/>
              </p:nvSpPr>
              <p:spPr bwMode="auto">
                <a:xfrm>
                  <a:off x="634" y="2584"/>
                  <a:ext cx="672"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382" name="Rectangle 378">
                <a:extLst>
                  <a:ext uri="{FF2B5EF4-FFF2-40B4-BE49-F238E27FC236}">
                    <a16:creationId xmlns:a16="http://schemas.microsoft.com/office/drawing/2014/main" id="{06B18518-E7AE-2941-AC96-4C9A6B0F0A7E}"/>
                  </a:ext>
                </a:extLst>
              </p:cNvPr>
              <p:cNvSpPr>
                <a:spLocks noChangeArrowheads="1"/>
              </p:cNvSpPr>
              <p:nvPr/>
            </p:nvSpPr>
            <p:spPr bwMode="auto">
              <a:xfrm>
                <a:off x="5248" y="429"/>
                <a:ext cx="71"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3" name="Freeform 379">
                <a:extLst>
                  <a:ext uri="{FF2B5EF4-FFF2-40B4-BE49-F238E27FC236}">
                    <a16:creationId xmlns:a16="http://schemas.microsoft.com/office/drawing/2014/main" id="{C884ECAB-FBB2-1146-9BA8-9234C107623A}"/>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4" name="Freeform 380">
                <a:extLst>
                  <a:ext uri="{FF2B5EF4-FFF2-40B4-BE49-F238E27FC236}">
                    <a16:creationId xmlns:a16="http://schemas.microsoft.com/office/drawing/2014/main" id="{86ACC5C0-75DC-D644-9593-987029E24B3C}"/>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5" name="Oval 381">
                <a:extLst>
                  <a:ext uri="{FF2B5EF4-FFF2-40B4-BE49-F238E27FC236}">
                    <a16:creationId xmlns:a16="http://schemas.microsoft.com/office/drawing/2014/main" id="{8F3063A0-8C29-3F4C-BBB6-E5C3DB20465B}"/>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6" name="Freeform 382">
                <a:extLst>
                  <a:ext uri="{FF2B5EF4-FFF2-40B4-BE49-F238E27FC236}">
                    <a16:creationId xmlns:a16="http://schemas.microsoft.com/office/drawing/2014/main" id="{458BBF01-F7B3-7C4A-9F9B-C150FEACFE45}"/>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7" name="AutoShape 383">
                <a:extLst>
                  <a:ext uri="{FF2B5EF4-FFF2-40B4-BE49-F238E27FC236}">
                    <a16:creationId xmlns:a16="http://schemas.microsoft.com/office/drawing/2014/main" id="{F09EBB6E-D725-9948-A7CD-454E0B2D099C}"/>
                  </a:ext>
                </a:extLst>
              </p:cNvPr>
              <p:cNvSpPr>
                <a:spLocks noChangeArrowheads="1"/>
              </p:cNvSpPr>
              <p:nvPr/>
            </p:nvSpPr>
            <p:spPr bwMode="auto">
              <a:xfrm>
                <a:off x="4140" y="2676"/>
                <a:ext cx="1198" cy="149"/>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8" name="AutoShape 384">
                <a:extLst>
                  <a:ext uri="{FF2B5EF4-FFF2-40B4-BE49-F238E27FC236}">
                    <a16:creationId xmlns:a16="http://schemas.microsoft.com/office/drawing/2014/main" id="{02BBEBA8-A2A8-6940-9840-37361C65A6CB}"/>
                  </a:ext>
                </a:extLst>
              </p:cNvPr>
              <p:cNvSpPr>
                <a:spLocks noChangeArrowheads="1"/>
              </p:cNvSpPr>
              <p:nvPr/>
            </p:nvSpPr>
            <p:spPr bwMode="auto">
              <a:xfrm>
                <a:off x="4206" y="2713"/>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9" name="Oval 385">
                <a:extLst>
                  <a:ext uri="{FF2B5EF4-FFF2-40B4-BE49-F238E27FC236}">
                    <a16:creationId xmlns:a16="http://schemas.microsoft.com/office/drawing/2014/main" id="{6CD76452-9A37-284A-AC19-94EAEBD63819}"/>
                  </a:ext>
                </a:extLst>
              </p:cNvPr>
              <p:cNvSpPr>
                <a:spLocks noChangeArrowheads="1"/>
              </p:cNvSpPr>
              <p:nvPr/>
            </p:nvSpPr>
            <p:spPr bwMode="auto">
              <a:xfrm>
                <a:off x="4306" y="2384"/>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90" name="Oval 386">
                <a:extLst>
                  <a:ext uri="{FF2B5EF4-FFF2-40B4-BE49-F238E27FC236}">
                    <a16:creationId xmlns:a16="http://schemas.microsoft.com/office/drawing/2014/main" id="{1E726A08-C3CF-E243-B6EC-2B48F6CD7C61}"/>
                  </a:ext>
                </a:extLst>
              </p:cNvPr>
              <p:cNvSpPr>
                <a:spLocks noChangeArrowheads="1"/>
              </p:cNvSpPr>
              <p:nvPr/>
            </p:nvSpPr>
            <p:spPr bwMode="auto">
              <a:xfrm>
                <a:off x="4486" y="2384"/>
                <a:ext cx="161"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panose="020B0604020202020204" pitchFamily="34" charset="0"/>
                </a:endParaRPr>
              </a:p>
            </p:txBody>
          </p:sp>
          <p:sp>
            <p:nvSpPr>
              <p:cNvPr id="391" name="Oval 387">
                <a:extLst>
                  <a:ext uri="{FF2B5EF4-FFF2-40B4-BE49-F238E27FC236}">
                    <a16:creationId xmlns:a16="http://schemas.microsoft.com/office/drawing/2014/main" id="{EA8C927A-FBE1-A045-983E-D27E291B72F4}"/>
                  </a:ext>
                </a:extLst>
              </p:cNvPr>
              <p:cNvSpPr>
                <a:spLocks noChangeArrowheads="1"/>
              </p:cNvSpPr>
              <p:nvPr/>
            </p:nvSpPr>
            <p:spPr bwMode="auto">
              <a:xfrm>
                <a:off x="4661" y="2379"/>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92" name="Rectangle 388">
                <a:extLst>
                  <a:ext uri="{FF2B5EF4-FFF2-40B4-BE49-F238E27FC236}">
                    <a16:creationId xmlns:a16="http://schemas.microsoft.com/office/drawing/2014/main" id="{C8D6AC43-68AF-D54D-86AA-6781530920F1}"/>
                  </a:ext>
                </a:extLst>
              </p:cNvPr>
              <p:cNvSpPr>
                <a:spLocks noChangeArrowheads="1"/>
              </p:cNvSpPr>
              <p:nvPr/>
            </p:nvSpPr>
            <p:spPr bwMode="auto">
              <a:xfrm>
                <a:off x="5063" y="1837"/>
                <a:ext cx="85" cy="760"/>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40" name="Group 320">
              <a:extLst>
                <a:ext uri="{FF2B5EF4-FFF2-40B4-BE49-F238E27FC236}">
                  <a16:creationId xmlns:a16="http://schemas.microsoft.com/office/drawing/2014/main" id="{BCA856A3-13D3-2047-A080-FFDA86B41EEC}"/>
                </a:ext>
              </a:extLst>
            </p:cNvPr>
            <p:cNvGrpSpPr>
              <a:grpSpLocks/>
            </p:cNvGrpSpPr>
            <p:nvPr/>
          </p:nvGrpSpPr>
          <p:grpSpPr bwMode="auto">
            <a:xfrm>
              <a:off x="3105" y="1159"/>
              <a:ext cx="301" cy="451"/>
              <a:chOff x="4140" y="429"/>
              <a:chExt cx="1425" cy="2396"/>
            </a:xfrm>
          </p:grpSpPr>
          <p:sp>
            <p:nvSpPr>
              <p:cNvPr id="337" name="Freeform 321">
                <a:extLst>
                  <a:ext uri="{FF2B5EF4-FFF2-40B4-BE49-F238E27FC236}">
                    <a16:creationId xmlns:a16="http://schemas.microsoft.com/office/drawing/2014/main" id="{E9C36205-9E0D-2941-8A7D-957488780FE1}"/>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8" name="Rectangle 322">
                <a:extLst>
                  <a:ext uri="{FF2B5EF4-FFF2-40B4-BE49-F238E27FC236}">
                    <a16:creationId xmlns:a16="http://schemas.microsoft.com/office/drawing/2014/main" id="{DC6B3BB4-B3F9-6649-8059-F6509EF98FF2}"/>
                  </a:ext>
                </a:extLst>
              </p:cNvPr>
              <p:cNvSpPr>
                <a:spLocks noChangeArrowheads="1"/>
              </p:cNvSpPr>
              <p:nvPr/>
            </p:nvSpPr>
            <p:spPr bwMode="auto">
              <a:xfrm>
                <a:off x="4206"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9" name="Freeform 323">
                <a:extLst>
                  <a:ext uri="{FF2B5EF4-FFF2-40B4-BE49-F238E27FC236}">
                    <a16:creationId xmlns:a16="http://schemas.microsoft.com/office/drawing/2014/main" id="{95CD3C72-5158-C545-A42A-E0769B6870C6}"/>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40" name="Freeform 324">
                <a:extLst>
                  <a:ext uri="{FF2B5EF4-FFF2-40B4-BE49-F238E27FC236}">
                    <a16:creationId xmlns:a16="http://schemas.microsoft.com/office/drawing/2014/main" id="{1090F3E0-60AF-444E-8E42-17F66B71A6D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41" name="Rectangle 325">
                <a:extLst>
                  <a:ext uri="{FF2B5EF4-FFF2-40B4-BE49-F238E27FC236}">
                    <a16:creationId xmlns:a16="http://schemas.microsoft.com/office/drawing/2014/main" id="{3E522ADC-77DE-624F-87AA-FAECC92070FC}"/>
                  </a:ext>
                </a:extLst>
              </p:cNvPr>
              <p:cNvSpPr>
                <a:spLocks noChangeArrowheads="1"/>
              </p:cNvSpPr>
              <p:nvPr/>
            </p:nvSpPr>
            <p:spPr bwMode="auto">
              <a:xfrm>
                <a:off x="4211" y="695"/>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42" name="Group 326">
                <a:extLst>
                  <a:ext uri="{FF2B5EF4-FFF2-40B4-BE49-F238E27FC236}">
                    <a16:creationId xmlns:a16="http://schemas.microsoft.com/office/drawing/2014/main" id="{9A881071-53C4-854C-B41F-14CD734AB8D9}"/>
                  </a:ext>
                </a:extLst>
              </p:cNvPr>
              <p:cNvGrpSpPr>
                <a:grpSpLocks/>
              </p:cNvGrpSpPr>
              <p:nvPr/>
            </p:nvGrpSpPr>
            <p:grpSpPr bwMode="auto">
              <a:xfrm>
                <a:off x="4749" y="668"/>
                <a:ext cx="581" cy="145"/>
                <a:chOff x="614" y="2568"/>
                <a:chExt cx="725" cy="139"/>
              </a:xfrm>
            </p:grpSpPr>
            <p:sp>
              <p:nvSpPr>
                <p:cNvPr id="367" name="AutoShape 327">
                  <a:extLst>
                    <a:ext uri="{FF2B5EF4-FFF2-40B4-BE49-F238E27FC236}">
                      <a16:creationId xmlns:a16="http://schemas.microsoft.com/office/drawing/2014/main" id="{5EC42EDF-C001-704E-BAAE-2375ABBC886E}"/>
                    </a:ext>
                  </a:extLst>
                </p:cNvPr>
                <p:cNvSpPr>
                  <a:spLocks noChangeArrowheads="1"/>
                </p:cNvSpPr>
                <p:nvPr/>
              </p:nvSpPr>
              <p:spPr bwMode="auto">
                <a:xfrm>
                  <a:off x="616" y="2568"/>
                  <a:ext cx="721"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68" name="AutoShape 328">
                  <a:extLst>
                    <a:ext uri="{FF2B5EF4-FFF2-40B4-BE49-F238E27FC236}">
                      <a16:creationId xmlns:a16="http://schemas.microsoft.com/office/drawing/2014/main" id="{D887905D-58B1-9A4E-A16A-32F0BF16C0DB}"/>
                    </a:ext>
                  </a:extLst>
                </p:cNvPr>
                <p:cNvSpPr>
                  <a:spLocks noChangeArrowheads="1"/>
                </p:cNvSpPr>
                <p:nvPr/>
              </p:nvSpPr>
              <p:spPr bwMode="auto">
                <a:xfrm>
                  <a:off x="634" y="2583"/>
                  <a:ext cx="68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343" name="Rectangle 329">
                <a:extLst>
                  <a:ext uri="{FF2B5EF4-FFF2-40B4-BE49-F238E27FC236}">
                    <a16:creationId xmlns:a16="http://schemas.microsoft.com/office/drawing/2014/main" id="{36A11B0A-F86E-BE46-B4B2-5F605E896F79}"/>
                  </a:ext>
                </a:extLst>
              </p:cNvPr>
              <p:cNvSpPr>
                <a:spLocks noChangeArrowheads="1"/>
              </p:cNvSpPr>
              <p:nvPr/>
            </p:nvSpPr>
            <p:spPr bwMode="auto">
              <a:xfrm>
                <a:off x="4225" y="101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44" name="Group 330">
                <a:extLst>
                  <a:ext uri="{FF2B5EF4-FFF2-40B4-BE49-F238E27FC236}">
                    <a16:creationId xmlns:a16="http://schemas.microsoft.com/office/drawing/2014/main" id="{0D898D3E-53D5-FA42-B3ED-1A902F554505}"/>
                  </a:ext>
                </a:extLst>
              </p:cNvPr>
              <p:cNvGrpSpPr>
                <a:grpSpLocks/>
              </p:cNvGrpSpPr>
              <p:nvPr/>
            </p:nvGrpSpPr>
            <p:grpSpPr bwMode="auto">
              <a:xfrm>
                <a:off x="4747" y="994"/>
                <a:ext cx="581" cy="134"/>
                <a:chOff x="614" y="2568"/>
                <a:chExt cx="725" cy="139"/>
              </a:xfrm>
            </p:grpSpPr>
            <p:sp>
              <p:nvSpPr>
                <p:cNvPr id="365" name="AutoShape 331">
                  <a:extLst>
                    <a:ext uri="{FF2B5EF4-FFF2-40B4-BE49-F238E27FC236}">
                      <a16:creationId xmlns:a16="http://schemas.microsoft.com/office/drawing/2014/main" id="{140CF4C1-2936-734F-BC64-690AD15BC614}"/>
                    </a:ext>
                  </a:extLst>
                </p:cNvPr>
                <p:cNvSpPr>
                  <a:spLocks noChangeArrowheads="1"/>
                </p:cNvSpPr>
                <p:nvPr/>
              </p:nvSpPr>
              <p:spPr bwMode="auto">
                <a:xfrm>
                  <a:off x="613" y="2566"/>
                  <a:ext cx="727" cy="143"/>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66" name="AutoShape 332">
                  <a:extLst>
                    <a:ext uri="{FF2B5EF4-FFF2-40B4-BE49-F238E27FC236}">
                      <a16:creationId xmlns:a16="http://schemas.microsoft.com/office/drawing/2014/main" id="{25379ADE-E4A2-3644-A2E3-CEB92CF3E141}"/>
                    </a:ext>
                  </a:extLst>
                </p:cNvPr>
                <p:cNvSpPr>
                  <a:spLocks noChangeArrowheads="1"/>
                </p:cNvSpPr>
                <p:nvPr/>
              </p:nvSpPr>
              <p:spPr bwMode="auto">
                <a:xfrm>
                  <a:off x="630" y="2583"/>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345" name="Rectangle 333">
                <a:extLst>
                  <a:ext uri="{FF2B5EF4-FFF2-40B4-BE49-F238E27FC236}">
                    <a16:creationId xmlns:a16="http://schemas.microsoft.com/office/drawing/2014/main" id="{58B982F1-2C06-C64E-8596-911105974409}"/>
                  </a:ext>
                </a:extLst>
              </p:cNvPr>
              <p:cNvSpPr>
                <a:spLocks noChangeArrowheads="1"/>
              </p:cNvSpPr>
              <p:nvPr/>
            </p:nvSpPr>
            <p:spPr bwMode="auto">
              <a:xfrm>
                <a:off x="4216" y="1359"/>
                <a:ext cx="597"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46" name="Rectangle 334">
                <a:extLst>
                  <a:ext uri="{FF2B5EF4-FFF2-40B4-BE49-F238E27FC236}">
                    <a16:creationId xmlns:a16="http://schemas.microsoft.com/office/drawing/2014/main" id="{EC5379D6-711E-1046-B80F-16F89DE4F0E4}"/>
                  </a:ext>
                </a:extLst>
              </p:cNvPr>
              <p:cNvSpPr>
                <a:spLocks noChangeArrowheads="1"/>
              </p:cNvSpPr>
              <p:nvPr/>
            </p:nvSpPr>
            <p:spPr bwMode="auto">
              <a:xfrm>
                <a:off x="4230" y="1656"/>
                <a:ext cx="592" cy="48"/>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47" name="Group 335">
                <a:extLst>
                  <a:ext uri="{FF2B5EF4-FFF2-40B4-BE49-F238E27FC236}">
                    <a16:creationId xmlns:a16="http://schemas.microsoft.com/office/drawing/2014/main" id="{62B6A9C1-9ECF-E740-8210-537B54075D58}"/>
                  </a:ext>
                </a:extLst>
              </p:cNvPr>
              <p:cNvGrpSpPr>
                <a:grpSpLocks/>
              </p:cNvGrpSpPr>
              <p:nvPr/>
            </p:nvGrpSpPr>
            <p:grpSpPr bwMode="auto">
              <a:xfrm>
                <a:off x="4735" y="1627"/>
                <a:ext cx="582" cy="151"/>
                <a:chOff x="614" y="2568"/>
                <a:chExt cx="725" cy="139"/>
              </a:xfrm>
            </p:grpSpPr>
            <p:sp>
              <p:nvSpPr>
                <p:cNvPr id="363" name="AutoShape 336">
                  <a:extLst>
                    <a:ext uri="{FF2B5EF4-FFF2-40B4-BE49-F238E27FC236}">
                      <a16:creationId xmlns:a16="http://schemas.microsoft.com/office/drawing/2014/main" id="{9D8FBAA6-1137-6844-B6C0-8AE8A997B6BA}"/>
                    </a:ext>
                  </a:extLst>
                </p:cNvPr>
                <p:cNvSpPr>
                  <a:spLocks noChangeArrowheads="1"/>
                </p:cNvSpPr>
                <p:nvPr/>
              </p:nvSpPr>
              <p:spPr bwMode="auto">
                <a:xfrm>
                  <a:off x="616" y="2570"/>
                  <a:ext cx="725"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64" name="AutoShape 337">
                  <a:extLst>
                    <a:ext uri="{FF2B5EF4-FFF2-40B4-BE49-F238E27FC236}">
                      <a16:creationId xmlns:a16="http://schemas.microsoft.com/office/drawing/2014/main" id="{69F4B76F-7829-E94B-BEA3-FD8D128BDFA8}"/>
                    </a:ext>
                  </a:extLst>
                </p:cNvPr>
                <p:cNvSpPr>
                  <a:spLocks noChangeArrowheads="1"/>
                </p:cNvSpPr>
                <p:nvPr/>
              </p:nvSpPr>
              <p:spPr bwMode="auto">
                <a:xfrm>
                  <a:off x="634"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348" name="Freeform 338">
                <a:extLst>
                  <a:ext uri="{FF2B5EF4-FFF2-40B4-BE49-F238E27FC236}">
                    <a16:creationId xmlns:a16="http://schemas.microsoft.com/office/drawing/2014/main" id="{22A5C20A-B311-014E-A689-CAD61456A394}"/>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49" name="Group 339">
                <a:extLst>
                  <a:ext uri="{FF2B5EF4-FFF2-40B4-BE49-F238E27FC236}">
                    <a16:creationId xmlns:a16="http://schemas.microsoft.com/office/drawing/2014/main" id="{925CE1AB-BA57-3848-BF71-4F28A97B45CA}"/>
                  </a:ext>
                </a:extLst>
              </p:cNvPr>
              <p:cNvGrpSpPr>
                <a:grpSpLocks/>
              </p:cNvGrpSpPr>
              <p:nvPr/>
            </p:nvGrpSpPr>
            <p:grpSpPr bwMode="auto">
              <a:xfrm>
                <a:off x="4739" y="1327"/>
                <a:ext cx="582" cy="139"/>
                <a:chOff x="614" y="2568"/>
                <a:chExt cx="725" cy="139"/>
              </a:xfrm>
            </p:grpSpPr>
            <p:sp>
              <p:nvSpPr>
                <p:cNvPr id="361" name="AutoShape 340">
                  <a:extLst>
                    <a:ext uri="{FF2B5EF4-FFF2-40B4-BE49-F238E27FC236}">
                      <a16:creationId xmlns:a16="http://schemas.microsoft.com/office/drawing/2014/main" id="{B07E1427-3B3F-6340-A5C6-DEFB2FDEA81A}"/>
                    </a:ext>
                  </a:extLst>
                </p:cNvPr>
                <p:cNvSpPr>
                  <a:spLocks noChangeArrowheads="1"/>
                </p:cNvSpPr>
                <p:nvPr/>
              </p:nvSpPr>
              <p:spPr bwMode="auto">
                <a:xfrm>
                  <a:off x="629" y="2568"/>
                  <a:ext cx="702"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62" name="AutoShape 341">
                  <a:extLst>
                    <a:ext uri="{FF2B5EF4-FFF2-40B4-BE49-F238E27FC236}">
                      <a16:creationId xmlns:a16="http://schemas.microsoft.com/office/drawing/2014/main" id="{E9341EDB-352E-324A-895B-0C91268DFA76}"/>
                    </a:ext>
                  </a:extLst>
                </p:cNvPr>
                <p:cNvSpPr>
                  <a:spLocks noChangeArrowheads="1"/>
                </p:cNvSpPr>
                <p:nvPr/>
              </p:nvSpPr>
              <p:spPr bwMode="auto">
                <a:xfrm>
                  <a:off x="634" y="2584"/>
                  <a:ext cx="672"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350" name="Rectangle 342">
                <a:extLst>
                  <a:ext uri="{FF2B5EF4-FFF2-40B4-BE49-F238E27FC236}">
                    <a16:creationId xmlns:a16="http://schemas.microsoft.com/office/drawing/2014/main" id="{11D2D091-BAD4-0641-8566-710F8617E386}"/>
                  </a:ext>
                </a:extLst>
              </p:cNvPr>
              <p:cNvSpPr>
                <a:spLocks noChangeArrowheads="1"/>
              </p:cNvSpPr>
              <p:nvPr/>
            </p:nvSpPr>
            <p:spPr bwMode="auto">
              <a:xfrm>
                <a:off x="5248" y="429"/>
                <a:ext cx="71"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51" name="Freeform 343">
                <a:extLst>
                  <a:ext uri="{FF2B5EF4-FFF2-40B4-BE49-F238E27FC236}">
                    <a16:creationId xmlns:a16="http://schemas.microsoft.com/office/drawing/2014/main" id="{3E9A5AE3-2D61-1346-98F1-082A92E96473}"/>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52" name="Freeform 344">
                <a:extLst>
                  <a:ext uri="{FF2B5EF4-FFF2-40B4-BE49-F238E27FC236}">
                    <a16:creationId xmlns:a16="http://schemas.microsoft.com/office/drawing/2014/main" id="{C88A9B02-44A8-734D-A285-32FD607BA8C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53" name="Oval 345">
                <a:extLst>
                  <a:ext uri="{FF2B5EF4-FFF2-40B4-BE49-F238E27FC236}">
                    <a16:creationId xmlns:a16="http://schemas.microsoft.com/office/drawing/2014/main" id="{F7E578EC-80CB-5240-8CD1-30DCB354983E}"/>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54" name="Freeform 346">
                <a:extLst>
                  <a:ext uri="{FF2B5EF4-FFF2-40B4-BE49-F238E27FC236}">
                    <a16:creationId xmlns:a16="http://schemas.microsoft.com/office/drawing/2014/main" id="{01251E70-248C-C54E-995F-050E4B38D1B5}"/>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55" name="AutoShape 347">
                <a:extLst>
                  <a:ext uri="{FF2B5EF4-FFF2-40B4-BE49-F238E27FC236}">
                    <a16:creationId xmlns:a16="http://schemas.microsoft.com/office/drawing/2014/main" id="{8EDCF461-339C-BE45-B223-F7FF2FF53016}"/>
                  </a:ext>
                </a:extLst>
              </p:cNvPr>
              <p:cNvSpPr>
                <a:spLocks noChangeArrowheads="1"/>
              </p:cNvSpPr>
              <p:nvPr/>
            </p:nvSpPr>
            <p:spPr bwMode="auto">
              <a:xfrm>
                <a:off x="4140" y="2676"/>
                <a:ext cx="1198" cy="149"/>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56" name="AutoShape 348">
                <a:extLst>
                  <a:ext uri="{FF2B5EF4-FFF2-40B4-BE49-F238E27FC236}">
                    <a16:creationId xmlns:a16="http://schemas.microsoft.com/office/drawing/2014/main" id="{41BCC026-3C31-E047-BE6D-95F125EFBEA1}"/>
                  </a:ext>
                </a:extLst>
              </p:cNvPr>
              <p:cNvSpPr>
                <a:spLocks noChangeArrowheads="1"/>
              </p:cNvSpPr>
              <p:nvPr/>
            </p:nvSpPr>
            <p:spPr bwMode="auto">
              <a:xfrm>
                <a:off x="4206" y="2713"/>
                <a:ext cx="1070" cy="80"/>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57" name="Oval 349">
                <a:extLst>
                  <a:ext uri="{FF2B5EF4-FFF2-40B4-BE49-F238E27FC236}">
                    <a16:creationId xmlns:a16="http://schemas.microsoft.com/office/drawing/2014/main" id="{BDE395A6-533C-B447-98EC-373FD11B4943}"/>
                  </a:ext>
                </a:extLst>
              </p:cNvPr>
              <p:cNvSpPr>
                <a:spLocks noChangeArrowheads="1"/>
              </p:cNvSpPr>
              <p:nvPr/>
            </p:nvSpPr>
            <p:spPr bwMode="auto">
              <a:xfrm>
                <a:off x="4306" y="2384"/>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58" name="Oval 350">
                <a:extLst>
                  <a:ext uri="{FF2B5EF4-FFF2-40B4-BE49-F238E27FC236}">
                    <a16:creationId xmlns:a16="http://schemas.microsoft.com/office/drawing/2014/main" id="{B4DADC3A-2C8C-F346-B8B8-136C0D22C487}"/>
                  </a:ext>
                </a:extLst>
              </p:cNvPr>
              <p:cNvSpPr>
                <a:spLocks noChangeArrowheads="1"/>
              </p:cNvSpPr>
              <p:nvPr/>
            </p:nvSpPr>
            <p:spPr bwMode="auto">
              <a:xfrm>
                <a:off x="4486" y="2384"/>
                <a:ext cx="161"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panose="020B0604020202020204" pitchFamily="34" charset="0"/>
                </a:endParaRPr>
              </a:p>
            </p:txBody>
          </p:sp>
          <p:sp>
            <p:nvSpPr>
              <p:cNvPr id="359" name="Oval 351">
                <a:extLst>
                  <a:ext uri="{FF2B5EF4-FFF2-40B4-BE49-F238E27FC236}">
                    <a16:creationId xmlns:a16="http://schemas.microsoft.com/office/drawing/2014/main" id="{38987EEB-88F2-1244-9E1C-2C362707F83E}"/>
                  </a:ext>
                </a:extLst>
              </p:cNvPr>
              <p:cNvSpPr>
                <a:spLocks noChangeArrowheads="1"/>
              </p:cNvSpPr>
              <p:nvPr/>
            </p:nvSpPr>
            <p:spPr bwMode="auto">
              <a:xfrm>
                <a:off x="4661" y="2379"/>
                <a:ext cx="161"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60" name="Rectangle 352">
                <a:extLst>
                  <a:ext uri="{FF2B5EF4-FFF2-40B4-BE49-F238E27FC236}">
                    <a16:creationId xmlns:a16="http://schemas.microsoft.com/office/drawing/2014/main" id="{AAD9CA5F-C3CC-4E40-B45E-D06325400A1A}"/>
                  </a:ext>
                </a:extLst>
              </p:cNvPr>
              <p:cNvSpPr>
                <a:spLocks noChangeArrowheads="1"/>
              </p:cNvSpPr>
              <p:nvPr/>
            </p:nvSpPr>
            <p:spPr bwMode="auto">
              <a:xfrm>
                <a:off x="5063" y="1837"/>
                <a:ext cx="85" cy="760"/>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41" name="Line 9">
              <a:extLst>
                <a:ext uri="{FF2B5EF4-FFF2-40B4-BE49-F238E27FC236}">
                  <a16:creationId xmlns:a16="http://schemas.microsoft.com/office/drawing/2014/main" id="{9E3D4712-7ACE-524B-B065-8A439F0D26A4}"/>
                </a:ext>
              </a:extLst>
            </p:cNvPr>
            <p:cNvSpPr>
              <a:spLocks noChangeShapeType="1"/>
            </p:cNvSpPr>
            <p:nvPr/>
          </p:nvSpPr>
          <p:spPr bwMode="auto">
            <a:xfrm>
              <a:off x="3734" y="1642"/>
              <a:ext cx="708" cy="498"/>
            </a:xfrm>
            <a:prstGeom prst="line">
              <a:avLst/>
            </a:prstGeom>
            <a:noFill/>
            <a:ln w="28575">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242" name="Group 19">
              <a:extLst>
                <a:ext uri="{FF2B5EF4-FFF2-40B4-BE49-F238E27FC236}">
                  <a16:creationId xmlns:a16="http://schemas.microsoft.com/office/drawing/2014/main" id="{B7732DA7-70D9-1240-BF36-777385ECC696}"/>
                </a:ext>
              </a:extLst>
            </p:cNvPr>
            <p:cNvGrpSpPr>
              <a:grpSpLocks/>
            </p:cNvGrpSpPr>
            <p:nvPr/>
          </p:nvGrpSpPr>
          <p:grpSpPr bwMode="auto">
            <a:xfrm>
              <a:off x="4466" y="1881"/>
              <a:ext cx="510" cy="661"/>
              <a:chOff x="4296" y="2627"/>
              <a:chExt cx="510" cy="661"/>
            </a:xfrm>
          </p:grpSpPr>
          <p:sp>
            <p:nvSpPr>
              <p:cNvPr id="322" name="Rectangle 20">
                <a:extLst>
                  <a:ext uri="{FF2B5EF4-FFF2-40B4-BE49-F238E27FC236}">
                    <a16:creationId xmlns:a16="http://schemas.microsoft.com/office/drawing/2014/main" id="{7EF39355-B61B-E84C-B3EA-87B8386C9CFF}"/>
                  </a:ext>
                </a:extLst>
              </p:cNvPr>
              <p:cNvSpPr>
                <a:spLocks noChangeArrowheads="1"/>
              </p:cNvSpPr>
              <p:nvPr/>
            </p:nvSpPr>
            <p:spPr bwMode="auto">
              <a:xfrm>
                <a:off x="4296" y="2652"/>
                <a:ext cx="510" cy="636"/>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3" name="Text Box 21">
                <a:extLst>
                  <a:ext uri="{FF2B5EF4-FFF2-40B4-BE49-F238E27FC236}">
                    <a16:creationId xmlns:a16="http://schemas.microsoft.com/office/drawing/2014/main" id="{26712A7D-44B8-304E-A5C8-D984194E694B}"/>
                  </a:ext>
                </a:extLst>
              </p:cNvPr>
              <p:cNvSpPr txBox="1">
                <a:spLocks noChangeArrowheads="1"/>
              </p:cNvSpPr>
              <p:nvPr/>
            </p:nvSpPr>
            <p:spPr bwMode="auto">
              <a:xfrm>
                <a:off x="4298" y="2627"/>
                <a:ext cx="48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mail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server</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4" name="Rectangle 22">
                <a:extLst>
                  <a:ext uri="{FF2B5EF4-FFF2-40B4-BE49-F238E27FC236}">
                    <a16:creationId xmlns:a16="http://schemas.microsoft.com/office/drawing/2014/main" id="{7D10463C-95E2-7A40-B36D-B52E7D083D19}"/>
                  </a:ext>
                </a:extLst>
              </p:cNvPr>
              <p:cNvSpPr>
                <a:spLocks noChangeArrowheads="1"/>
              </p:cNvSpPr>
              <p:nvPr/>
            </p:nvSpPr>
            <p:spPr bwMode="auto">
              <a:xfrm>
                <a:off x="4320" y="300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5" name="Line 23">
                <a:extLst>
                  <a:ext uri="{FF2B5EF4-FFF2-40B4-BE49-F238E27FC236}">
                    <a16:creationId xmlns:a16="http://schemas.microsoft.com/office/drawing/2014/main" id="{68F9A836-2CFD-7B42-A92E-BE9292B82AD9}"/>
                  </a:ext>
                </a:extLst>
              </p:cNvPr>
              <p:cNvSpPr>
                <a:spLocks noChangeShapeType="1"/>
              </p:cNvSpPr>
              <p:nvPr/>
            </p:nvSpPr>
            <p:spPr bwMode="auto">
              <a:xfrm>
                <a:off x="4369"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6" name="Line 24">
                <a:extLst>
                  <a:ext uri="{FF2B5EF4-FFF2-40B4-BE49-F238E27FC236}">
                    <a16:creationId xmlns:a16="http://schemas.microsoft.com/office/drawing/2014/main" id="{1779996E-0F2D-8442-BDA2-3F87ED9983FC}"/>
                  </a:ext>
                </a:extLst>
              </p:cNvPr>
              <p:cNvSpPr>
                <a:spLocks noChangeShapeType="1"/>
              </p:cNvSpPr>
              <p:nvPr/>
            </p:nvSpPr>
            <p:spPr bwMode="auto">
              <a:xfrm>
                <a:off x="4478"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7" name="Line 25">
                <a:extLst>
                  <a:ext uri="{FF2B5EF4-FFF2-40B4-BE49-F238E27FC236}">
                    <a16:creationId xmlns:a16="http://schemas.microsoft.com/office/drawing/2014/main" id="{40E69C7B-2F1A-5E44-95A1-0FA6ED855812}"/>
                  </a:ext>
                </a:extLst>
              </p:cNvPr>
              <p:cNvSpPr>
                <a:spLocks noChangeShapeType="1"/>
              </p:cNvSpPr>
              <p:nvPr/>
            </p:nvSpPr>
            <p:spPr bwMode="auto">
              <a:xfrm>
                <a:off x="4533" y="303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8" name="Line 26">
                <a:extLst>
                  <a:ext uri="{FF2B5EF4-FFF2-40B4-BE49-F238E27FC236}">
                    <a16:creationId xmlns:a16="http://schemas.microsoft.com/office/drawing/2014/main" id="{CFC35C20-DD29-644F-933D-922B8557DBE6}"/>
                  </a:ext>
                </a:extLst>
              </p:cNvPr>
              <p:cNvSpPr>
                <a:spLocks noChangeShapeType="1"/>
              </p:cNvSpPr>
              <p:nvPr/>
            </p:nvSpPr>
            <p:spPr bwMode="auto">
              <a:xfrm>
                <a:off x="4590"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9" name="Line 27">
                <a:extLst>
                  <a:ext uri="{FF2B5EF4-FFF2-40B4-BE49-F238E27FC236}">
                    <a16:creationId xmlns:a16="http://schemas.microsoft.com/office/drawing/2014/main" id="{43DE343D-639B-8043-A638-7551BBFABD22}"/>
                  </a:ext>
                </a:extLst>
              </p:cNvPr>
              <p:cNvSpPr>
                <a:spLocks noChangeShapeType="1"/>
              </p:cNvSpPr>
              <p:nvPr/>
            </p:nvSpPr>
            <p:spPr bwMode="auto">
              <a:xfrm>
                <a:off x="4651"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0" name="Line 28">
                <a:extLst>
                  <a:ext uri="{FF2B5EF4-FFF2-40B4-BE49-F238E27FC236}">
                    <a16:creationId xmlns:a16="http://schemas.microsoft.com/office/drawing/2014/main" id="{73CAB6AE-7763-9144-9C11-A01FC53341DB}"/>
                  </a:ext>
                </a:extLst>
              </p:cNvPr>
              <p:cNvSpPr>
                <a:spLocks noChangeShapeType="1"/>
              </p:cNvSpPr>
              <p:nvPr/>
            </p:nvSpPr>
            <p:spPr bwMode="auto">
              <a:xfrm>
                <a:off x="4707"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1" name="Line 29">
                <a:extLst>
                  <a:ext uri="{FF2B5EF4-FFF2-40B4-BE49-F238E27FC236}">
                    <a16:creationId xmlns:a16="http://schemas.microsoft.com/office/drawing/2014/main" id="{04D1B335-C850-7F4C-B4D0-A23B2568D001}"/>
                  </a:ext>
                </a:extLst>
              </p:cNvPr>
              <p:cNvSpPr>
                <a:spLocks noChangeShapeType="1"/>
              </p:cNvSpPr>
              <p:nvPr/>
            </p:nvSpPr>
            <p:spPr bwMode="auto">
              <a:xfrm>
                <a:off x="4422"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2" name="Rectangle 30">
                <a:extLst>
                  <a:ext uri="{FF2B5EF4-FFF2-40B4-BE49-F238E27FC236}">
                    <a16:creationId xmlns:a16="http://schemas.microsoft.com/office/drawing/2014/main" id="{D75BC7AF-5CB3-C249-8C45-6520E20D06AE}"/>
                  </a:ext>
                </a:extLst>
              </p:cNvPr>
              <p:cNvSpPr>
                <a:spLocks noChangeArrowheads="1"/>
              </p:cNvSpPr>
              <p:nvPr/>
            </p:nvSpPr>
            <p:spPr bwMode="auto">
              <a:xfrm>
                <a:off x="4328"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3" name="Rectangle 31">
                <a:extLst>
                  <a:ext uri="{FF2B5EF4-FFF2-40B4-BE49-F238E27FC236}">
                    <a16:creationId xmlns:a16="http://schemas.microsoft.com/office/drawing/2014/main" id="{74DAAAB9-27DF-DA4B-872B-8B29FE6DD3B9}"/>
                  </a:ext>
                </a:extLst>
              </p:cNvPr>
              <p:cNvSpPr>
                <a:spLocks noChangeArrowheads="1"/>
              </p:cNvSpPr>
              <p:nvPr/>
            </p:nvSpPr>
            <p:spPr bwMode="auto">
              <a:xfrm>
                <a:off x="4414"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4" name="Rectangle 32">
                <a:extLst>
                  <a:ext uri="{FF2B5EF4-FFF2-40B4-BE49-F238E27FC236}">
                    <a16:creationId xmlns:a16="http://schemas.microsoft.com/office/drawing/2014/main" id="{5F99C941-D513-9148-ABE9-3B9B588B292C}"/>
                  </a:ext>
                </a:extLst>
              </p:cNvPr>
              <p:cNvSpPr>
                <a:spLocks noChangeArrowheads="1"/>
              </p:cNvSpPr>
              <p:nvPr/>
            </p:nvSpPr>
            <p:spPr bwMode="auto">
              <a:xfrm>
                <a:off x="4500" y="317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5" name="Rectangle 33">
                <a:extLst>
                  <a:ext uri="{FF2B5EF4-FFF2-40B4-BE49-F238E27FC236}">
                    <a16:creationId xmlns:a16="http://schemas.microsoft.com/office/drawing/2014/main" id="{3651F20B-728B-344C-B4AD-749B1DEACD30}"/>
                  </a:ext>
                </a:extLst>
              </p:cNvPr>
              <p:cNvSpPr>
                <a:spLocks noChangeArrowheads="1"/>
              </p:cNvSpPr>
              <p:nvPr/>
            </p:nvSpPr>
            <p:spPr bwMode="auto">
              <a:xfrm>
                <a:off x="4597"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36" name="Rectangle 34">
                <a:extLst>
                  <a:ext uri="{FF2B5EF4-FFF2-40B4-BE49-F238E27FC236}">
                    <a16:creationId xmlns:a16="http://schemas.microsoft.com/office/drawing/2014/main" id="{7164AE9B-5D5E-3949-A3F4-DED08F720F10}"/>
                  </a:ext>
                </a:extLst>
              </p:cNvPr>
              <p:cNvSpPr>
                <a:spLocks noChangeArrowheads="1"/>
              </p:cNvSpPr>
              <p:nvPr/>
            </p:nvSpPr>
            <p:spPr bwMode="auto">
              <a:xfrm>
                <a:off x="4693"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43" name="Group 60">
              <a:extLst>
                <a:ext uri="{FF2B5EF4-FFF2-40B4-BE49-F238E27FC236}">
                  <a16:creationId xmlns:a16="http://schemas.microsoft.com/office/drawing/2014/main" id="{5A333144-1730-0C4F-A832-56ED7E3B8DBB}"/>
                </a:ext>
              </a:extLst>
            </p:cNvPr>
            <p:cNvGrpSpPr>
              <a:grpSpLocks/>
            </p:cNvGrpSpPr>
            <p:nvPr/>
          </p:nvGrpSpPr>
          <p:grpSpPr bwMode="auto">
            <a:xfrm>
              <a:off x="3206" y="2763"/>
              <a:ext cx="510" cy="661"/>
              <a:chOff x="4296" y="2627"/>
              <a:chExt cx="510" cy="661"/>
            </a:xfrm>
          </p:grpSpPr>
          <p:sp>
            <p:nvSpPr>
              <p:cNvPr id="307" name="Rectangle 61">
                <a:extLst>
                  <a:ext uri="{FF2B5EF4-FFF2-40B4-BE49-F238E27FC236}">
                    <a16:creationId xmlns:a16="http://schemas.microsoft.com/office/drawing/2014/main" id="{9395864E-A9B4-5342-82A1-DE3B8AFE9218}"/>
                  </a:ext>
                </a:extLst>
              </p:cNvPr>
              <p:cNvSpPr>
                <a:spLocks noChangeArrowheads="1"/>
              </p:cNvSpPr>
              <p:nvPr/>
            </p:nvSpPr>
            <p:spPr bwMode="auto">
              <a:xfrm>
                <a:off x="4296" y="2652"/>
                <a:ext cx="510" cy="636"/>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8" name="Text Box 62">
                <a:extLst>
                  <a:ext uri="{FF2B5EF4-FFF2-40B4-BE49-F238E27FC236}">
                    <a16:creationId xmlns:a16="http://schemas.microsoft.com/office/drawing/2014/main" id="{5AACD721-3312-0F4C-BAF3-B6F1B5616C96}"/>
                  </a:ext>
                </a:extLst>
              </p:cNvPr>
              <p:cNvSpPr txBox="1">
                <a:spLocks noChangeArrowheads="1"/>
              </p:cNvSpPr>
              <p:nvPr/>
            </p:nvSpPr>
            <p:spPr bwMode="auto">
              <a:xfrm>
                <a:off x="4298" y="2627"/>
                <a:ext cx="48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mail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server</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9" name="Rectangle 63">
                <a:extLst>
                  <a:ext uri="{FF2B5EF4-FFF2-40B4-BE49-F238E27FC236}">
                    <a16:creationId xmlns:a16="http://schemas.microsoft.com/office/drawing/2014/main" id="{93B2530E-F2E5-1041-B7D2-9465CE4EADCD}"/>
                  </a:ext>
                </a:extLst>
              </p:cNvPr>
              <p:cNvSpPr>
                <a:spLocks noChangeArrowheads="1"/>
              </p:cNvSpPr>
              <p:nvPr/>
            </p:nvSpPr>
            <p:spPr bwMode="auto">
              <a:xfrm>
                <a:off x="4320" y="300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0" name="Line 64">
                <a:extLst>
                  <a:ext uri="{FF2B5EF4-FFF2-40B4-BE49-F238E27FC236}">
                    <a16:creationId xmlns:a16="http://schemas.microsoft.com/office/drawing/2014/main" id="{894E865A-3431-FD4B-96A5-C97DAAC7A611}"/>
                  </a:ext>
                </a:extLst>
              </p:cNvPr>
              <p:cNvSpPr>
                <a:spLocks noChangeShapeType="1"/>
              </p:cNvSpPr>
              <p:nvPr/>
            </p:nvSpPr>
            <p:spPr bwMode="auto">
              <a:xfrm>
                <a:off x="4369"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1" name="Line 65">
                <a:extLst>
                  <a:ext uri="{FF2B5EF4-FFF2-40B4-BE49-F238E27FC236}">
                    <a16:creationId xmlns:a16="http://schemas.microsoft.com/office/drawing/2014/main" id="{3CA43AF7-D356-4142-A618-06DCB23282BE}"/>
                  </a:ext>
                </a:extLst>
              </p:cNvPr>
              <p:cNvSpPr>
                <a:spLocks noChangeShapeType="1"/>
              </p:cNvSpPr>
              <p:nvPr/>
            </p:nvSpPr>
            <p:spPr bwMode="auto">
              <a:xfrm>
                <a:off x="4478"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2" name="Line 66">
                <a:extLst>
                  <a:ext uri="{FF2B5EF4-FFF2-40B4-BE49-F238E27FC236}">
                    <a16:creationId xmlns:a16="http://schemas.microsoft.com/office/drawing/2014/main" id="{4F8E4FC5-0A2A-4849-97E6-425A5D2E696A}"/>
                  </a:ext>
                </a:extLst>
              </p:cNvPr>
              <p:cNvSpPr>
                <a:spLocks noChangeShapeType="1"/>
              </p:cNvSpPr>
              <p:nvPr/>
            </p:nvSpPr>
            <p:spPr bwMode="auto">
              <a:xfrm>
                <a:off x="4533" y="303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3" name="Line 67">
                <a:extLst>
                  <a:ext uri="{FF2B5EF4-FFF2-40B4-BE49-F238E27FC236}">
                    <a16:creationId xmlns:a16="http://schemas.microsoft.com/office/drawing/2014/main" id="{343125A4-6A3A-F943-89E3-12B16C09D277}"/>
                  </a:ext>
                </a:extLst>
              </p:cNvPr>
              <p:cNvSpPr>
                <a:spLocks noChangeShapeType="1"/>
              </p:cNvSpPr>
              <p:nvPr/>
            </p:nvSpPr>
            <p:spPr bwMode="auto">
              <a:xfrm>
                <a:off x="4590"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4" name="Line 68">
                <a:extLst>
                  <a:ext uri="{FF2B5EF4-FFF2-40B4-BE49-F238E27FC236}">
                    <a16:creationId xmlns:a16="http://schemas.microsoft.com/office/drawing/2014/main" id="{D4CB6017-5831-FA48-815B-BE92970244C9}"/>
                  </a:ext>
                </a:extLst>
              </p:cNvPr>
              <p:cNvSpPr>
                <a:spLocks noChangeShapeType="1"/>
              </p:cNvSpPr>
              <p:nvPr/>
            </p:nvSpPr>
            <p:spPr bwMode="auto">
              <a:xfrm>
                <a:off x="4651"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5" name="Line 69">
                <a:extLst>
                  <a:ext uri="{FF2B5EF4-FFF2-40B4-BE49-F238E27FC236}">
                    <a16:creationId xmlns:a16="http://schemas.microsoft.com/office/drawing/2014/main" id="{E4754EF7-D910-814B-8B41-2FD2BAA878B3}"/>
                  </a:ext>
                </a:extLst>
              </p:cNvPr>
              <p:cNvSpPr>
                <a:spLocks noChangeShapeType="1"/>
              </p:cNvSpPr>
              <p:nvPr/>
            </p:nvSpPr>
            <p:spPr bwMode="auto">
              <a:xfrm>
                <a:off x="4707"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6" name="Line 70">
                <a:extLst>
                  <a:ext uri="{FF2B5EF4-FFF2-40B4-BE49-F238E27FC236}">
                    <a16:creationId xmlns:a16="http://schemas.microsoft.com/office/drawing/2014/main" id="{F137C288-EF55-D540-A997-85FA917D7318}"/>
                  </a:ext>
                </a:extLst>
              </p:cNvPr>
              <p:cNvSpPr>
                <a:spLocks noChangeShapeType="1"/>
              </p:cNvSpPr>
              <p:nvPr/>
            </p:nvSpPr>
            <p:spPr bwMode="auto">
              <a:xfrm>
                <a:off x="4422"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7" name="Rectangle 71">
                <a:extLst>
                  <a:ext uri="{FF2B5EF4-FFF2-40B4-BE49-F238E27FC236}">
                    <a16:creationId xmlns:a16="http://schemas.microsoft.com/office/drawing/2014/main" id="{F56FC77C-FB59-7F4E-B825-2A488EF8C8AC}"/>
                  </a:ext>
                </a:extLst>
              </p:cNvPr>
              <p:cNvSpPr>
                <a:spLocks noChangeArrowheads="1"/>
              </p:cNvSpPr>
              <p:nvPr/>
            </p:nvSpPr>
            <p:spPr bwMode="auto">
              <a:xfrm>
                <a:off x="4328"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8" name="Rectangle 72">
                <a:extLst>
                  <a:ext uri="{FF2B5EF4-FFF2-40B4-BE49-F238E27FC236}">
                    <a16:creationId xmlns:a16="http://schemas.microsoft.com/office/drawing/2014/main" id="{F41D8631-6A74-BA42-8A05-01D02E0EAA23}"/>
                  </a:ext>
                </a:extLst>
              </p:cNvPr>
              <p:cNvSpPr>
                <a:spLocks noChangeArrowheads="1"/>
              </p:cNvSpPr>
              <p:nvPr/>
            </p:nvSpPr>
            <p:spPr bwMode="auto">
              <a:xfrm>
                <a:off x="4414"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9" name="Rectangle 73">
                <a:extLst>
                  <a:ext uri="{FF2B5EF4-FFF2-40B4-BE49-F238E27FC236}">
                    <a16:creationId xmlns:a16="http://schemas.microsoft.com/office/drawing/2014/main" id="{C73BF6A9-3054-FB43-A0C0-EB576EBF15A1}"/>
                  </a:ext>
                </a:extLst>
              </p:cNvPr>
              <p:cNvSpPr>
                <a:spLocks noChangeArrowheads="1"/>
              </p:cNvSpPr>
              <p:nvPr/>
            </p:nvSpPr>
            <p:spPr bwMode="auto">
              <a:xfrm>
                <a:off x="4500" y="317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0" name="Rectangle 74">
                <a:extLst>
                  <a:ext uri="{FF2B5EF4-FFF2-40B4-BE49-F238E27FC236}">
                    <a16:creationId xmlns:a16="http://schemas.microsoft.com/office/drawing/2014/main" id="{944FDC84-5A12-CC42-9A23-A92DDF6AE032}"/>
                  </a:ext>
                </a:extLst>
              </p:cNvPr>
              <p:cNvSpPr>
                <a:spLocks noChangeArrowheads="1"/>
              </p:cNvSpPr>
              <p:nvPr/>
            </p:nvSpPr>
            <p:spPr bwMode="auto">
              <a:xfrm>
                <a:off x="4597"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21" name="Rectangle 75">
                <a:extLst>
                  <a:ext uri="{FF2B5EF4-FFF2-40B4-BE49-F238E27FC236}">
                    <a16:creationId xmlns:a16="http://schemas.microsoft.com/office/drawing/2014/main" id="{88D6DBF9-99B2-4544-BF6D-329E89DCB6E2}"/>
                  </a:ext>
                </a:extLst>
              </p:cNvPr>
              <p:cNvSpPr>
                <a:spLocks noChangeArrowheads="1"/>
              </p:cNvSpPr>
              <p:nvPr/>
            </p:nvSpPr>
            <p:spPr bwMode="auto">
              <a:xfrm>
                <a:off x="4693"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44" name="Group 96">
              <a:extLst>
                <a:ext uri="{FF2B5EF4-FFF2-40B4-BE49-F238E27FC236}">
                  <a16:creationId xmlns:a16="http://schemas.microsoft.com/office/drawing/2014/main" id="{57000094-DC40-484B-A0CA-146FA733FEE9}"/>
                </a:ext>
              </a:extLst>
            </p:cNvPr>
            <p:cNvGrpSpPr>
              <a:grpSpLocks/>
            </p:cNvGrpSpPr>
            <p:nvPr/>
          </p:nvGrpSpPr>
          <p:grpSpPr bwMode="auto">
            <a:xfrm>
              <a:off x="3206" y="1347"/>
              <a:ext cx="510" cy="661"/>
              <a:chOff x="4296" y="2627"/>
              <a:chExt cx="510" cy="661"/>
            </a:xfrm>
          </p:grpSpPr>
          <p:sp>
            <p:nvSpPr>
              <p:cNvPr id="292" name="Rectangle 97">
                <a:extLst>
                  <a:ext uri="{FF2B5EF4-FFF2-40B4-BE49-F238E27FC236}">
                    <a16:creationId xmlns:a16="http://schemas.microsoft.com/office/drawing/2014/main" id="{23688015-1451-B649-A136-19DFE598C309}"/>
                  </a:ext>
                </a:extLst>
              </p:cNvPr>
              <p:cNvSpPr>
                <a:spLocks noChangeArrowheads="1"/>
              </p:cNvSpPr>
              <p:nvPr/>
            </p:nvSpPr>
            <p:spPr bwMode="auto">
              <a:xfrm>
                <a:off x="4296" y="2652"/>
                <a:ext cx="510" cy="636"/>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93" name="Text Box 98">
                <a:extLst>
                  <a:ext uri="{FF2B5EF4-FFF2-40B4-BE49-F238E27FC236}">
                    <a16:creationId xmlns:a16="http://schemas.microsoft.com/office/drawing/2014/main" id="{8D2FAA41-802D-714B-9684-49001E0C1669}"/>
                  </a:ext>
                </a:extLst>
              </p:cNvPr>
              <p:cNvSpPr txBox="1">
                <a:spLocks noChangeArrowheads="1"/>
              </p:cNvSpPr>
              <p:nvPr/>
            </p:nvSpPr>
            <p:spPr bwMode="auto">
              <a:xfrm>
                <a:off x="4298" y="2627"/>
                <a:ext cx="48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mail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server</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94" name="Rectangle 99">
                <a:extLst>
                  <a:ext uri="{FF2B5EF4-FFF2-40B4-BE49-F238E27FC236}">
                    <a16:creationId xmlns:a16="http://schemas.microsoft.com/office/drawing/2014/main" id="{A4CCD107-61E7-3242-85D1-3EAFC1B4790B}"/>
                  </a:ext>
                </a:extLst>
              </p:cNvPr>
              <p:cNvSpPr>
                <a:spLocks noChangeArrowheads="1"/>
              </p:cNvSpPr>
              <p:nvPr/>
            </p:nvSpPr>
            <p:spPr bwMode="auto">
              <a:xfrm>
                <a:off x="4320" y="300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95" name="Line 100">
                <a:extLst>
                  <a:ext uri="{FF2B5EF4-FFF2-40B4-BE49-F238E27FC236}">
                    <a16:creationId xmlns:a16="http://schemas.microsoft.com/office/drawing/2014/main" id="{2743033E-E6A8-F646-99FA-C57B67EFD0CF}"/>
                  </a:ext>
                </a:extLst>
              </p:cNvPr>
              <p:cNvSpPr>
                <a:spLocks noChangeShapeType="1"/>
              </p:cNvSpPr>
              <p:nvPr/>
            </p:nvSpPr>
            <p:spPr bwMode="auto">
              <a:xfrm>
                <a:off x="4369"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96" name="Line 101">
                <a:extLst>
                  <a:ext uri="{FF2B5EF4-FFF2-40B4-BE49-F238E27FC236}">
                    <a16:creationId xmlns:a16="http://schemas.microsoft.com/office/drawing/2014/main" id="{2C5C87C8-3EB9-C345-8455-9601CC8BF268}"/>
                  </a:ext>
                </a:extLst>
              </p:cNvPr>
              <p:cNvSpPr>
                <a:spLocks noChangeShapeType="1"/>
              </p:cNvSpPr>
              <p:nvPr/>
            </p:nvSpPr>
            <p:spPr bwMode="auto">
              <a:xfrm>
                <a:off x="4478"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97" name="Line 102">
                <a:extLst>
                  <a:ext uri="{FF2B5EF4-FFF2-40B4-BE49-F238E27FC236}">
                    <a16:creationId xmlns:a16="http://schemas.microsoft.com/office/drawing/2014/main" id="{61F561F5-A8AF-F046-8A1B-EB72756DC9EC}"/>
                  </a:ext>
                </a:extLst>
              </p:cNvPr>
              <p:cNvSpPr>
                <a:spLocks noChangeShapeType="1"/>
              </p:cNvSpPr>
              <p:nvPr/>
            </p:nvSpPr>
            <p:spPr bwMode="auto">
              <a:xfrm>
                <a:off x="4533" y="303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98" name="Line 103">
                <a:extLst>
                  <a:ext uri="{FF2B5EF4-FFF2-40B4-BE49-F238E27FC236}">
                    <a16:creationId xmlns:a16="http://schemas.microsoft.com/office/drawing/2014/main" id="{189B5DCD-C8CD-4049-BF55-784B4932C7C6}"/>
                  </a:ext>
                </a:extLst>
              </p:cNvPr>
              <p:cNvSpPr>
                <a:spLocks noChangeShapeType="1"/>
              </p:cNvSpPr>
              <p:nvPr/>
            </p:nvSpPr>
            <p:spPr bwMode="auto">
              <a:xfrm>
                <a:off x="4590"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99" name="Line 104">
                <a:extLst>
                  <a:ext uri="{FF2B5EF4-FFF2-40B4-BE49-F238E27FC236}">
                    <a16:creationId xmlns:a16="http://schemas.microsoft.com/office/drawing/2014/main" id="{51E021BF-BE11-C748-8956-6CE4588C2A3F}"/>
                  </a:ext>
                </a:extLst>
              </p:cNvPr>
              <p:cNvSpPr>
                <a:spLocks noChangeShapeType="1"/>
              </p:cNvSpPr>
              <p:nvPr/>
            </p:nvSpPr>
            <p:spPr bwMode="auto">
              <a:xfrm>
                <a:off x="4651"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0" name="Line 105">
                <a:extLst>
                  <a:ext uri="{FF2B5EF4-FFF2-40B4-BE49-F238E27FC236}">
                    <a16:creationId xmlns:a16="http://schemas.microsoft.com/office/drawing/2014/main" id="{4B929A3B-B815-E441-922D-EA14E8C14CA9}"/>
                  </a:ext>
                </a:extLst>
              </p:cNvPr>
              <p:cNvSpPr>
                <a:spLocks noChangeShapeType="1"/>
              </p:cNvSpPr>
              <p:nvPr/>
            </p:nvSpPr>
            <p:spPr bwMode="auto">
              <a:xfrm>
                <a:off x="4707"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1" name="Line 106">
                <a:extLst>
                  <a:ext uri="{FF2B5EF4-FFF2-40B4-BE49-F238E27FC236}">
                    <a16:creationId xmlns:a16="http://schemas.microsoft.com/office/drawing/2014/main" id="{5A282BD2-5338-3E4D-8636-9D489C73E761}"/>
                  </a:ext>
                </a:extLst>
              </p:cNvPr>
              <p:cNvSpPr>
                <a:spLocks noChangeShapeType="1"/>
              </p:cNvSpPr>
              <p:nvPr/>
            </p:nvSpPr>
            <p:spPr bwMode="auto">
              <a:xfrm>
                <a:off x="4422"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2" name="Rectangle 107">
                <a:extLst>
                  <a:ext uri="{FF2B5EF4-FFF2-40B4-BE49-F238E27FC236}">
                    <a16:creationId xmlns:a16="http://schemas.microsoft.com/office/drawing/2014/main" id="{8E194D1F-5621-4E4F-9797-A2C32D688059}"/>
                  </a:ext>
                </a:extLst>
              </p:cNvPr>
              <p:cNvSpPr>
                <a:spLocks noChangeArrowheads="1"/>
              </p:cNvSpPr>
              <p:nvPr/>
            </p:nvSpPr>
            <p:spPr bwMode="auto">
              <a:xfrm>
                <a:off x="4328"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3" name="Rectangle 108">
                <a:extLst>
                  <a:ext uri="{FF2B5EF4-FFF2-40B4-BE49-F238E27FC236}">
                    <a16:creationId xmlns:a16="http://schemas.microsoft.com/office/drawing/2014/main" id="{AD50D80A-F8D2-514C-87E9-4ACA4207A644}"/>
                  </a:ext>
                </a:extLst>
              </p:cNvPr>
              <p:cNvSpPr>
                <a:spLocks noChangeArrowheads="1"/>
              </p:cNvSpPr>
              <p:nvPr/>
            </p:nvSpPr>
            <p:spPr bwMode="auto">
              <a:xfrm>
                <a:off x="4414"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4" name="Rectangle 109">
                <a:extLst>
                  <a:ext uri="{FF2B5EF4-FFF2-40B4-BE49-F238E27FC236}">
                    <a16:creationId xmlns:a16="http://schemas.microsoft.com/office/drawing/2014/main" id="{2275F6D3-E63F-C04C-A0DE-16B4A4842720}"/>
                  </a:ext>
                </a:extLst>
              </p:cNvPr>
              <p:cNvSpPr>
                <a:spLocks noChangeArrowheads="1"/>
              </p:cNvSpPr>
              <p:nvPr/>
            </p:nvSpPr>
            <p:spPr bwMode="auto">
              <a:xfrm>
                <a:off x="4500" y="317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5" name="Rectangle 110">
                <a:extLst>
                  <a:ext uri="{FF2B5EF4-FFF2-40B4-BE49-F238E27FC236}">
                    <a16:creationId xmlns:a16="http://schemas.microsoft.com/office/drawing/2014/main" id="{48706195-34DD-A541-88E3-15F1D1F4A881}"/>
                  </a:ext>
                </a:extLst>
              </p:cNvPr>
              <p:cNvSpPr>
                <a:spLocks noChangeArrowheads="1"/>
              </p:cNvSpPr>
              <p:nvPr/>
            </p:nvSpPr>
            <p:spPr bwMode="auto">
              <a:xfrm>
                <a:off x="4597"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6" name="Rectangle 111">
                <a:extLst>
                  <a:ext uri="{FF2B5EF4-FFF2-40B4-BE49-F238E27FC236}">
                    <a16:creationId xmlns:a16="http://schemas.microsoft.com/office/drawing/2014/main" id="{3F644955-990A-3D46-8B8D-8C68D095DA28}"/>
                  </a:ext>
                </a:extLst>
              </p:cNvPr>
              <p:cNvSpPr>
                <a:spLocks noChangeArrowheads="1"/>
              </p:cNvSpPr>
              <p:nvPr/>
            </p:nvSpPr>
            <p:spPr bwMode="auto">
              <a:xfrm>
                <a:off x="4693"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45" name="Line 117">
              <a:extLst>
                <a:ext uri="{FF2B5EF4-FFF2-40B4-BE49-F238E27FC236}">
                  <a16:creationId xmlns:a16="http://schemas.microsoft.com/office/drawing/2014/main" id="{14A97E77-F498-9E42-8702-8B7F5D1AC532}"/>
                </a:ext>
              </a:extLst>
            </p:cNvPr>
            <p:cNvSpPr>
              <a:spLocks noChangeShapeType="1"/>
            </p:cNvSpPr>
            <p:nvPr/>
          </p:nvSpPr>
          <p:spPr bwMode="auto">
            <a:xfrm flipV="1">
              <a:off x="3734" y="2350"/>
              <a:ext cx="708" cy="684"/>
            </a:xfrm>
            <a:prstGeom prst="line">
              <a:avLst/>
            </a:prstGeom>
            <a:noFill/>
            <a:ln w="28575">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46" name="Line 118">
              <a:extLst>
                <a:ext uri="{FF2B5EF4-FFF2-40B4-BE49-F238E27FC236}">
                  <a16:creationId xmlns:a16="http://schemas.microsoft.com/office/drawing/2014/main" id="{32DA8ECF-6761-E64E-A313-7489BEF95F7B}"/>
                </a:ext>
              </a:extLst>
            </p:cNvPr>
            <p:cNvSpPr>
              <a:spLocks noChangeShapeType="1"/>
            </p:cNvSpPr>
            <p:nvPr/>
          </p:nvSpPr>
          <p:spPr bwMode="auto">
            <a:xfrm flipH="1" flipV="1">
              <a:off x="3266" y="2020"/>
              <a:ext cx="0" cy="786"/>
            </a:xfrm>
            <a:prstGeom prst="line">
              <a:avLst/>
            </a:prstGeom>
            <a:noFill/>
            <a:ln w="28575">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247" name="Group 119">
              <a:extLst>
                <a:ext uri="{FF2B5EF4-FFF2-40B4-BE49-F238E27FC236}">
                  <a16:creationId xmlns:a16="http://schemas.microsoft.com/office/drawing/2014/main" id="{BA52A921-FC7C-6043-901B-354417734653}"/>
                </a:ext>
              </a:extLst>
            </p:cNvPr>
            <p:cNvGrpSpPr>
              <a:grpSpLocks/>
            </p:cNvGrpSpPr>
            <p:nvPr/>
          </p:nvGrpSpPr>
          <p:grpSpPr bwMode="auto">
            <a:xfrm>
              <a:off x="3799" y="2535"/>
              <a:ext cx="641" cy="330"/>
              <a:chOff x="3749" y="2537"/>
              <a:chExt cx="641" cy="330"/>
            </a:xfrm>
          </p:grpSpPr>
          <p:sp>
            <p:nvSpPr>
              <p:cNvPr id="290" name="Rectangle 120">
                <a:extLst>
                  <a:ext uri="{FF2B5EF4-FFF2-40B4-BE49-F238E27FC236}">
                    <a16:creationId xmlns:a16="http://schemas.microsoft.com/office/drawing/2014/main" id="{0C8E9259-98F2-604F-A4C6-3A7F488FCCBC}"/>
                  </a:ext>
                </a:extLst>
              </p:cNvPr>
              <p:cNvSpPr>
                <a:spLocks noChangeArrowheads="1"/>
              </p:cNvSpPr>
              <p:nvPr/>
            </p:nvSpPr>
            <p:spPr bwMode="auto">
              <a:xfrm>
                <a:off x="3798" y="2580"/>
                <a:ext cx="54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91" name="Text Box 121">
                <a:extLst>
                  <a:ext uri="{FF2B5EF4-FFF2-40B4-BE49-F238E27FC236}">
                    <a16:creationId xmlns:a16="http://schemas.microsoft.com/office/drawing/2014/main" id="{211C72D2-CB25-324F-AB81-6EE0282F0E95}"/>
                  </a:ext>
                </a:extLst>
              </p:cNvPr>
              <p:cNvSpPr txBox="1">
                <a:spLocks noChangeArrowheads="1"/>
              </p:cNvSpPr>
              <p:nvPr/>
            </p:nvSpPr>
            <p:spPr bwMode="auto">
              <a:xfrm>
                <a:off x="3749" y="2537"/>
                <a:ext cx="64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SMTP</a:t>
                </a:r>
              </a:p>
            </p:txBody>
          </p:sp>
        </p:grpSp>
        <p:grpSp>
          <p:nvGrpSpPr>
            <p:cNvPr id="248" name="Group 122">
              <a:extLst>
                <a:ext uri="{FF2B5EF4-FFF2-40B4-BE49-F238E27FC236}">
                  <a16:creationId xmlns:a16="http://schemas.microsoft.com/office/drawing/2014/main" id="{0C8CF91C-30A4-724C-9B71-2A06A2948780}"/>
                </a:ext>
              </a:extLst>
            </p:cNvPr>
            <p:cNvGrpSpPr>
              <a:grpSpLocks/>
            </p:cNvGrpSpPr>
            <p:nvPr/>
          </p:nvGrpSpPr>
          <p:grpSpPr bwMode="auto">
            <a:xfrm>
              <a:off x="3775" y="1743"/>
              <a:ext cx="641" cy="330"/>
              <a:chOff x="3749" y="2537"/>
              <a:chExt cx="641" cy="330"/>
            </a:xfrm>
          </p:grpSpPr>
          <p:sp>
            <p:nvSpPr>
              <p:cNvPr id="288" name="Rectangle 123">
                <a:extLst>
                  <a:ext uri="{FF2B5EF4-FFF2-40B4-BE49-F238E27FC236}">
                    <a16:creationId xmlns:a16="http://schemas.microsoft.com/office/drawing/2014/main" id="{FCECD58F-F77F-CE4B-B35E-A96DEDC7E697}"/>
                  </a:ext>
                </a:extLst>
              </p:cNvPr>
              <p:cNvSpPr>
                <a:spLocks noChangeArrowheads="1"/>
              </p:cNvSpPr>
              <p:nvPr/>
            </p:nvSpPr>
            <p:spPr bwMode="auto">
              <a:xfrm>
                <a:off x="3798" y="2580"/>
                <a:ext cx="54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9" name="Text Box 124">
                <a:extLst>
                  <a:ext uri="{FF2B5EF4-FFF2-40B4-BE49-F238E27FC236}">
                    <a16:creationId xmlns:a16="http://schemas.microsoft.com/office/drawing/2014/main" id="{AF84BA8D-FF6F-3247-901E-8E6B18720FED}"/>
                  </a:ext>
                </a:extLst>
              </p:cNvPr>
              <p:cNvSpPr txBox="1">
                <a:spLocks noChangeArrowheads="1"/>
              </p:cNvSpPr>
              <p:nvPr/>
            </p:nvSpPr>
            <p:spPr bwMode="auto">
              <a:xfrm>
                <a:off x="3749" y="2537"/>
                <a:ext cx="64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SMTP</a:t>
                </a:r>
              </a:p>
            </p:txBody>
          </p:sp>
        </p:grpSp>
        <p:grpSp>
          <p:nvGrpSpPr>
            <p:cNvPr id="249" name="Group 125">
              <a:extLst>
                <a:ext uri="{FF2B5EF4-FFF2-40B4-BE49-F238E27FC236}">
                  <a16:creationId xmlns:a16="http://schemas.microsoft.com/office/drawing/2014/main" id="{58DC277B-7AA7-2E40-B727-BF4769AC136C}"/>
                </a:ext>
              </a:extLst>
            </p:cNvPr>
            <p:cNvGrpSpPr>
              <a:grpSpLocks/>
            </p:cNvGrpSpPr>
            <p:nvPr/>
          </p:nvGrpSpPr>
          <p:grpSpPr bwMode="auto">
            <a:xfrm>
              <a:off x="2962" y="2151"/>
              <a:ext cx="641" cy="330"/>
              <a:chOff x="3770" y="2495"/>
              <a:chExt cx="641" cy="330"/>
            </a:xfrm>
          </p:grpSpPr>
          <p:sp>
            <p:nvSpPr>
              <p:cNvPr id="286" name="Rectangle 126">
                <a:extLst>
                  <a:ext uri="{FF2B5EF4-FFF2-40B4-BE49-F238E27FC236}">
                    <a16:creationId xmlns:a16="http://schemas.microsoft.com/office/drawing/2014/main" id="{2816DCBF-A1AF-E048-B956-3F1809C0D71D}"/>
                  </a:ext>
                </a:extLst>
              </p:cNvPr>
              <p:cNvSpPr>
                <a:spLocks noChangeArrowheads="1"/>
              </p:cNvSpPr>
              <p:nvPr/>
            </p:nvSpPr>
            <p:spPr bwMode="auto">
              <a:xfrm>
                <a:off x="3798" y="2580"/>
                <a:ext cx="54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7" name="Text Box 127">
                <a:extLst>
                  <a:ext uri="{FF2B5EF4-FFF2-40B4-BE49-F238E27FC236}">
                    <a16:creationId xmlns:a16="http://schemas.microsoft.com/office/drawing/2014/main" id="{63B15CD0-9983-6A4B-9279-804A5439A9E3}"/>
                  </a:ext>
                </a:extLst>
              </p:cNvPr>
              <p:cNvSpPr txBox="1">
                <a:spLocks noChangeArrowheads="1"/>
              </p:cNvSpPr>
              <p:nvPr/>
            </p:nvSpPr>
            <p:spPr bwMode="auto">
              <a:xfrm>
                <a:off x="3770" y="2495"/>
                <a:ext cx="64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SMTP</a:t>
                </a:r>
              </a:p>
            </p:txBody>
          </p:sp>
        </p:grpSp>
        <p:grpSp>
          <p:nvGrpSpPr>
            <p:cNvPr id="250" name="Group 423">
              <a:extLst>
                <a:ext uri="{FF2B5EF4-FFF2-40B4-BE49-F238E27FC236}">
                  <a16:creationId xmlns:a16="http://schemas.microsoft.com/office/drawing/2014/main" id="{30BA0251-F53A-8C4F-97BA-8DC51407C806}"/>
                </a:ext>
              </a:extLst>
            </p:cNvPr>
            <p:cNvGrpSpPr>
              <a:grpSpLocks/>
            </p:cNvGrpSpPr>
            <p:nvPr/>
          </p:nvGrpSpPr>
          <p:grpSpPr bwMode="auto">
            <a:xfrm>
              <a:off x="3579" y="886"/>
              <a:ext cx="583" cy="664"/>
              <a:chOff x="3566" y="550"/>
              <a:chExt cx="583" cy="664"/>
            </a:xfrm>
          </p:grpSpPr>
          <p:grpSp>
            <p:nvGrpSpPr>
              <p:cNvPr id="281" name="Group 353">
                <a:extLst>
                  <a:ext uri="{FF2B5EF4-FFF2-40B4-BE49-F238E27FC236}">
                    <a16:creationId xmlns:a16="http://schemas.microsoft.com/office/drawing/2014/main" id="{08E25960-F839-D945-AEB0-EBA43385EDC3}"/>
                  </a:ext>
                </a:extLst>
              </p:cNvPr>
              <p:cNvGrpSpPr>
                <a:grpSpLocks/>
              </p:cNvGrpSpPr>
              <p:nvPr/>
            </p:nvGrpSpPr>
            <p:grpSpPr bwMode="auto">
              <a:xfrm>
                <a:off x="3588" y="692"/>
                <a:ext cx="561" cy="522"/>
                <a:chOff x="-44" y="1473"/>
                <a:chExt cx="981" cy="1105"/>
              </a:xfrm>
            </p:grpSpPr>
            <p:pic>
              <p:nvPicPr>
                <p:cNvPr id="284" name="Picture 354" descr="desktop_computer_stylized_medium">
                  <a:extLst>
                    <a:ext uri="{FF2B5EF4-FFF2-40B4-BE49-F238E27FC236}">
                      <a16:creationId xmlns:a16="http://schemas.microsoft.com/office/drawing/2014/main" id="{A8E24158-A20D-2643-9568-7E2B6A9A8F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 name="Freeform 355">
                  <a:extLst>
                    <a:ext uri="{FF2B5EF4-FFF2-40B4-BE49-F238E27FC236}">
                      <a16:creationId xmlns:a16="http://schemas.microsoft.com/office/drawing/2014/main" id="{7C66E8C3-2156-B443-A62B-AB5FE62DD480}"/>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82" name="Rectangle 115">
                <a:extLst>
                  <a:ext uri="{FF2B5EF4-FFF2-40B4-BE49-F238E27FC236}">
                    <a16:creationId xmlns:a16="http://schemas.microsoft.com/office/drawing/2014/main" id="{A8808CF7-A20F-6048-A5C3-5948802EC13D}"/>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3" name="Text Box 116">
                <a:extLst>
                  <a:ext uri="{FF2B5EF4-FFF2-40B4-BE49-F238E27FC236}">
                    <a16:creationId xmlns:a16="http://schemas.microsoft.com/office/drawing/2014/main" id="{3615B133-7ADF-B149-A5EF-D48A09950BEA}"/>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51" name="Group 424">
              <a:extLst>
                <a:ext uri="{FF2B5EF4-FFF2-40B4-BE49-F238E27FC236}">
                  <a16:creationId xmlns:a16="http://schemas.microsoft.com/office/drawing/2014/main" id="{45EE4567-07D2-9B44-B152-A79DBA14304E}"/>
                </a:ext>
              </a:extLst>
            </p:cNvPr>
            <p:cNvGrpSpPr>
              <a:grpSpLocks/>
            </p:cNvGrpSpPr>
            <p:nvPr/>
          </p:nvGrpSpPr>
          <p:grpSpPr bwMode="auto">
            <a:xfrm>
              <a:off x="4862" y="1400"/>
              <a:ext cx="583" cy="664"/>
              <a:chOff x="3566" y="550"/>
              <a:chExt cx="583" cy="664"/>
            </a:xfrm>
          </p:grpSpPr>
          <p:grpSp>
            <p:nvGrpSpPr>
              <p:cNvPr id="276" name="Group 425">
                <a:extLst>
                  <a:ext uri="{FF2B5EF4-FFF2-40B4-BE49-F238E27FC236}">
                    <a16:creationId xmlns:a16="http://schemas.microsoft.com/office/drawing/2014/main" id="{E722A2E6-A5F4-6C41-B802-1B3176A5427A}"/>
                  </a:ext>
                </a:extLst>
              </p:cNvPr>
              <p:cNvGrpSpPr>
                <a:grpSpLocks/>
              </p:cNvGrpSpPr>
              <p:nvPr/>
            </p:nvGrpSpPr>
            <p:grpSpPr bwMode="auto">
              <a:xfrm>
                <a:off x="3588" y="692"/>
                <a:ext cx="561" cy="522"/>
                <a:chOff x="-44" y="1473"/>
                <a:chExt cx="981" cy="1105"/>
              </a:xfrm>
            </p:grpSpPr>
            <p:pic>
              <p:nvPicPr>
                <p:cNvPr id="279" name="Picture 426" descr="desktop_computer_stylized_medium">
                  <a:extLst>
                    <a:ext uri="{FF2B5EF4-FFF2-40B4-BE49-F238E27FC236}">
                      <a16:creationId xmlns:a16="http://schemas.microsoft.com/office/drawing/2014/main" id="{8B6EAA10-F9D8-724F-94C8-D4E4B57A0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0" name="Freeform 427">
                  <a:extLst>
                    <a:ext uri="{FF2B5EF4-FFF2-40B4-BE49-F238E27FC236}">
                      <a16:creationId xmlns:a16="http://schemas.microsoft.com/office/drawing/2014/main" id="{1E93A55D-6DF6-C544-9512-0E02D9C496CF}"/>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77" name="Rectangle 115">
                <a:extLst>
                  <a:ext uri="{FF2B5EF4-FFF2-40B4-BE49-F238E27FC236}">
                    <a16:creationId xmlns:a16="http://schemas.microsoft.com/office/drawing/2014/main" id="{1B535841-0794-1B43-AB50-A8A2B89E469D}"/>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78" name="Text Box 116">
                <a:extLst>
                  <a:ext uri="{FF2B5EF4-FFF2-40B4-BE49-F238E27FC236}">
                    <a16:creationId xmlns:a16="http://schemas.microsoft.com/office/drawing/2014/main" id="{08BD580D-BB58-674F-BF51-73AD02F8ED1B}"/>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52" name="Group 430">
              <a:extLst>
                <a:ext uri="{FF2B5EF4-FFF2-40B4-BE49-F238E27FC236}">
                  <a16:creationId xmlns:a16="http://schemas.microsoft.com/office/drawing/2014/main" id="{34A2D0BA-C196-4942-B7CA-678581CB5104}"/>
                </a:ext>
              </a:extLst>
            </p:cNvPr>
            <p:cNvGrpSpPr>
              <a:grpSpLocks/>
            </p:cNvGrpSpPr>
            <p:nvPr/>
          </p:nvGrpSpPr>
          <p:grpSpPr bwMode="auto">
            <a:xfrm>
              <a:off x="5074" y="1880"/>
              <a:ext cx="583" cy="664"/>
              <a:chOff x="3566" y="550"/>
              <a:chExt cx="583" cy="664"/>
            </a:xfrm>
          </p:grpSpPr>
          <p:grpSp>
            <p:nvGrpSpPr>
              <p:cNvPr id="271" name="Group 431">
                <a:extLst>
                  <a:ext uri="{FF2B5EF4-FFF2-40B4-BE49-F238E27FC236}">
                    <a16:creationId xmlns:a16="http://schemas.microsoft.com/office/drawing/2014/main" id="{BE03D0A5-F5D7-9948-B7EA-FA5E6ADA2BBE}"/>
                  </a:ext>
                </a:extLst>
              </p:cNvPr>
              <p:cNvGrpSpPr>
                <a:grpSpLocks/>
              </p:cNvGrpSpPr>
              <p:nvPr/>
            </p:nvGrpSpPr>
            <p:grpSpPr bwMode="auto">
              <a:xfrm>
                <a:off x="3588" y="692"/>
                <a:ext cx="561" cy="522"/>
                <a:chOff x="-44" y="1473"/>
                <a:chExt cx="981" cy="1105"/>
              </a:xfrm>
            </p:grpSpPr>
            <p:pic>
              <p:nvPicPr>
                <p:cNvPr id="274" name="Picture 432" descr="desktop_computer_stylized_medium">
                  <a:extLst>
                    <a:ext uri="{FF2B5EF4-FFF2-40B4-BE49-F238E27FC236}">
                      <a16:creationId xmlns:a16="http://schemas.microsoft.com/office/drawing/2014/main" id="{CE464295-B889-1B47-A8D7-3556B2AAA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Freeform 433">
                  <a:extLst>
                    <a:ext uri="{FF2B5EF4-FFF2-40B4-BE49-F238E27FC236}">
                      <a16:creationId xmlns:a16="http://schemas.microsoft.com/office/drawing/2014/main" id="{C77332B6-93C9-A042-A591-13DCD23AA5A8}"/>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72" name="Rectangle 115">
                <a:extLst>
                  <a:ext uri="{FF2B5EF4-FFF2-40B4-BE49-F238E27FC236}">
                    <a16:creationId xmlns:a16="http://schemas.microsoft.com/office/drawing/2014/main" id="{F6E9263B-5B99-914A-B779-F129D9C75626}"/>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73" name="Text Box 116">
                <a:extLst>
                  <a:ext uri="{FF2B5EF4-FFF2-40B4-BE49-F238E27FC236}">
                    <a16:creationId xmlns:a16="http://schemas.microsoft.com/office/drawing/2014/main" id="{E6ADB34B-0590-DF41-A12D-070F82E8AE88}"/>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53" name="Group 436">
              <a:extLst>
                <a:ext uri="{FF2B5EF4-FFF2-40B4-BE49-F238E27FC236}">
                  <a16:creationId xmlns:a16="http://schemas.microsoft.com/office/drawing/2014/main" id="{1E0B8E86-E363-7347-AAB0-795D10C2D288}"/>
                </a:ext>
              </a:extLst>
            </p:cNvPr>
            <p:cNvGrpSpPr>
              <a:grpSpLocks/>
            </p:cNvGrpSpPr>
            <p:nvPr/>
          </p:nvGrpSpPr>
          <p:grpSpPr bwMode="auto">
            <a:xfrm>
              <a:off x="4991" y="2540"/>
              <a:ext cx="583" cy="664"/>
              <a:chOff x="3566" y="550"/>
              <a:chExt cx="583" cy="664"/>
            </a:xfrm>
          </p:grpSpPr>
          <p:grpSp>
            <p:nvGrpSpPr>
              <p:cNvPr id="266" name="Group 437">
                <a:extLst>
                  <a:ext uri="{FF2B5EF4-FFF2-40B4-BE49-F238E27FC236}">
                    <a16:creationId xmlns:a16="http://schemas.microsoft.com/office/drawing/2014/main" id="{AC5F831C-0C35-C549-B51D-4296B8B8B9F6}"/>
                  </a:ext>
                </a:extLst>
              </p:cNvPr>
              <p:cNvGrpSpPr>
                <a:grpSpLocks/>
              </p:cNvGrpSpPr>
              <p:nvPr/>
            </p:nvGrpSpPr>
            <p:grpSpPr bwMode="auto">
              <a:xfrm>
                <a:off x="3588" y="692"/>
                <a:ext cx="561" cy="522"/>
                <a:chOff x="-44" y="1473"/>
                <a:chExt cx="981" cy="1105"/>
              </a:xfrm>
            </p:grpSpPr>
            <p:pic>
              <p:nvPicPr>
                <p:cNvPr id="269" name="Picture 438" descr="desktop_computer_stylized_medium">
                  <a:extLst>
                    <a:ext uri="{FF2B5EF4-FFF2-40B4-BE49-F238E27FC236}">
                      <a16:creationId xmlns:a16="http://schemas.microsoft.com/office/drawing/2014/main" id="{AD14A203-3912-324B-BE4F-9D6A4285CE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0" name="Freeform 439">
                  <a:extLst>
                    <a:ext uri="{FF2B5EF4-FFF2-40B4-BE49-F238E27FC236}">
                      <a16:creationId xmlns:a16="http://schemas.microsoft.com/office/drawing/2014/main" id="{9E88436B-4E0D-D149-A214-D937D45DEA00}"/>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67" name="Rectangle 115">
                <a:extLst>
                  <a:ext uri="{FF2B5EF4-FFF2-40B4-BE49-F238E27FC236}">
                    <a16:creationId xmlns:a16="http://schemas.microsoft.com/office/drawing/2014/main" id="{0DEA31A9-2C76-564E-B16F-DBD697177EAD}"/>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68" name="Text Box 116">
                <a:extLst>
                  <a:ext uri="{FF2B5EF4-FFF2-40B4-BE49-F238E27FC236}">
                    <a16:creationId xmlns:a16="http://schemas.microsoft.com/office/drawing/2014/main" id="{7655A215-ADF5-8C47-8D04-DDBF56AFD738}"/>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54" name="Group 442">
              <a:extLst>
                <a:ext uri="{FF2B5EF4-FFF2-40B4-BE49-F238E27FC236}">
                  <a16:creationId xmlns:a16="http://schemas.microsoft.com/office/drawing/2014/main" id="{30600299-25CF-4A4E-8A3B-15590AC954A1}"/>
                </a:ext>
              </a:extLst>
            </p:cNvPr>
            <p:cNvGrpSpPr>
              <a:grpSpLocks/>
            </p:cNvGrpSpPr>
            <p:nvPr/>
          </p:nvGrpSpPr>
          <p:grpSpPr bwMode="auto">
            <a:xfrm>
              <a:off x="3346" y="3446"/>
              <a:ext cx="583" cy="664"/>
              <a:chOff x="3566" y="550"/>
              <a:chExt cx="583" cy="664"/>
            </a:xfrm>
          </p:grpSpPr>
          <p:grpSp>
            <p:nvGrpSpPr>
              <p:cNvPr id="261" name="Group 443">
                <a:extLst>
                  <a:ext uri="{FF2B5EF4-FFF2-40B4-BE49-F238E27FC236}">
                    <a16:creationId xmlns:a16="http://schemas.microsoft.com/office/drawing/2014/main" id="{116521D6-39B6-ED4D-BF9D-4EDC84BB43B2}"/>
                  </a:ext>
                </a:extLst>
              </p:cNvPr>
              <p:cNvGrpSpPr>
                <a:grpSpLocks/>
              </p:cNvGrpSpPr>
              <p:nvPr/>
            </p:nvGrpSpPr>
            <p:grpSpPr bwMode="auto">
              <a:xfrm>
                <a:off x="3588" y="692"/>
                <a:ext cx="561" cy="522"/>
                <a:chOff x="-44" y="1473"/>
                <a:chExt cx="981" cy="1105"/>
              </a:xfrm>
            </p:grpSpPr>
            <p:pic>
              <p:nvPicPr>
                <p:cNvPr id="264" name="Picture 444" descr="desktop_computer_stylized_medium">
                  <a:extLst>
                    <a:ext uri="{FF2B5EF4-FFF2-40B4-BE49-F238E27FC236}">
                      <a16:creationId xmlns:a16="http://schemas.microsoft.com/office/drawing/2014/main" id="{B764D5A2-AAF9-6F4A-AD12-7AF1E69A92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5" name="Freeform 445">
                  <a:extLst>
                    <a:ext uri="{FF2B5EF4-FFF2-40B4-BE49-F238E27FC236}">
                      <a16:creationId xmlns:a16="http://schemas.microsoft.com/office/drawing/2014/main" id="{1CF12910-951A-5444-81F3-DDC16C95106A}"/>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62" name="Rectangle 115">
                <a:extLst>
                  <a:ext uri="{FF2B5EF4-FFF2-40B4-BE49-F238E27FC236}">
                    <a16:creationId xmlns:a16="http://schemas.microsoft.com/office/drawing/2014/main" id="{E6B060FF-D007-3348-A6C9-A56534FB0EB9}"/>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63" name="Text Box 116">
                <a:extLst>
                  <a:ext uri="{FF2B5EF4-FFF2-40B4-BE49-F238E27FC236}">
                    <a16:creationId xmlns:a16="http://schemas.microsoft.com/office/drawing/2014/main" id="{D67C13D0-AC42-8E4B-9B42-5CEAC1302871}"/>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55" name="Group 448">
              <a:extLst>
                <a:ext uri="{FF2B5EF4-FFF2-40B4-BE49-F238E27FC236}">
                  <a16:creationId xmlns:a16="http://schemas.microsoft.com/office/drawing/2014/main" id="{8E0DD129-7A33-3E4A-8455-FC51B1CF677D}"/>
                </a:ext>
              </a:extLst>
            </p:cNvPr>
            <p:cNvGrpSpPr>
              <a:grpSpLocks/>
            </p:cNvGrpSpPr>
            <p:nvPr/>
          </p:nvGrpSpPr>
          <p:grpSpPr bwMode="auto">
            <a:xfrm>
              <a:off x="3805" y="3056"/>
              <a:ext cx="583" cy="664"/>
              <a:chOff x="3566" y="550"/>
              <a:chExt cx="583" cy="664"/>
            </a:xfrm>
          </p:grpSpPr>
          <p:grpSp>
            <p:nvGrpSpPr>
              <p:cNvPr id="256" name="Group 449">
                <a:extLst>
                  <a:ext uri="{FF2B5EF4-FFF2-40B4-BE49-F238E27FC236}">
                    <a16:creationId xmlns:a16="http://schemas.microsoft.com/office/drawing/2014/main" id="{90AB032A-A3B7-3748-9489-8C4F91558160}"/>
                  </a:ext>
                </a:extLst>
              </p:cNvPr>
              <p:cNvGrpSpPr>
                <a:grpSpLocks/>
              </p:cNvGrpSpPr>
              <p:nvPr/>
            </p:nvGrpSpPr>
            <p:grpSpPr bwMode="auto">
              <a:xfrm>
                <a:off x="3588" y="692"/>
                <a:ext cx="561" cy="522"/>
                <a:chOff x="-44" y="1473"/>
                <a:chExt cx="981" cy="1105"/>
              </a:xfrm>
            </p:grpSpPr>
            <p:pic>
              <p:nvPicPr>
                <p:cNvPr id="259" name="Picture 450" descr="desktop_computer_stylized_medium">
                  <a:extLst>
                    <a:ext uri="{FF2B5EF4-FFF2-40B4-BE49-F238E27FC236}">
                      <a16:creationId xmlns:a16="http://schemas.microsoft.com/office/drawing/2014/main" id="{DE476DC9-0E4F-314D-82DF-D6027FE6D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 name="Freeform 451">
                  <a:extLst>
                    <a:ext uri="{FF2B5EF4-FFF2-40B4-BE49-F238E27FC236}">
                      <a16:creationId xmlns:a16="http://schemas.microsoft.com/office/drawing/2014/main" id="{234ABE2F-A8B4-8542-94E8-78DDE67E3E28}"/>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257" name="Rectangle 115">
                <a:extLst>
                  <a:ext uri="{FF2B5EF4-FFF2-40B4-BE49-F238E27FC236}">
                    <a16:creationId xmlns:a16="http://schemas.microsoft.com/office/drawing/2014/main" id="{B0E02959-4482-944E-9351-976262974C1F}"/>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58" name="Text Box 116">
                <a:extLst>
                  <a:ext uri="{FF2B5EF4-FFF2-40B4-BE49-F238E27FC236}">
                    <a16:creationId xmlns:a16="http://schemas.microsoft.com/office/drawing/2014/main" id="{53D455CA-494C-3941-B909-EFE07A9B71F3}"/>
                  </a:ext>
                </a:extLst>
              </p:cNvPr>
              <p:cNvSpPr txBox="1">
                <a:spLocks noChangeArrowheads="1"/>
              </p:cNvSpPr>
              <p:nvPr/>
            </p:nvSpPr>
            <p:spPr bwMode="auto">
              <a:xfrm>
                <a:off x="3566" y="550"/>
                <a:ext cx="45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agent</a:t>
                </a: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sp>
        <p:nvSpPr>
          <p:cNvPr id="216" name="Rectangle 3">
            <a:extLst>
              <a:ext uri="{FF2B5EF4-FFF2-40B4-BE49-F238E27FC236}">
                <a16:creationId xmlns:a16="http://schemas.microsoft.com/office/drawing/2014/main" id="{D5E2CE3F-09DC-EA40-ABE5-ED6ACF8FB8D5}"/>
              </a:ext>
            </a:extLst>
          </p:cNvPr>
          <p:cNvSpPr txBox="1">
            <a:spLocks noChangeArrowheads="1"/>
          </p:cNvSpPr>
          <p:nvPr/>
        </p:nvSpPr>
        <p:spPr>
          <a:xfrm>
            <a:off x="660265" y="1387147"/>
            <a:ext cx="5674033"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mail servers: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mailbox</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contains incoming messages for user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message queue</a:t>
            </a:r>
            <a:r>
              <a:rPr kumimoji="0" lang="en-US" altLang="en-US" sz="28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of outgoing (to be sent) mail messages</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SMTP protocol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between mail servers to send email messages</a:t>
            </a:r>
          </a:p>
          <a:p>
            <a:pPr marL="411163" marR="0" lvl="0" indent="-230188"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8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client: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sending mail server</a:t>
            </a:r>
          </a:p>
          <a:p>
            <a:pPr marL="411163" marR="0" lvl="0" indent="-230188"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ja-JP" sz="28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“server”: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receiving mail server</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B35D9358-DFF3-6B4F-B793-C73142424C20}"/>
              </a:ext>
            </a:extLst>
          </p:cNvPr>
          <p:cNvGrpSpPr/>
          <p:nvPr/>
        </p:nvGrpSpPr>
        <p:grpSpPr>
          <a:xfrm>
            <a:off x="7171111" y="1995054"/>
            <a:ext cx="3710247" cy="3732412"/>
            <a:chOff x="7171111" y="1995054"/>
            <a:chExt cx="3710247" cy="3732412"/>
          </a:xfrm>
        </p:grpSpPr>
        <p:sp>
          <p:nvSpPr>
            <p:cNvPr id="4" name="Oval 3">
              <a:extLst>
                <a:ext uri="{FF2B5EF4-FFF2-40B4-BE49-F238E27FC236}">
                  <a16:creationId xmlns:a16="http://schemas.microsoft.com/office/drawing/2014/main" id="{BBE430A9-6EC8-E04E-AC1F-E5B6080D4994}"/>
                </a:ext>
              </a:extLst>
            </p:cNvPr>
            <p:cNvSpPr/>
            <p:nvPr/>
          </p:nvSpPr>
          <p:spPr>
            <a:xfrm>
              <a:off x="7215447" y="1995054"/>
              <a:ext cx="1230284" cy="432262"/>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8" name="Oval 217">
              <a:extLst>
                <a:ext uri="{FF2B5EF4-FFF2-40B4-BE49-F238E27FC236}">
                  <a16:creationId xmlns:a16="http://schemas.microsoft.com/office/drawing/2014/main" id="{7240D5A6-234E-E146-AB2C-E5F301108500}"/>
                </a:ext>
              </a:extLst>
            </p:cNvPr>
            <p:cNvSpPr/>
            <p:nvPr/>
          </p:nvSpPr>
          <p:spPr>
            <a:xfrm>
              <a:off x="9213272" y="2862348"/>
              <a:ext cx="1230284" cy="432262"/>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9" name="Oval 218">
              <a:extLst>
                <a:ext uri="{FF2B5EF4-FFF2-40B4-BE49-F238E27FC236}">
                  <a16:creationId xmlns:a16="http://schemas.microsoft.com/office/drawing/2014/main" id="{BD61EF7B-A2A1-9B4E-A736-BF8BBEA6BDD9}"/>
                </a:ext>
              </a:extLst>
            </p:cNvPr>
            <p:cNvSpPr/>
            <p:nvPr/>
          </p:nvSpPr>
          <p:spPr>
            <a:xfrm>
              <a:off x="7171111" y="4261656"/>
              <a:ext cx="1230284" cy="432262"/>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0" name="Oval 219">
              <a:extLst>
                <a:ext uri="{FF2B5EF4-FFF2-40B4-BE49-F238E27FC236}">
                  <a16:creationId xmlns:a16="http://schemas.microsoft.com/office/drawing/2014/main" id="{8259EEA6-9689-C04D-BD3F-CF04D4B88165}"/>
                </a:ext>
              </a:extLst>
            </p:cNvPr>
            <p:cNvSpPr/>
            <p:nvPr/>
          </p:nvSpPr>
          <p:spPr>
            <a:xfrm>
              <a:off x="9651074" y="5295204"/>
              <a:ext cx="1230284" cy="432262"/>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222" name="Group 221">
            <a:extLst>
              <a:ext uri="{FF2B5EF4-FFF2-40B4-BE49-F238E27FC236}">
                <a16:creationId xmlns:a16="http://schemas.microsoft.com/office/drawing/2014/main" id="{F01800ED-B4E3-D244-99D3-D843C53AC930}"/>
              </a:ext>
            </a:extLst>
          </p:cNvPr>
          <p:cNvGrpSpPr/>
          <p:nvPr/>
        </p:nvGrpSpPr>
        <p:grpSpPr>
          <a:xfrm>
            <a:off x="7223758" y="2263832"/>
            <a:ext cx="3272445" cy="4031670"/>
            <a:chOff x="7171111" y="1995054"/>
            <a:chExt cx="3272445" cy="4031670"/>
          </a:xfrm>
        </p:grpSpPr>
        <p:sp>
          <p:nvSpPr>
            <p:cNvPr id="433" name="Oval 432">
              <a:extLst>
                <a:ext uri="{FF2B5EF4-FFF2-40B4-BE49-F238E27FC236}">
                  <a16:creationId xmlns:a16="http://schemas.microsoft.com/office/drawing/2014/main" id="{1AE66534-1742-4D4D-A771-2684958A7DEB}"/>
                </a:ext>
              </a:extLst>
            </p:cNvPr>
            <p:cNvSpPr/>
            <p:nvPr/>
          </p:nvSpPr>
          <p:spPr>
            <a:xfrm>
              <a:off x="7215447" y="1995054"/>
              <a:ext cx="1230284" cy="432262"/>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4" name="Oval 433">
              <a:extLst>
                <a:ext uri="{FF2B5EF4-FFF2-40B4-BE49-F238E27FC236}">
                  <a16:creationId xmlns:a16="http://schemas.microsoft.com/office/drawing/2014/main" id="{89210E69-0F0D-A54E-BE3D-5898333A054A}"/>
                </a:ext>
              </a:extLst>
            </p:cNvPr>
            <p:cNvSpPr/>
            <p:nvPr/>
          </p:nvSpPr>
          <p:spPr>
            <a:xfrm>
              <a:off x="9213272" y="2862348"/>
              <a:ext cx="1230284" cy="432262"/>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5" name="Oval 434">
              <a:extLst>
                <a:ext uri="{FF2B5EF4-FFF2-40B4-BE49-F238E27FC236}">
                  <a16:creationId xmlns:a16="http://schemas.microsoft.com/office/drawing/2014/main" id="{D90FA906-1714-D741-9807-A174108A555D}"/>
                </a:ext>
              </a:extLst>
            </p:cNvPr>
            <p:cNvSpPr/>
            <p:nvPr/>
          </p:nvSpPr>
          <p:spPr>
            <a:xfrm>
              <a:off x="7171111" y="4261656"/>
              <a:ext cx="1230284" cy="432262"/>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6" name="Oval 435">
              <a:extLst>
                <a:ext uri="{FF2B5EF4-FFF2-40B4-BE49-F238E27FC236}">
                  <a16:creationId xmlns:a16="http://schemas.microsoft.com/office/drawing/2014/main" id="{FC5F6C4F-12A6-3249-823E-31B999516BF6}"/>
                </a:ext>
              </a:extLst>
            </p:cNvPr>
            <p:cNvSpPr/>
            <p:nvPr/>
          </p:nvSpPr>
          <p:spPr>
            <a:xfrm>
              <a:off x="9590116" y="5594462"/>
              <a:ext cx="759227" cy="432262"/>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2E7737B7-4792-4C4D-ADC2-1233AEC89C9C}"/>
              </a:ext>
            </a:extLst>
          </p:cNvPr>
          <p:cNvGrpSpPr/>
          <p:nvPr/>
        </p:nvGrpSpPr>
        <p:grpSpPr>
          <a:xfrm>
            <a:off x="6988233" y="2128058"/>
            <a:ext cx="2391295" cy="1864822"/>
            <a:chOff x="6988233" y="2128058"/>
            <a:chExt cx="2391295" cy="1864822"/>
          </a:xfrm>
        </p:grpSpPr>
        <p:sp>
          <p:nvSpPr>
            <p:cNvPr id="6" name="Oval 5">
              <a:extLst>
                <a:ext uri="{FF2B5EF4-FFF2-40B4-BE49-F238E27FC236}">
                  <a16:creationId xmlns:a16="http://schemas.microsoft.com/office/drawing/2014/main" id="{59B212E0-3D25-5C48-91EF-9330F70E0B9C}"/>
                </a:ext>
              </a:extLst>
            </p:cNvPr>
            <p:cNvSpPr/>
            <p:nvPr/>
          </p:nvSpPr>
          <p:spPr>
            <a:xfrm>
              <a:off x="8262851" y="2128058"/>
              <a:ext cx="1080655" cy="61514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7" name="Oval 436">
              <a:extLst>
                <a:ext uri="{FF2B5EF4-FFF2-40B4-BE49-F238E27FC236}">
                  <a16:creationId xmlns:a16="http://schemas.microsoft.com/office/drawing/2014/main" id="{E403B798-6196-3C4A-B374-5D484B4CC8E5}"/>
                </a:ext>
              </a:extLst>
            </p:cNvPr>
            <p:cNvSpPr/>
            <p:nvPr/>
          </p:nvSpPr>
          <p:spPr>
            <a:xfrm>
              <a:off x="8298873" y="3377738"/>
              <a:ext cx="1080655" cy="61514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8" name="Oval 437">
              <a:extLst>
                <a:ext uri="{FF2B5EF4-FFF2-40B4-BE49-F238E27FC236}">
                  <a16:creationId xmlns:a16="http://schemas.microsoft.com/office/drawing/2014/main" id="{C60CAC5E-6F7C-8B4C-90CB-74107EEAC9E4}"/>
                </a:ext>
              </a:extLst>
            </p:cNvPr>
            <p:cNvSpPr/>
            <p:nvPr/>
          </p:nvSpPr>
          <p:spPr>
            <a:xfrm>
              <a:off x="6988233" y="2781993"/>
              <a:ext cx="1080655" cy="61514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39" name="Slide Number Placeholder 2">
            <a:extLst>
              <a:ext uri="{FF2B5EF4-FFF2-40B4-BE49-F238E27FC236}">
                <a16:creationId xmlns:a16="http://schemas.microsoft.com/office/drawing/2014/main" id="{01EA6896-ADAC-0A4A-9F59-CC5D8AE36554}"/>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54</a:t>
            </a:fld>
            <a:endParaRPr lang="en-US" dirty="0"/>
          </a:p>
        </p:txBody>
      </p:sp>
    </p:spTree>
    <p:extLst>
      <p:ext uri="{BB962C8B-B14F-4D97-AF65-F5344CB8AC3E}">
        <p14:creationId xmlns:p14="http://schemas.microsoft.com/office/powerpoint/2010/main" val="23550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6">
                                            <p:txEl>
                                              <p:pRg st="1" end="1"/>
                                            </p:txEl>
                                          </p:spTgt>
                                        </p:tgtEl>
                                        <p:attrNameLst>
                                          <p:attrName>style.visibility</p:attrName>
                                        </p:attrNameLst>
                                      </p:cBhvr>
                                      <p:to>
                                        <p:strVal val="visible"/>
                                      </p:to>
                                    </p:set>
                                    <p:animEffect transition="in" filter="dissolve">
                                      <p:cBhvr>
                                        <p:cTn id="7" dur="500"/>
                                        <p:tgtEl>
                                          <p:spTgt spid="216">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22"/>
                                        </p:tgtEl>
                                        <p:attrNameLst>
                                          <p:attrName>style.visibility</p:attrName>
                                        </p:attrNameLst>
                                      </p:cBhvr>
                                      <p:to>
                                        <p:strVal val="visible"/>
                                      </p:to>
                                    </p:set>
                                    <p:animEffect transition="in" filter="dissolve">
                                      <p:cBhvr>
                                        <p:cTn id="10" dur="500"/>
                                        <p:tgtEl>
                                          <p:spTgt spid="22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16">
                                            <p:txEl>
                                              <p:pRg st="2" end="2"/>
                                            </p:txEl>
                                          </p:spTgt>
                                        </p:tgtEl>
                                        <p:attrNameLst>
                                          <p:attrName>style.visibility</p:attrName>
                                        </p:attrNameLst>
                                      </p:cBhvr>
                                      <p:to>
                                        <p:strVal val="visible"/>
                                      </p:to>
                                    </p:set>
                                    <p:animEffect transition="in" filter="dissolve">
                                      <p:cBhvr>
                                        <p:cTn id="15" dur="500"/>
                                        <p:tgtEl>
                                          <p:spTgt spid="216">
                                            <p:txEl>
                                              <p:pRg st="2" end="2"/>
                                            </p:txEl>
                                          </p:spTgt>
                                        </p:tgtEl>
                                      </p:cBhvr>
                                    </p:animEffect>
                                  </p:childTnLst>
                                </p:cTn>
                              </p:par>
                              <p:par>
                                <p:cTn id="16" presetID="9" presetClass="exit" presetSubtype="0" fill="hold" nodeType="withEffect">
                                  <p:stCondLst>
                                    <p:cond delay="0"/>
                                  </p:stCondLst>
                                  <p:childTnLst>
                                    <p:animEffect transition="out" filter="dissolve">
                                      <p:cBhvr>
                                        <p:cTn id="17" dur="500"/>
                                        <p:tgtEl>
                                          <p:spTgt spid="222"/>
                                        </p:tgtEl>
                                      </p:cBhvr>
                                    </p:animEffect>
                                    <p:set>
                                      <p:cBhvr>
                                        <p:cTn id="18" dur="1" fill="hold">
                                          <p:stCondLst>
                                            <p:cond delay="499"/>
                                          </p:stCondLst>
                                        </p:cTn>
                                        <p:tgtEl>
                                          <p:spTgt spid="222"/>
                                        </p:tgtEl>
                                        <p:attrNameLst>
                                          <p:attrName>style.visibility</p:attrName>
                                        </p:attrNameLst>
                                      </p:cBhvr>
                                      <p:to>
                                        <p:strVal val="hidden"/>
                                      </p:to>
                                    </p:set>
                                  </p:childTnLst>
                                </p:cTn>
                              </p:par>
                              <p:par>
                                <p:cTn id="19" presetID="9"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16">
                                            <p:txEl>
                                              <p:pRg st="3" end="3"/>
                                            </p:txEl>
                                          </p:spTgt>
                                        </p:tgtEl>
                                        <p:attrNameLst>
                                          <p:attrName>style.visibility</p:attrName>
                                        </p:attrNameLst>
                                      </p:cBhvr>
                                      <p:to>
                                        <p:strVal val="visible"/>
                                      </p:to>
                                    </p:set>
                                    <p:animEffect transition="in" filter="dissolve">
                                      <p:cBhvr>
                                        <p:cTn id="26" dur="500"/>
                                        <p:tgtEl>
                                          <p:spTgt spid="216">
                                            <p:txEl>
                                              <p:pRg st="3" end="3"/>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16">
                                            <p:txEl>
                                              <p:pRg st="4" end="4"/>
                                            </p:txEl>
                                          </p:spTgt>
                                        </p:tgtEl>
                                        <p:attrNameLst>
                                          <p:attrName>style.visibility</p:attrName>
                                        </p:attrNameLst>
                                      </p:cBhvr>
                                      <p:to>
                                        <p:strVal val="visible"/>
                                      </p:to>
                                    </p:set>
                                    <p:animEffect transition="in" filter="dissolve">
                                      <p:cBhvr>
                                        <p:cTn id="29" dur="500"/>
                                        <p:tgtEl>
                                          <p:spTgt spid="216">
                                            <p:txEl>
                                              <p:pRg st="4" end="4"/>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216">
                                            <p:txEl>
                                              <p:pRg st="5" end="5"/>
                                            </p:txEl>
                                          </p:spTgt>
                                        </p:tgtEl>
                                        <p:attrNameLst>
                                          <p:attrName>style.visibility</p:attrName>
                                        </p:attrNameLst>
                                      </p:cBhvr>
                                      <p:to>
                                        <p:strVal val="visible"/>
                                      </p:to>
                                    </p:set>
                                    <p:animEffect transition="in" filter="dissolve">
                                      <p:cBhvr>
                                        <p:cTn id="32" dur="500"/>
                                        <p:tgtEl>
                                          <p:spTgt spid="216">
                                            <p:txEl>
                                              <p:pRg st="5" end="5"/>
                                            </p:txEl>
                                          </p:spTgt>
                                        </p:tgtEl>
                                      </p:cBhvr>
                                    </p:animEffect>
                                  </p:childTnLst>
                                </p:cTn>
                              </p:par>
                              <p:par>
                                <p:cTn id="33" presetID="9"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dissolve">
                                      <p:cBhvr>
                                        <p:cTn id="35" dur="500"/>
                                        <p:tgtEl>
                                          <p:spTgt spid="7"/>
                                        </p:tgtEl>
                                      </p:cBhvr>
                                    </p:animEffect>
                                  </p:childTnLst>
                                </p:cTn>
                              </p:par>
                              <p:par>
                                <p:cTn id="36" presetID="9" presetClass="exit" presetSubtype="0" fill="hold" nodeType="withEffect">
                                  <p:stCondLst>
                                    <p:cond delay="0"/>
                                  </p:stCondLst>
                                  <p:childTnLst>
                                    <p:animEffect transition="out" filter="dissolve">
                                      <p:cBhvr>
                                        <p:cTn id="37" dur="500"/>
                                        <p:tgtEl>
                                          <p:spTgt spid="5"/>
                                        </p:tgtEl>
                                      </p:cBhvr>
                                    </p:animEffect>
                                    <p:set>
                                      <p:cBhvr>
                                        <p:cTn id="3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SMTP RFC </a:t>
            </a:r>
            <a:r>
              <a:rPr lang="en-US" altLang="en-US" sz="3200" dirty="0">
                <a:cs typeface="Calibri" panose="020F0502020204030204" pitchFamily="34" charset="0"/>
              </a:rPr>
              <a:t>(5321)</a:t>
            </a:r>
            <a:endParaRPr lang="en-US" sz="4400" dirty="0"/>
          </a:p>
        </p:txBody>
      </p:sp>
      <p:sp>
        <p:nvSpPr>
          <p:cNvPr id="215" name="Rectangle 3">
            <a:extLst>
              <a:ext uri="{FF2B5EF4-FFF2-40B4-BE49-F238E27FC236}">
                <a16:creationId xmlns:a16="http://schemas.microsoft.com/office/drawing/2014/main" id="{38D73E7D-6683-3B49-B9F1-F60777D45BFB}"/>
              </a:ext>
            </a:extLst>
          </p:cNvPr>
          <p:cNvSpPr txBox="1">
            <a:spLocks noChangeArrowheads="1"/>
          </p:cNvSpPr>
          <p:nvPr/>
        </p:nvSpPr>
        <p:spPr>
          <a:xfrm>
            <a:off x="693827" y="1364343"/>
            <a:ext cx="6887380"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uses TCP to reliably transfer email message from client (mail server initiating connection) to server, port 25</a:t>
            </a:r>
          </a:p>
          <a:p>
            <a:pPr marL="695325" marR="0" lvl="1"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direct transfer: sending server (acting like client) to receiving server</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three phases of transfer</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handshaking (greeting)</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transfer of messages</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closure</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command/response interaction (like HTTP)</a:t>
            </a:r>
            <a:endParaRPr kumimoji="0" lang="en-US" altLang="en-US" sz="2800" b="0" i="0" u="none" strike="noStrike" kern="1200" cap="none" spc="0" normalizeH="0" baseline="0" noProof="0" dirty="0">
              <a:ln>
                <a:noFill/>
              </a:ln>
              <a:solidFill>
                <a:srgbClr val="ED7D31"/>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commands:</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ASCII text</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response:</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status code and phrase</a:t>
            </a:r>
          </a:p>
        </p:txBody>
      </p:sp>
      <p:sp>
        <p:nvSpPr>
          <p:cNvPr id="5" name="Line 15">
            <a:extLst>
              <a:ext uri="{FF2B5EF4-FFF2-40B4-BE49-F238E27FC236}">
                <a16:creationId xmlns:a16="http://schemas.microsoft.com/office/drawing/2014/main" id="{9DD85366-88DE-C542-88D9-20C49121DBDB}"/>
              </a:ext>
            </a:extLst>
          </p:cNvPr>
          <p:cNvSpPr>
            <a:spLocks noChangeShapeType="1"/>
          </p:cNvSpPr>
          <p:nvPr/>
        </p:nvSpPr>
        <p:spPr bwMode="auto">
          <a:xfrm>
            <a:off x="9759590" y="1806759"/>
            <a:ext cx="0" cy="4494287"/>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Line 16">
            <a:extLst>
              <a:ext uri="{FF2B5EF4-FFF2-40B4-BE49-F238E27FC236}">
                <a16:creationId xmlns:a16="http://schemas.microsoft.com/office/drawing/2014/main" id="{7FC5AA52-7805-5447-B85E-FDF51CDDE3EF}"/>
              </a:ext>
            </a:extLst>
          </p:cNvPr>
          <p:cNvSpPr>
            <a:spLocks noChangeShapeType="1"/>
          </p:cNvSpPr>
          <p:nvPr/>
        </p:nvSpPr>
        <p:spPr bwMode="auto">
          <a:xfrm>
            <a:off x="11450277" y="1800409"/>
            <a:ext cx="0" cy="4450761"/>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Line 17">
            <a:extLst>
              <a:ext uri="{FF2B5EF4-FFF2-40B4-BE49-F238E27FC236}">
                <a16:creationId xmlns:a16="http://schemas.microsoft.com/office/drawing/2014/main" id="{35C19D9B-6414-7C40-AE68-D886427A018E}"/>
              </a:ext>
            </a:extLst>
          </p:cNvPr>
          <p:cNvSpPr>
            <a:spLocks noChangeShapeType="1"/>
          </p:cNvSpPr>
          <p:nvPr/>
        </p:nvSpPr>
        <p:spPr bwMode="auto">
          <a:xfrm>
            <a:off x="9773877" y="2038535"/>
            <a:ext cx="1684338" cy="390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Line 18">
            <a:extLst>
              <a:ext uri="{FF2B5EF4-FFF2-40B4-BE49-F238E27FC236}">
                <a16:creationId xmlns:a16="http://schemas.microsoft.com/office/drawing/2014/main" id="{07450D17-7F6B-0642-8980-25D2524CF940}"/>
              </a:ext>
            </a:extLst>
          </p:cNvPr>
          <p:cNvSpPr>
            <a:spLocks noChangeShapeType="1"/>
          </p:cNvSpPr>
          <p:nvPr/>
        </p:nvSpPr>
        <p:spPr bwMode="auto">
          <a:xfrm flipH="1">
            <a:off x="9776216" y="2443434"/>
            <a:ext cx="1673225" cy="403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Line 19">
            <a:extLst>
              <a:ext uri="{FF2B5EF4-FFF2-40B4-BE49-F238E27FC236}">
                <a16:creationId xmlns:a16="http://schemas.microsoft.com/office/drawing/2014/main" id="{0BF8BD6C-738E-9C48-AE64-45C8CCA0DADB}"/>
              </a:ext>
            </a:extLst>
          </p:cNvPr>
          <p:cNvSpPr>
            <a:spLocks noChangeShapeType="1"/>
          </p:cNvSpPr>
          <p:nvPr/>
        </p:nvSpPr>
        <p:spPr bwMode="auto">
          <a:xfrm>
            <a:off x="9784153" y="2951434"/>
            <a:ext cx="1684338" cy="390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Line 23">
            <a:extLst>
              <a:ext uri="{FF2B5EF4-FFF2-40B4-BE49-F238E27FC236}">
                <a16:creationId xmlns:a16="http://schemas.microsoft.com/office/drawing/2014/main" id="{7FDF6CF0-39AA-704E-A46D-6894CBE86170}"/>
              </a:ext>
            </a:extLst>
          </p:cNvPr>
          <p:cNvSpPr>
            <a:spLocks noChangeShapeType="1"/>
          </p:cNvSpPr>
          <p:nvPr/>
        </p:nvSpPr>
        <p:spPr bwMode="auto">
          <a:xfrm>
            <a:off x="9369065" y="2013135"/>
            <a:ext cx="39052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Box 24">
            <a:extLst>
              <a:ext uri="{FF2B5EF4-FFF2-40B4-BE49-F238E27FC236}">
                <a16:creationId xmlns:a16="http://schemas.microsoft.com/office/drawing/2014/main" id="{0D81911D-90C6-0740-89E6-FCC1C8669E31}"/>
              </a:ext>
            </a:extLst>
          </p:cNvPr>
          <p:cNvSpPr txBox="1">
            <a:spLocks noChangeArrowheads="1"/>
          </p:cNvSpPr>
          <p:nvPr/>
        </p:nvSpPr>
        <p:spPr bwMode="auto">
          <a:xfrm>
            <a:off x="8029576" y="1681861"/>
            <a:ext cx="1363707"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initiate TCP</a:t>
            </a:r>
          </a:p>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connection</a:t>
            </a:r>
          </a:p>
        </p:txBody>
      </p:sp>
      <p:sp>
        <p:nvSpPr>
          <p:cNvPr id="15" name="AutoShape 25">
            <a:extLst>
              <a:ext uri="{FF2B5EF4-FFF2-40B4-BE49-F238E27FC236}">
                <a16:creationId xmlns:a16="http://schemas.microsoft.com/office/drawing/2014/main" id="{D39D69F5-CE1C-8841-A745-AB48B82D86C3}"/>
              </a:ext>
            </a:extLst>
          </p:cNvPr>
          <p:cNvSpPr>
            <a:spLocks/>
          </p:cNvSpPr>
          <p:nvPr/>
        </p:nvSpPr>
        <p:spPr bwMode="auto">
          <a:xfrm>
            <a:off x="9504002" y="2063935"/>
            <a:ext cx="128588" cy="803275"/>
          </a:xfrm>
          <a:prstGeom prst="leftBrace">
            <a:avLst>
              <a:gd name="adj1" fmla="val 5205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6" name="Text Box 26">
            <a:extLst>
              <a:ext uri="{FF2B5EF4-FFF2-40B4-BE49-F238E27FC236}">
                <a16:creationId xmlns:a16="http://schemas.microsoft.com/office/drawing/2014/main" id="{22E819B2-D05E-114A-A16B-079A0196AEAF}"/>
              </a:ext>
            </a:extLst>
          </p:cNvPr>
          <p:cNvSpPr txBox="1">
            <a:spLocks noChangeArrowheads="1"/>
          </p:cNvSpPr>
          <p:nvPr/>
        </p:nvSpPr>
        <p:spPr bwMode="auto">
          <a:xfrm>
            <a:off x="9038028" y="2241821"/>
            <a:ext cx="575222" cy="35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RTT</a:t>
            </a:r>
          </a:p>
        </p:txBody>
      </p:sp>
      <p:sp>
        <p:nvSpPr>
          <p:cNvPr id="17" name="Line 27">
            <a:extLst>
              <a:ext uri="{FF2B5EF4-FFF2-40B4-BE49-F238E27FC236}">
                <a16:creationId xmlns:a16="http://schemas.microsoft.com/office/drawing/2014/main" id="{DED47AD4-A4E5-D643-BEC4-36C82849822C}"/>
              </a:ext>
            </a:extLst>
          </p:cNvPr>
          <p:cNvSpPr>
            <a:spLocks noChangeShapeType="1"/>
          </p:cNvSpPr>
          <p:nvPr/>
        </p:nvSpPr>
        <p:spPr bwMode="auto">
          <a:xfrm>
            <a:off x="9434903" y="2884759"/>
            <a:ext cx="354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Box 37">
            <a:extLst>
              <a:ext uri="{FF2B5EF4-FFF2-40B4-BE49-F238E27FC236}">
                <a16:creationId xmlns:a16="http://schemas.microsoft.com/office/drawing/2014/main" id="{F2867BB2-60F5-864A-8E27-42D477CE115C}"/>
              </a:ext>
            </a:extLst>
          </p:cNvPr>
          <p:cNvSpPr txBox="1">
            <a:spLocks noChangeArrowheads="1"/>
          </p:cNvSpPr>
          <p:nvPr/>
        </p:nvSpPr>
        <p:spPr bwMode="auto">
          <a:xfrm>
            <a:off x="9733670" y="5983183"/>
            <a:ext cx="663964" cy="35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a:t>
            </a:r>
          </a:p>
        </p:txBody>
      </p:sp>
      <p:grpSp>
        <p:nvGrpSpPr>
          <p:cNvPr id="25" name="Group 43">
            <a:extLst>
              <a:ext uri="{FF2B5EF4-FFF2-40B4-BE49-F238E27FC236}">
                <a16:creationId xmlns:a16="http://schemas.microsoft.com/office/drawing/2014/main" id="{3D5C236C-8782-D645-9D62-5F8367661898}"/>
              </a:ext>
            </a:extLst>
          </p:cNvPr>
          <p:cNvGrpSpPr>
            <a:grpSpLocks/>
          </p:cNvGrpSpPr>
          <p:nvPr/>
        </p:nvGrpSpPr>
        <p:grpSpPr bwMode="auto">
          <a:xfrm>
            <a:off x="11321502" y="1113906"/>
            <a:ext cx="302736" cy="620580"/>
            <a:chOff x="4140" y="429"/>
            <a:chExt cx="1425" cy="2396"/>
          </a:xfrm>
        </p:grpSpPr>
        <p:sp>
          <p:nvSpPr>
            <p:cNvPr id="26" name="Freeform 44">
              <a:extLst>
                <a:ext uri="{FF2B5EF4-FFF2-40B4-BE49-F238E27FC236}">
                  <a16:creationId xmlns:a16="http://schemas.microsoft.com/office/drawing/2014/main" id="{3D7FD269-66F0-3A46-BC26-B1B48C1EC0CA}"/>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45">
              <a:extLst>
                <a:ext uri="{FF2B5EF4-FFF2-40B4-BE49-F238E27FC236}">
                  <a16:creationId xmlns:a16="http://schemas.microsoft.com/office/drawing/2014/main" id="{499BD07C-348D-EE47-8262-97587EBC3BE4}"/>
                </a:ext>
              </a:extLst>
            </p:cNvPr>
            <p:cNvSpPr>
              <a:spLocks noChangeArrowheads="1"/>
            </p:cNvSpPr>
            <p:nvPr/>
          </p:nvSpPr>
          <p:spPr bwMode="auto">
            <a:xfrm>
              <a:off x="4204" y="429"/>
              <a:ext cx="1051"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8" name="Freeform 46">
              <a:extLst>
                <a:ext uri="{FF2B5EF4-FFF2-40B4-BE49-F238E27FC236}">
                  <a16:creationId xmlns:a16="http://schemas.microsoft.com/office/drawing/2014/main" id="{6ADDA8D7-383A-D440-BC8C-29623DD1965A}"/>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Freeform 47">
              <a:extLst>
                <a:ext uri="{FF2B5EF4-FFF2-40B4-BE49-F238E27FC236}">
                  <a16:creationId xmlns:a16="http://schemas.microsoft.com/office/drawing/2014/main" id="{221B896F-4BCD-BC48-AD88-C33440B17FAA}"/>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Rectangle 48">
              <a:extLst>
                <a:ext uri="{FF2B5EF4-FFF2-40B4-BE49-F238E27FC236}">
                  <a16:creationId xmlns:a16="http://schemas.microsoft.com/office/drawing/2014/main" id="{4E3B542B-3515-614D-AC0F-5446B6428548}"/>
                </a:ext>
              </a:extLst>
            </p:cNvPr>
            <p:cNvSpPr>
              <a:spLocks noChangeArrowheads="1"/>
            </p:cNvSpPr>
            <p:nvPr/>
          </p:nvSpPr>
          <p:spPr bwMode="auto">
            <a:xfrm>
              <a:off x="4209" y="690"/>
              <a:ext cx="598"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31" name="Group 49">
              <a:extLst>
                <a:ext uri="{FF2B5EF4-FFF2-40B4-BE49-F238E27FC236}">
                  <a16:creationId xmlns:a16="http://schemas.microsoft.com/office/drawing/2014/main" id="{3F1A063C-0F0D-D342-925F-8A37EF918AAB}"/>
                </a:ext>
              </a:extLst>
            </p:cNvPr>
            <p:cNvGrpSpPr>
              <a:grpSpLocks/>
            </p:cNvGrpSpPr>
            <p:nvPr/>
          </p:nvGrpSpPr>
          <p:grpSpPr bwMode="auto">
            <a:xfrm>
              <a:off x="4749" y="668"/>
              <a:ext cx="581" cy="145"/>
              <a:chOff x="614" y="2568"/>
              <a:chExt cx="725" cy="139"/>
            </a:xfrm>
          </p:grpSpPr>
          <p:sp>
            <p:nvSpPr>
              <p:cNvPr id="56" name="AutoShape 50">
                <a:extLst>
                  <a:ext uri="{FF2B5EF4-FFF2-40B4-BE49-F238E27FC236}">
                    <a16:creationId xmlns:a16="http://schemas.microsoft.com/office/drawing/2014/main" id="{365C2571-C0AC-DD4F-8C0B-E0135B6B3B26}"/>
                  </a:ext>
                </a:extLst>
              </p:cNvPr>
              <p:cNvSpPr>
                <a:spLocks noChangeArrowheads="1"/>
              </p:cNvSpPr>
              <p:nvPr/>
            </p:nvSpPr>
            <p:spPr bwMode="auto">
              <a:xfrm>
                <a:off x="613" y="2568"/>
                <a:ext cx="726"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7" name="AutoShape 51">
                <a:extLst>
                  <a:ext uri="{FF2B5EF4-FFF2-40B4-BE49-F238E27FC236}">
                    <a16:creationId xmlns:a16="http://schemas.microsoft.com/office/drawing/2014/main" id="{2E2E375F-F5BB-7048-98A7-F203988115E5}"/>
                  </a:ext>
                </a:extLst>
              </p:cNvPr>
              <p:cNvSpPr>
                <a:spLocks noChangeArrowheads="1"/>
              </p:cNvSpPr>
              <p:nvPr/>
            </p:nvSpPr>
            <p:spPr bwMode="auto">
              <a:xfrm>
                <a:off x="627" y="2584"/>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32" name="Rectangle 52">
              <a:extLst>
                <a:ext uri="{FF2B5EF4-FFF2-40B4-BE49-F238E27FC236}">
                  <a16:creationId xmlns:a16="http://schemas.microsoft.com/office/drawing/2014/main" id="{599276A5-9097-4F48-BD66-F55248A53C1E}"/>
                </a:ext>
              </a:extLst>
            </p:cNvPr>
            <p:cNvSpPr>
              <a:spLocks noChangeArrowheads="1"/>
            </p:cNvSpPr>
            <p:nvPr/>
          </p:nvSpPr>
          <p:spPr bwMode="auto">
            <a:xfrm>
              <a:off x="4225" y="1018"/>
              <a:ext cx="592"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33" name="Group 53">
              <a:extLst>
                <a:ext uri="{FF2B5EF4-FFF2-40B4-BE49-F238E27FC236}">
                  <a16:creationId xmlns:a16="http://schemas.microsoft.com/office/drawing/2014/main" id="{E8493614-E5BF-3C4B-A69C-B0D2B204F313}"/>
                </a:ext>
              </a:extLst>
            </p:cNvPr>
            <p:cNvGrpSpPr>
              <a:grpSpLocks/>
            </p:cNvGrpSpPr>
            <p:nvPr/>
          </p:nvGrpSpPr>
          <p:grpSpPr bwMode="auto">
            <a:xfrm>
              <a:off x="4747" y="994"/>
              <a:ext cx="581" cy="134"/>
              <a:chOff x="614" y="2568"/>
              <a:chExt cx="725" cy="139"/>
            </a:xfrm>
          </p:grpSpPr>
          <p:sp>
            <p:nvSpPr>
              <p:cNvPr id="54" name="AutoShape 54">
                <a:extLst>
                  <a:ext uri="{FF2B5EF4-FFF2-40B4-BE49-F238E27FC236}">
                    <a16:creationId xmlns:a16="http://schemas.microsoft.com/office/drawing/2014/main" id="{53114F52-1575-9749-8952-D2DCC610E22E}"/>
                  </a:ext>
                </a:extLst>
              </p:cNvPr>
              <p:cNvSpPr>
                <a:spLocks noChangeArrowheads="1"/>
              </p:cNvSpPr>
              <p:nvPr/>
            </p:nvSpPr>
            <p:spPr bwMode="auto">
              <a:xfrm>
                <a:off x="616" y="2570"/>
                <a:ext cx="726"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5" name="AutoShape 55">
                <a:extLst>
                  <a:ext uri="{FF2B5EF4-FFF2-40B4-BE49-F238E27FC236}">
                    <a16:creationId xmlns:a16="http://schemas.microsoft.com/office/drawing/2014/main" id="{DB62F37B-A7AE-8743-A129-954FFFE6206F}"/>
                  </a:ext>
                </a:extLst>
              </p:cNvPr>
              <p:cNvSpPr>
                <a:spLocks noChangeArrowheads="1"/>
              </p:cNvSpPr>
              <p:nvPr/>
            </p:nvSpPr>
            <p:spPr bwMode="auto">
              <a:xfrm>
                <a:off x="629" y="2587"/>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34" name="Rectangle 56">
              <a:extLst>
                <a:ext uri="{FF2B5EF4-FFF2-40B4-BE49-F238E27FC236}">
                  <a16:creationId xmlns:a16="http://schemas.microsoft.com/office/drawing/2014/main" id="{2D963FA1-A98D-9146-9517-70D64C4EADD9}"/>
                </a:ext>
              </a:extLst>
            </p:cNvPr>
            <p:cNvSpPr>
              <a:spLocks noChangeArrowheads="1"/>
            </p:cNvSpPr>
            <p:nvPr/>
          </p:nvSpPr>
          <p:spPr bwMode="auto">
            <a:xfrm>
              <a:off x="4215" y="1357"/>
              <a:ext cx="598"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5" name="Rectangle 57">
              <a:extLst>
                <a:ext uri="{FF2B5EF4-FFF2-40B4-BE49-F238E27FC236}">
                  <a16:creationId xmlns:a16="http://schemas.microsoft.com/office/drawing/2014/main" id="{7B009C8F-02A4-8847-B0EA-D16645DBBFDB}"/>
                </a:ext>
              </a:extLst>
            </p:cNvPr>
            <p:cNvSpPr>
              <a:spLocks noChangeArrowheads="1"/>
            </p:cNvSpPr>
            <p:nvPr/>
          </p:nvSpPr>
          <p:spPr bwMode="auto">
            <a:xfrm>
              <a:off x="4225" y="1658"/>
              <a:ext cx="598"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36" name="Group 58">
              <a:extLst>
                <a:ext uri="{FF2B5EF4-FFF2-40B4-BE49-F238E27FC236}">
                  <a16:creationId xmlns:a16="http://schemas.microsoft.com/office/drawing/2014/main" id="{B1F1EC6C-CC95-F941-9E85-C17672F09480}"/>
                </a:ext>
              </a:extLst>
            </p:cNvPr>
            <p:cNvGrpSpPr>
              <a:grpSpLocks/>
            </p:cNvGrpSpPr>
            <p:nvPr/>
          </p:nvGrpSpPr>
          <p:grpSpPr bwMode="auto">
            <a:xfrm>
              <a:off x="4735" y="1627"/>
              <a:ext cx="582" cy="151"/>
              <a:chOff x="614" y="2568"/>
              <a:chExt cx="725" cy="139"/>
            </a:xfrm>
          </p:grpSpPr>
          <p:sp>
            <p:nvSpPr>
              <p:cNvPr id="52" name="AutoShape 59">
                <a:extLst>
                  <a:ext uri="{FF2B5EF4-FFF2-40B4-BE49-F238E27FC236}">
                    <a16:creationId xmlns:a16="http://schemas.microsoft.com/office/drawing/2014/main" id="{7CAD6A00-FCBF-E349-9263-787D78926056}"/>
                  </a:ext>
                </a:extLst>
              </p:cNvPr>
              <p:cNvSpPr>
                <a:spLocks noChangeArrowheads="1"/>
              </p:cNvSpPr>
              <p:nvPr/>
            </p:nvSpPr>
            <p:spPr bwMode="auto">
              <a:xfrm>
                <a:off x="611" y="2581"/>
                <a:ext cx="731" cy="12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3" name="AutoShape 60">
                <a:extLst>
                  <a:ext uri="{FF2B5EF4-FFF2-40B4-BE49-F238E27FC236}">
                    <a16:creationId xmlns:a16="http://schemas.microsoft.com/office/drawing/2014/main" id="{8338FE16-5897-AD45-8114-892D80B4C04F}"/>
                  </a:ext>
                </a:extLst>
              </p:cNvPr>
              <p:cNvSpPr>
                <a:spLocks noChangeArrowheads="1"/>
              </p:cNvSpPr>
              <p:nvPr/>
            </p:nvSpPr>
            <p:spPr bwMode="auto">
              <a:xfrm>
                <a:off x="624" y="2586"/>
                <a:ext cx="698"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37" name="Freeform 61">
              <a:extLst>
                <a:ext uri="{FF2B5EF4-FFF2-40B4-BE49-F238E27FC236}">
                  <a16:creationId xmlns:a16="http://schemas.microsoft.com/office/drawing/2014/main" id="{3BECD43D-8173-6E4A-B0C1-C8A765BA3FD6}"/>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 name="Group 62">
              <a:extLst>
                <a:ext uri="{FF2B5EF4-FFF2-40B4-BE49-F238E27FC236}">
                  <a16:creationId xmlns:a16="http://schemas.microsoft.com/office/drawing/2014/main" id="{75BFA42A-D868-E642-8EE5-F73001FC89A8}"/>
                </a:ext>
              </a:extLst>
            </p:cNvPr>
            <p:cNvGrpSpPr>
              <a:grpSpLocks/>
            </p:cNvGrpSpPr>
            <p:nvPr/>
          </p:nvGrpSpPr>
          <p:grpSpPr bwMode="auto">
            <a:xfrm>
              <a:off x="4739" y="1327"/>
              <a:ext cx="582" cy="139"/>
              <a:chOff x="614" y="2568"/>
              <a:chExt cx="725" cy="139"/>
            </a:xfrm>
          </p:grpSpPr>
          <p:sp>
            <p:nvSpPr>
              <p:cNvPr id="50" name="AutoShape 63">
                <a:extLst>
                  <a:ext uri="{FF2B5EF4-FFF2-40B4-BE49-F238E27FC236}">
                    <a16:creationId xmlns:a16="http://schemas.microsoft.com/office/drawing/2014/main" id="{76ACB339-3800-EF48-8BAE-12EDC0FAB248}"/>
                  </a:ext>
                </a:extLst>
              </p:cNvPr>
              <p:cNvSpPr>
                <a:spLocks noChangeArrowheads="1"/>
              </p:cNvSpPr>
              <p:nvPr/>
            </p:nvSpPr>
            <p:spPr bwMode="auto">
              <a:xfrm>
                <a:off x="612" y="257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1" name="AutoShape 64">
                <a:extLst>
                  <a:ext uri="{FF2B5EF4-FFF2-40B4-BE49-F238E27FC236}">
                    <a16:creationId xmlns:a16="http://schemas.microsoft.com/office/drawing/2014/main" id="{8E15701E-130D-7A4D-939B-7886ED0C9F93}"/>
                  </a:ext>
                </a:extLst>
              </p:cNvPr>
              <p:cNvSpPr>
                <a:spLocks noChangeArrowheads="1"/>
              </p:cNvSpPr>
              <p:nvPr/>
            </p:nvSpPr>
            <p:spPr bwMode="auto">
              <a:xfrm>
                <a:off x="626" y="2587"/>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39" name="Rectangle 65">
              <a:extLst>
                <a:ext uri="{FF2B5EF4-FFF2-40B4-BE49-F238E27FC236}">
                  <a16:creationId xmlns:a16="http://schemas.microsoft.com/office/drawing/2014/main" id="{6CCE6F19-24CA-4043-A2B7-7D60C738C543}"/>
                </a:ext>
              </a:extLst>
            </p:cNvPr>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0" name="Freeform 66">
              <a:extLst>
                <a:ext uri="{FF2B5EF4-FFF2-40B4-BE49-F238E27FC236}">
                  <a16:creationId xmlns:a16="http://schemas.microsoft.com/office/drawing/2014/main" id="{2A28341F-5DEB-B44C-88F8-74F23A6359FF}"/>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Freeform 67">
              <a:extLst>
                <a:ext uri="{FF2B5EF4-FFF2-40B4-BE49-F238E27FC236}">
                  <a16:creationId xmlns:a16="http://schemas.microsoft.com/office/drawing/2014/main" id="{EDFA6B41-9630-9F47-ABC3-C7388288304B}"/>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Oval 68">
              <a:extLst>
                <a:ext uri="{FF2B5EF4-FFF2-40B4-BE49-F238E27FC236}">
                  <a16:creationId xmlns:a16="http://schemas.microsoft.com/office/drawing/2014/main" id="{1C7176F1-ECE1-E74E-B7C8-7797741E6F18}"/>
                </a:ext>
              </a:extLst>
            </p:cNvPr>
            <p:cNvSpPr>
              <a:spLocks noChangeArrowheads="1"/>
            </p:cNvSpPr>
            <p:nvPr/>
          </p:nvSpPr>
          <p:spPr bwMode="auto">
            <a:xfrm>
              <a:off x="5517" y="2614"/>
              <a:ext cx="48"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3" name="Freeform 69">
              <a:extLst>
                <a:ext uri="{FF2B5EF4-FFF2-40B4-BE49-F238E27FC236}">
                  <a16:creationId xmlns:a16="http://schemas.microsoft.com/office/drawing/2014/main" id="{D66AA0EC-BC6B-344B-B4D6-64442E95A48F}"/>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AutoShape 70">
              <a:extLst>
                <a:ext uri="{FF2B5EF4-FFF2-40B4-BE49-F238E27FC236}">
                  <a16:creationId xmlns:a16="http://schemas.microsoft.com/office/drawing/2014/main" id="{832E4567-4C68-074B-AEA6-ACB828E35355}"/>
                </a:ext>
              </a:extLst>
            </p:cNvPr>
            <p:cNvSpPr>
              <a:spLocks noChangeArrowheads="1"/>
            </p:cNvSpPr>
            <p:nvPr/>
          </p:nvSpPr>
          <p:spPr bwMode="auto">
            <a:xfrm>
              <a:off x="4140" y="2680"/>
              <a:ext cx="1201" cy="145"/>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5" name="AutoShape 71">
              <a:extLst>
                <a:ext uri="{FF2B5EF4-FFF2-40B4-BE49-F238E27FC236}">
                  <a16:creationId xmlns:a16="http://schemas.microsoft.com/office/drawing/2014/main" id="{67F8A755-B9EC-9F49-95FB-E4F398021999}"/>
                </a:ext>
              </a:extLst>
            </p:cNvPr>
            <p:cNvSpPr>
              <a:spLocks noChangeArrowheads="1"/>
            </p:cNvSpPr>
            <p:nvPr/>
          </p:nvSpPr>
          <p:spPr bwMode="auto">
            <a:xfrm>
              <a:off x="4204" y="2708"/>
              <a:ext cx="1073"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6" name="Oval 72">
              <a:extLst>
                <a:ext uri="{FF2B5EF4-FFF2-40B4-BE49-F238E27FC236}">
                  <a16:creationId xmlns:a16="http://schemas.microsoft.com/office/drawing/2014/main" id="{5906629E-4506-1E4E-9123-6965F605C253}"/>
                </a:ext>
              </a:extLst>
            </p:cNvPr>
            <p:cNvSpPr>
              <a:spLocks noChangeArrowheads="1"/>
            </p:cNvSpPr>
            <p:nvPr/>
          </p:nvSpPr>
          <p:spPr bwMode="auto">
            <a:xfrm>
              <a:off x="4305" y="2380"/>
              <a:ext cx="160"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7" name="Oval 73">
              <a:extLst>
                <a:ext uri="{FF2B5EF4-FFF2-40B4-BE49-F238E27FC236}">
                  <a16:creationId xmlns:a16="http://schemas.microsoft.com/office/drawing/2014/main" id="{83F45A09-1088-1D46-AED8-76F1B32CDFEA}"/>
                </a:ext>
              </a:extLst>
            </p:cNvPr>
            <p:cNvSpPr>
              <a:spLocks noChangeArrowheads="1"/>
            </p:cNvSpPr>
            <p:nvPr/>
          </p:nvSpPr>
          <p:spPr bwMode="auto">
            <a:xfrm>
              <a:off x="4487" y="2386"/>
              <a:ext cx="160" cy="139"/>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panose="020B0604020202020204" pitchFamily="34" charset="0"/>
              </a:endParaRPr>
            </a:p>
          </p:txBody>
        </p:sp>
        <p:sp>
          <p:nvSpPr>
            <p:cNvPr id="48" name="Oval 74">
              <a:extLst>
                <a:ext uri="{FF2B5EF4-FFF2-40B4-BE49-F238E27FC236}">
                  <a16:creationId xmlns:a16="http://schemas.microsoft.com/office/drawing/2014/main" id="{D16667B0-47FC-D643-9889-1EEC853A4AEA}"/>
                </a:ext>
              </a:extLst>
            </p:cNvPr>
            <p:cNvSpPr>
              <a:spLocks noChangeArrowheads="1"/>
            </p:cNvSpPr>
            <p:nvPr/>
          </p:nvSpPr>
          <p:spPr bwMode="auto">
            <a:xfrm>
              <a:off x="4663" y="2380"/>
              <a:ext cx="155"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9" name="Rectangle 75">
              <a:extLst>
                <a:ext uri="{FF2B5EF4-FFF2-40B4-BE49-F238E27FC236}">
                  <a16:creationId xmlns:a16="http://schemas.microsoft.com/office/drawing/2014/main" id="{22A86370-93A8-014B-BBD6-F67C8EED8E9E}"/>
                </a:ext>
              </a:extLst>
            </p:cNvPr>
            <p:cNvSpPr>
              <a:spLocks noChangeArrowheads="1"/>
            </p:cNvSpPr>
            <p:nvPr/>
          </p:nvSpPr>
          <p:spPr bwMode="auto">
            <a:xfrm>
              <a:off x="5063" y="1835"/>
              <a:ext cx="85" cy="762"/>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grpSp>
        <p:nvGrpSpPr>
          <p:cNvPr id="63" name="Group 43">
            <a:extLst>
              <a:ext uri="{FF2B5EF4-FFF2-40B4-BE49-F238E27FC236}">
                <a16:creationId xmlns:a16="http://schemas.microsoft.com/office/drawing/2014/main" id="{36A665F7-DA44-AD4B-B7B6-65FA291092CF}"/>
              </a:ext>
            </a:extLst>
          </p:cNvPr>
          <p:cNvGrpSpPr>
            <a:grpSpLocks/>
          </p:cNvGrpSpPr>
          <p:nvPr/>
        </p:nvGrpSpPr>
        <p:grpSpPr bwMode="auto">
          <a:xfrm>
            <a:off x="9628476" y="1133303"/>
            <a:ext cx="302736" cy="620580"/>
            <a:chOff x="4140" y="429"/>
            <a:chExt cx="1425" cy="2396"/>
          </a:xfrm>
        </p:grpSpPr>
        <p:sp>
          <p:nvSpPr>
            <p:cNvPr id="64" name="Freeform 44">
              <a:extLst>
                <a:ext uri="{FF2B5EF4-FFF2-40B4-BE49-F238E27FC236}">
                  <a16:creationId xmlns:a16="http://schemas.microsoft.com/office/drawing/2014/main" id="{720EF6ED-B248-674A-99A4-96E903A62947}"/>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Rectangle 45">
              <a:extLst>
                <a:ext uri="{FF2B5EF4-FFF2-40B4-BE49-F238E27FC236}">
                  <a16:creationId xmlns:a16="http://schemas.microsoft.com/office/drawing/2014/main" id="{38AB1A91-FBEE-3141-9930-02B3EF189F6A}"/>
                </a:ext>
              </a:extLst>
            </p:cNvPr>
            <p:cNvSpPr>
              <a:spLocks noChangeArrowheads="1"/>
            </p:cNvSpPr>
            <p:nvPr/>
          </p:nvSpPr>
          <p:spPr bwMode="auto">
            <a:xfrm>
              <a:off x="4204" y="429"/>
              <a:ext cx="1051"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6" name="Freeform 46">
              <a:extLst>
                <a:ext uri="{FF2B5EF4-FFF2-40B4-BE49-F238E27FC236}">
                  <a16:creationId xmlns:a16="http://schemas.microsoft.com/office/drawing/2014/main" id="{413C4E64-9257-904B-843E-0AFF647C2E74}"/>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Freeform 47">
              <a:extLst>
                <a:ext uri="{FF2B5EF4-FFF2-40B4-BE49-F238E27FC236}">
                  <a16:creationId xmlns:a16="http://schemas.microsoft.com/office/drawing/2014/main" id="{7FC7B94F-54BF-D841-ADBC-E458F9F0FF3F}"/>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Rectangle 48">
              <a:extLst>
                <a:ext uri="{FF2B5EF4-FFF2-40B4-BE49-F238E27FC236}">
                  <a16:creationId xmlns:a16="http://schemas.microsoft.com/office/drawing/2014/main" id="{EB1624E1-0701-0F40-AE26-BDCD5DCEA593}"/>
                </a:ext>
              </a:extLst>
            </p:cNvPr>
            <p:cNvSpPr>
              <a:spLocks noChangeArrowheads="1"/>
            </p:cNvSpPr>
            <p:nvPr/>
          </p:nvSpPr>
          <p:spPr bwMode="auto">
            <a:xfrm>
              <a:off x="4209" y="690"/>
              <a:ext cx="598"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69" name="Group 49">
              <a:extLst>
                <a:ext uri="{FF2B5EF4-FFF2-40B4-BE49-F238E27FC236}">
                  <a16:creationId xmlns:a16="http://schemas.microsoft.com/office/drawing/2014/main" id="{CAC021DC-E11F-DC42-9412-BD2C0C399BE8}"/>
                </a:ext>
              </a:extLst>
            </p:cNvPr>
            <p:cNvGrpSpPr>
              <a:grpSpLocks/>
            </p:cNvGrpSpPr>
            <p:nvPr/>
          </p:nvGrpSpPr>
          <p:grpSpPr bwMode="auto">
            <a:xfrm>
              <a:off x="4749" y="668"/>
              <a:ext cx="581" cy="145"/>
              <a:chOff x="614" y="2568"/>
              <a:chExt cx="725" cy="139"/>
            </a:xfrm>
          </p:grpSpPr>
          <p:sp>
            <p:nvSpPr>
              <p:cNvPr id="94" name="AutoShape 50">
                <a:extLst>
                  <a:ext uri="{FF2B5EF4-FFF2-40B4-BE49-F238E27FC236}">
                    <a16:creationId xmlns:a16="http://schemas.microsoft.com/office/drawing/2014/main" id="{8D780C67-4BAA-7E49-96F5-16CC58563780}"/>
                  </a:ext>
                </a:extLst>
              </p:cNvPr>
              <p:cNvSpPr>
                <a:spLocks noChangeArrowheads="1"/>
              </p:cNvSpPr>
              <p:nvPr/>
            </p:nvSpPr>
            <p:spPr bwMode="auto">
              <a:xfrm>
                <a:off x="613" y="2568"/>
                <a:ext cx="726"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5" name="AutoShape 51">
                <a:extLst>
                  <a:ext uri="{FF2B5EF4-FFF2-40B4-BE49-F238E27FC236}">
                    <a16:creationId xmlns:a16="http://schemas.microsoft.com/office/drawing/2014/main" id="{78C123FD-3471-EF45-B37D-E3820834817A}"/>
                  </a:ext>
                </a:extLst>
              </p:cNvPr>
              <p:cNvSpPr>
                <a:spLocks noChangeArrowheads="1"/>
              </p:cNvSpPr>
              <p:nvPr/>
            </p:nvSpPr>
            <p:spPr bwMode="auto">
              <a:xfrm>
                <a:off x="627" y="2584"/>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70" name="Rectangle 52">
              <a:extLst>
                <a:ext uri="{FF2B5EF4-FFF2-40B4-BE49-F238E27FC236}">
                  <a16:creationId xmlns:a16="http://schemas.microsoft.com/office/drawing/2014/main" id="{5A2221CB-BA38-7749-9467-FA3B7AED94B6}"/>
                </a:ext>
              </a:extLst>
            </p:cNvPr>
            <p:cNvSpPr>
              <a:spLocks noChangeArrowheads="1"/>
            </p:cNvSpPr>
            <p:nvPr/>
          </p:nvSpPr>
          <p:spPr bwMode="auto">
            <a:xfrm>
              <a:off x="4225" y="1018"/>
              <a:ext cx="592" cy="50"/>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71" name="Group 53">
              <a:extLst>
                <a:ext uri="{FF2B5EF4-FFF2-40B4-BE49-F238E27FC236}">
                  <a16:creationId xmlns:a16="http://schemas.microsoft.com/office/drawing/2014/main" id="{6065AE00-0D61-7C4C-900C-0CFE2BE0D03E}"/>
                </a:ext>
              </a:extLst>
            </p:cNvPr>
            <p:cNvGrpSpPr>
              <a:grpSpLocks/>
            </p:cNvGrpSpPr>
            <p:nvPr/>
          </p:nvGrpSpPr>
          <p:grpSpPr bwMode="auto">
            <a:xfrm>
              <a:off x="4747" y="994"/>
              <a:ext cx="581" cy="134"/>
              <a:chOff x="614" y="2568"/>
              <a:chExt cx="725" cy="139"/>
            </a:xfrm>
          </p:grpSpPr>
          <p:sp>
            <p:nvSpPr>
              <p:cNvPr id="92" name="AutoShape 54">
                <a:extLst>
                  <a:ext uri="{FF2B5EF4-FFF2-40B4-BE49-F238E27FC236}">
                    <a16:creationId xmlns:a16="http://schemas.microsoft.com/office/drawing/2014/main" id="{4A448B66-F817-A745-8EA1-C03EF50CFDE4}"/>
                  </a:ext>
                </a:extLst>
              </p:cNvPr>
              <p:cNvSpPr>
                <a:spLocks noChangeArrowheads="1"/>
              </p:cNvSpPr>
              <p:nvPr/>
            </p:nvSpPr>
            <p:spPr bwMode="auto">
              <a:xfrm>
                <a:off x="616" y="2570"/>
                <a:ext cx="726"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3" name="AutoShape 55">
                <a:extLst>
                  <a:ext uri="{FF2B5EF4-FFF2-40B4-BE49-F238E27FC236}">
                    <a16:creationId xmlns:a16="http://schemas.microsoft.com/office/drawing/2014/main" id="{A620699C-DAD6-F445-AAE7-28E005A0DFD8}"/>
                  </a:ext>
                </a:extLst>
              </p:cNvPr>
              <p:cNvSpPr>
                <a:spLocks noChangeArrowheads="1"/>
              </p:cNvSpPr>
              <p:nvPr/>
            </p:nvSpPr>
            <p:spPr bwMode="auto">
              <a:xfrm>
                <a:off x="629" y="2587"/>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72" name="Rectangle 56">
              <a:extLst>
                <a:ext uri="{FF2B5EF4-FFF2-40B4-BE49-F238E27FC236}">
                  <a16:creationId xmlns:a16="http://schemas.microsoft.com/office/drawing/2014/main" id="{4670FC57-F525-D849-A249-FF7598EB7F4A}"/>
                </a:ext>
              </a:extLst>
            </p:cNvPr>
            <p:cNvSpPr>
              <a:spLocks noChangeArrowheads="1"/>
            </p:cNvSpPr>
            <p:nvPr/>
          </p:nvSpPr>
          <p:spPr bwMode="auto">
            <a:xfrm>
              <a:off x="4215" y="1357"/>
              <a:ext cx="598"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73" name="Rectangle 57">
              <a:extLst>
                <a:ext uri="{FF2B5EF4-FFF2-40B4-BE49-F238E27FC236}">
                  <a16:creationId xmlns:a16="http://schemas.microsoft.com/office/drawing/2014/main" id="{23434908-EF71-6241-8890-49973F488C30}"/>
                </a:ext>
              </a:extLst>
            </p:cNvPr>
            <p:cNvSpPr>
              <a:spLocks noChangeArrowheads="1"/>
            </p:cNvSpPr>
            <p:nvPr/>
          </p:nvSpPr>
          <p:spPr bwMode="auto">
            <a:xfrm>
              <a:off x="4225" y="1658"/>
              <a:ext cx="598"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74" name="Group 58">
              <a:extLst>
                <a:ext uri="{FF2B5EF4-FFF2-40B4-BE49-F238E27FC236}">
                  <a16:creationId xmlns:a16="http://schemas.microsoft.com/office/drawing/2014/main" id="{0BEED104-A0C2-604F-ADB7-7A0CC2B521FB}"/>
                </a:ext>
              </a:extLst>
            </p:cNvPr>
            <p:cNvGrpSpPr>
              <a:grpSpLocks/>
            </p:cNvGrpSpPr>
            <p:nvPr/>
          </p:nvGrpSpPr>
          <p:grpSpPr bwMode="auto">
            <a:xfrm>
              <a:off x="4735" y="1627"/>
              <a:ext cx="582" cy="151"/>
              <a:chOff x="614" y="2568"/>
              <a:chExt cx="725" cy="139"/>
            </a:xfrm>
          </p:grpSpPr>
          <p:sp>
            <p:nvSpPr>
              <p:cNvPr id="90" name="AutoShape 59">
                <a:extLst>
                  <a:ext uri="{FF2B5EF4-FFF2-40B4-BE49-F238E27FC236}">
                    <a16:creationId xmlns:a16="http://schemas.microsoft.com/office/drawing/2014/main" id="{0BC08FA1-E25B-8D4E-A5C0-77901B325B77}"/>
                  </a:ext>
                </a:extLst>
              </p:cNvPr>
              <p:cNvSpPr>
                <a:spLocks noChangeArrowheads="1"/>
              </p:cNvSpPr>
              <p:nvPr/>
            </p:nvSpPr>
            <p:spPr bwMode="auto">
              <a:xfrm>
                <a:off x="611" y="2581"/>
                <a:ext cx="731" cy="12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1" name="AutoShape 60">
                <a:extLst>
                  <a:ext uri="{FF2B5EF4-FFF2-40B4-BE49-F238E27FC236}">
                    <a16:creationId xmlns:a16="http://schemas.microsoft.com/office/drawing/2014/main" id="{C4D23A96-8BA2-7D4B-81E9-EC31FC87ED07}"/>
                  </a:ext>
                </a:extLst>
              </p:cNvPr>
              <p:cNvSpPr>
                <a:spLocks noChangeArrowheads="1"/>
              </p:cNvSpPr>
              <p:nvPr/>
            </p:nvSpPr>
            <p:spPr bwMode="auto">
              <a:xfrm>
                <a:off x="624" y="2586"/>
                <a:ext cx="698"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75" name="Freeform 61">
              <a:extLst>
                <a:ext uri="{FF2B5EF4-FFF2-40B4-BE49-F238E27FC236}">
                  <a16:creationId xmlns:a16="http://schemas.microsoft.com/office/drawing/2014/main" id="{B18E03CB-6F6A-3E47-B686-EC972ED9FBB2}"/>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6" name="Group 62">
              <a:extLst>
                <a:ext uri="{FF2B5EF4-FFF2-40B4-BE49-F238E27FC236}">
                  <a16:creationId xmlns:a16="http://schemas.microsoft.com/office/drawing/2014/main" id="{EF110DE7-64A5-1A4C-8A85-F37C7799C5BE}"/>
                </a:ext>
              </a:extLst>
            </p:cNvPr>
            <p:cNvGrpSpPr>
              <a:grpSpLocks/>
            </p:cNvGrpSpPr>
            <p:nvPr/>
          </p:nvGrpSpPr>
          <p:grpSpPr bwMode="auto">
            <a:xfrm>
              <a:off x="4739" y="1327"/>
              <a:ext cx="582" cy="139"/>
              <a:chOff x="614" y="2568"/>
              <a:chExt cx="725" cy="139"/>
            </a:xfrm>
          </p:grpSpPr>
          <p:sp>
            <p:nvSpPr>
              <p:cNvPr id="88" name="AutoShape 63">
                <a:extLst>
                  <a:ext uri="{FF2B5EF4-FFF2-40B4-BE49-F238E27FC236}">
                    <a16:creationId xmlns:a16="http://schemas.microsoft.com/office/drawing/2014/main" id="{327C23D1-08FF-2743-89A8-0F6315DB84BD}"/>
                  </a:ext>
                </a:extLst>
              </p:cNvPr>
              <p:cNvSpPr>
                <a:spLocks noChangeArrowheads="1"/>
              </p:cNvSpPr>
              <p:nvPr/>
            </p:nvSpPr>
            <p:spPr bwMode="auto">
              <a:xfrm>
                <a:off x="612" y="257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9" name="AutoShape 64">
                <a:extLst>
                  <a:ext uri="{FF2B5EF4-FFF2-40B4-BE49-F238E27FC236}">
                    <a16:creationId xmlns:a16="http://schemas.microsoft.com/office/drawing/2014/main" id="{8687BE83-72B1-2948-9845-040B8B4B0408}"/>
                  </a:ext>
                </a:extLst>
              </p:cNvPr>
              <p:cNvSpPr>
                <a:spLocks noChangeArrowheads="1"/>
              </p:cNvSpPr>
              <p:nvPr/>
            </p:nvSpPr>
            <p:spPr bwMode="auto">
              <a:xfrm>
                <a:off x="626" y="2587"/>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77" name="Rectangle 65">
              <a:extLst>
                <a:ext uri="{FF2B5EF4-FFF2-40B4-BE49-F238E27FC236}">
                  <a16:creationId xmlns:a16="http://schemas.microsoft.com/office/drawing/2014/main" id="{F776310D-3544-D142-97B4-F2F00A1AC9EC}"/>
                </a:ext>
              </a:extLst>
            </p:cNvPr>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78" name="Freeform 66">
              <a:extLst>
                <a:ext uri="{FF2B5EF4-FFF2-40B4-BE49-F238E27FC236}">
                  <a16:creationId xmlns:a16="http://schemas.microsoft.com/office/drawing/2014/main" id="{4C033668-E94B-0E4E-BBCE-069F172D337D}"/>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Freeform 67">
              <a:extLst>
                <a:ext uri="{FF2B5EF4-FFF2-40B4-BE49-F238E27FC236}">
                  <a16:creationId xmlns:a16="http://schemas.microsoft.com/office/drawing/2014/main" id="{DC0B0478-C1D9-0046-A23B-D886AB632CE0}"/>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Oval 68">
              <a:extLst>
                <a:ext uri="{FF2B5EF4-FFF2-40B4-BE49-F238E27FC236}">
                  <a16:creationId xmlns:a16="http://schemas.microsoft.com/office/drawing/2014/main" id="{A32BD7FF-72FE-6443-8650-0A6A334962BC}"/>
                </a:ext>
              </a:extLst>
            </p:cNvPr>
            <p:cNvSpPr>
              <a:spLocks noChangeArrowheads="1"/>
            </p:cNvSpPr>
            <p:nvPr/>
          </p:nvSpPr>
          <p:spPr bwMode="auto">
            <a:xfrm>
              <a:off x="5517" y="2614"/>
              <a:ext cx="48"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1" name="Freeform 69">
              <a:extLst>
                <a:ext uri="{FF2B5EF4-FFF2-40B4-BE49-F238E27FC236}">
                  <a16:creationId xmlns:a16="http://schemas.microsoft.com/office/drawing/2014/main" id="{6050B46A-99D7-BE45-AF3A-D5364444A6E9}"/>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AutoShape 70">
              <a:extLst>
                <a:ext uri="{FF2B5EF4-FFF2-40B4-BE49-F238E27FC236}">
                  <a16:creationId xmlns:a16="http://schemas.microsoft.com/office/drawing/2014/main" id="{D23062E1-60FC-864E-A235-B0A1E921D6D3}"/>
                </a:ext>
              </a:extLst>
            </p:cNvPr>
            <p:cNvSpPr>
              <a:spLocks noChangeArrowheads="1"/>
            </p:cNvSpPr>
            <p:nvPr/>
          </p:nvSpPr>
          <p:spPr bwMode="auto">
            <a:xfrm>
              <a:off x="4140" y="2680"/>
              <a:ext cx="1201" cy="145"/>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3" name="AutoShape 71">
              <a:extLst>
                <a:ext uri="{FF2B5EF4-FFF2-40B4-BE49-F238E27FC236}">
                  <a16:creationId xmlns:a16="http://schemas.microsoft.com/office/drawing/2014/main" id="{E5263FDE-E525-C044-8987-248993FDEF3F}"/>
                </a:ext>
              </a:extLst>
            </p:cNvPr>
            <p:cNvSpPr>
              <a:spLocks noChangeArrowheads="1"/>
            </p:cNvSpPr>
            <p:nvPr/>
          </p:nvSpPr>
          <p:spPr bwMode="auto">
            <a:xfrm>
              <a:off x="4204" y="2708"/>
              <a:ext cx="1073"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4" name="Oval 72">
              <a:extLst>
                <a:ext uri="{FF2B5EF4-FFF2-40B4-BE49-F238E27FC236}">
                  <a16:creationId xmlns:a16="http://schemas.microsoft.com/office/drawing/2014/main" id="{2DA10128-E8BC-314D-954C-8A0197A01BFE}"/>
                </a:ext>
              </a:extLst>
            </p:cNvPr>
            <p:cNvSpPr>
              <a:spLocks noChangeArrowheads="1"/>
            </p:cNvSpPr>
            <p:nvPr/>
          </p:nvSpPr>
          <p:spPr bwMode="auto">
            <a:xfrm>
              <a:off x="4305" y="2380"/>
              <a:ext cx="160"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5" name="Oval 73">
              <a:extLst>
                <a:ext uri="{FF2B5EF4-FFF2-40B4-BE49-F238E27FC236}">
                  <a16:creationId xmlns:a16="http://schemas.microsoft.com/office/drawing/2014/main" id="{3407F73C-E949-224D-965B-E440F97DD131}"/>
                </a:ext>
              </a:extLst>
            </p:cNvPr>
            <p:cNvSpPr>
              <a:spLocks noChangeArrowheads="1"/>
            </p:cNvSpPr>
            <p:nvPr/>
          </p:nvSpPr>
          <p:spPr bwMode="auto">
            <a:xfrm>
              <a:off x="4487" y="2386"/>
              <a:ext cx="160" cy="139"/>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panose="020B0604020202020204" pitchFamily="34" charset="0"/>
              </a:endParaRPr>
            </a:p>
          </p:txBody>
        </p:sp>
        <p:sp>
          <p:nvSpPr>
            <p:cNvPr id="86" name="Oval 74">
              <a:extLst>
                <a:ext uri="{FF2B5EF4-FFF2-40B4-BE49-F238E27FC236}">
                  <a16:creationId xmlns:a16="http://schemas.microsoft.com/office/drawing/2014/main" id="{B3E6374F-2478-844C-8FAE-082D84F4AF3A}"/>
                </a:ext>
              </a:extLst>
            </p:cNvPr>
            <p:cNvSpPr>
              <a:spLocks noChangeArrowheads="1"/>
            </p:cNvSpPr>
            <p:nvPr/>
          </p:nvSpPr>
          <p:spPr bwMode="auto">
            <a:xfrm>
              <a:off x="4663" y="2380"/>
              <a:ext cx="155"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7" name="Rectangle 75">
              <a:extLst>
                <a:ext uri="{FF2B5EF4-FFF2-40B4-BE49-F238E27FC236}">
                  <a16:creationId xmlns:a16="http://schemas.microsoft.com/office/drawing/2014/main" id="{6045DF2A-0FBD-094E-8F87-423339790074}"/>
                </a:ext>
              </a:extLst>
            </p:cNvPr>
            <p:cNvSpPr>
              <a:spLocks noChangeArrowheads="1"/>
            </p:cNvSpPr>
            <p:nvPr/>
          </p:nvSpPr>
          <p:spPr bwMode="auto">
            <a:xfrm>
              <a:off x="5063" y="1835"/>
              <a:ext cx="85" cy="762"/>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4BAA52C1-A711-F843-BEA2-9AB59FD36A9E}"/>
              </a:ext>
            </a:extLst>
          </p:cNvPr>
          <p:cNvGrpSpPr/>
          <p:nvPr/>
        </p:nvGrpSpPr>
        <p:grpSpPr>
          <a:xfrm>
            <a:off x="7963592" y="3346866"/>
            <a:ext cx="3507671" cy="1391389"/>
            <a:chOff x="7963592" y="3346866"/>
            <a:chExt cx="3507671" cy="1391389"/>
          </a:xfrm>
        </p:grpSpPr>
        <p:sp>
          <p:nvSpPr>
            <p:cNvPr id="96" name="Line 18">
              <a:extLst>
                <a:ext uri="{FF2B5EF4-FFF2-40B4-BE49-F238E27FC236}">
                  <a16:creationId xmlns:a16="http://schemas.microsoft.com/office/drawing/2014/main" id="{DAFB71B0-CADE-A94E-B910-CA1B2F98385B}"/>
                </a:ext>
              </a:extLst>
            </p:cNvPr>
            <p:cNvSpPr>
              <a:spLocks noChangeShapeType="1"/>
            </p:cNvSpPr>
            <p:nvPr/>
          </p:nvSpPr>
          <p:spPr bwMode="auto">
            <a:xfrm flipH="1">
              <a:off x="9778988" y="3377229"/>
              <a:ext cx="1673225" cy="403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Line 19">
              <a:extLst>
                <a:ext uri="{FF2B5EF4-FFF2-40B4-BE49-F238E27FC236}">
                  <a16:creationId xmlns:a16="http://schemas.microsoft.com/office/drawing/2014/main" id="{01CE800B-0C3C-BD45-ADD9-6BD2CA9B1D60}"/>
                </a:ext>
              </a:extLst>
            </p:cNvPr>
            <p:cNvSpPr>
              <a:spLocks noChangeShapeType="1"/>
            </p:cNvSpPr>
            <p:nvPr/>
          </p:nvSpPr>
          <p:spPr bwMode="auto">
            <a:xfrm>
              <a:off x="9786925" y="3835354"/>
              <a:ext cx="1684338" cy="390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Line 18">
              <a:extLst>
                <a:ext uri="{FF2B5EF4-FFF2-40B4-BE49-F238E27FC236}">
                  <a16:creationId xmlns:a16="http://schemas.microsoft.com/office/drawing/2014/main" id="{56583440-860C-5248-899B-B6C0BD12C6B3}"/>
                </a:ext>
              </a:extLst>
            </p:cNvPr>
            <p:cNvSpPr>
              <a:spLocks noChangeShapeType="1"/>
            </p:cNvSpPr>
            <p:nvPr/>
          </p:nvSpPr>
          <p:spPr bwMode="auto">
            <a:xfrm flipH="1">
              <a:off x="9781759" y="4294399"/>
              <a:ext cx="1673225" cy="403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0D6B51D-F16D-C648-9B06-B18E393A7937}"/>
                </a:ext>
              </a:extLst>
            </p:cNvPr>
            <p:cNvSpPr txBox="1"/>
            <p:nvPr/>
          </p:nvSpPr>
          <p:spPr>
            <a:xfrm>
              <a:off x="10274100" y="3374969"/>
              <a:ext cx="548639" cy="369332"/>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220</a:t>
              </a:r>
            </a:p>
          </p:txBody>
        </p:sp>
        <p:sp>
          <p:nvSpPr>
            <p:cNvPr id="107" name="TextBox 106">
              <a:extLst>
                <a:ext uri="{FF2B5EF4-FFF2-40B4-BE49-F238E27FC236}">
                  <a16:creationId xmlns:a16="http://schemas.microsoft.com/office/drawing/2014/main" id="{281B67B0-9202-3141-BB17-579825F0D8DB}"/>
                </a:ext>
              </a:extLst>
            </p:cNvPr>
            <p:cNvSpPr txBox="1"/>
            <p:nvPr/>
          </p:nvSpPr>
          <p:spPr>
            <a:xfrm>
              <a:off x="10110616" y="4358640"/>
              <a:ext cx="1127759"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250 Hello</a:t>
              </a:r>
            </a:p>
          </p:txBody>
        </p:sp>
        <p:sp>
          <p:nvSpPr>
            <p:cNvPr id="108" name="TextBox 107">
              <a:extLst>
                <a:ext uri="{FF2B5EF4-FFF2-40B4-BE49-F238E27FC236}">
                  <a16:creationId xmlns:a16="http://schemas.microsoft.com/office/drawing/2014/main" id="{1166F236-B330-B049-81C5-C27349358BA0}"/>
                </a:ext>
              </a:extLst>
            </p:cNvPr>
            <p:cNvSpPr txBox="1"/>
            <p:nvPr/>
          </p:nvSpPr>
          <p:spPr>
            <a:xfrm>
              <a:off x="10293496" y="3859879"/>
              <a:ext cx="695497" cy="369332"/>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HELO</a:t>
              </a:r>
            </a:p>
          </p:txBody>
        </p:sp>
        <p:sp>
          <p:nvSpPr>
            <p:cNvPr id="109" name="AutoShape 25">
              <a:extLst>
                <a:ext uri="{FF2B5EF4-FFF2-40B4-BE49-F238E27FC236}">
                  <a16:creationId xmlns:a16="http://schemas.microsoft.com/office/drawing/2014/main" id="{B3532E9F-B52F-EE40-916E-F3743036B84D}"/>
                </a:ext>
              </a:extLst>
            </p:cNvPr>
            <p:cNvSpPr>
              <a:spLocks/>
            </p:cNvSpPr>
            <p:nvPr/>
          </p:nvSpPr>
          <p:spPr bwMode="auto">
            <a:xfrm>
              <a:off x="9589901" y="3346866"/>
              <a:ext cx="152184" cy="1391389"/>
            </a:xfrm>
            <a:prstGeom prst="leftBrace">
              <a:avLst>
                <a:gd name="adj1" fmla="val 5205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10" name="Text Box 26">
              <a:extLst>
                <a:ext uri="{FF2B5EF4-FFF2-40B4-BE49-F238E27FC236}">
                  <a16:creationId xmlns:a16="http://schemas.microsoft.com/office/drawing/2014/main" id="{3B861658-DE9B-9046-ACBD-7560EACF06FA}"/>
                </a:ext>
              </a:extLst>
            </p:cNvPr>
            <p:cNvSpPr txBox="1">
              <a:spLocks noChangeArrowheads="1"/>
            </p:cNvSpPr>
            <p:nvPr/>
          </p:nvSpPr>
          <p:spPr bwMode="auto">
            <a:xfrm>
              <a:off x="7963592" y="3757509"/>
              <a:ext cx="1662545"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handshaking</a:t>
              </a:r>
            </a:p>
          </p:txBody>
        </p:sp>
      </p:grpSp>
      <p:sp>
        <p:nvSpPr>
          <p:cNvPr id="111" name="Text Box 24">
            <a:extLst>
              <a:ext uri="{FF2B5EF4-FFF2-40B4-BE49-F238E27FC236}">
                <a16:creationId xmlns:a16="http://schemas.microsoft.com/office/drawing/2014/main" id="{1AB225C5-3897-CE47-9E7A-F5B2FC51E3DE}"/>
              </a:ext>
            </a:extLst>
          </p:cNvPr>
          <p:cNvSpPr txBox="1">
            <a:spLocks noChangeArrowheads="1"/>
          </p:cNvSpPr>
          <p:nvPr/>
        </p:nvSpPr>
        <p:spPr bwMode="auto">
          <a:xfrm>
            <a:off x="7699837" y="2515905"/>
            <a:ext cx="2192308"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TCP connection</a:t>
            </a:r>
          </a:p>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initiated</a:t>
            </a:r>
          </a:p>
        </p:txBody>
      </p:sp>
      <p:sp>
        <p:nvSpPr>
          <p:cNvPr id="112" name="Text Box 37">
            <a:extLst>
              <a:ext uri="{FF2B5EF4-FFF2-40B4-BE49-F238E27FC236}">
                <a16:creationId xmlns:a16="http://schemas.microsoft.com/office/drawing/2014/main" id="{40F2207E-339D-D64D-83CD-4CF07C6412A9}"/>
              </a:ext>
            </a:extLst>
          </p:cNvPr>
          <p:cNvSpPr txBox="1">
            <a:spLocks noChangeArrowheads="1"/>
          </p:cNvSpPr>
          <p:nvPr/>
        </p:nvSpPr>
        <p:spPr bwMode="auto">
          <a:xfrm>
            <a:off x="8589284" y="482929"/>
            <a:ext cx="1548694"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“client”</a:t>
            </a:r>
          </a:p>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SMTP server</a:t>
            </a:r>
          </a:p>
        </p:txBody>
      </p:sp>
      <p:sp>
        <p:nvSpPr>
          <p:cNvPr id="113" name="Text Box 37">
            <a:extLst>
              <a:ext uri="{FF2B5EF4-FFF2-40B4-BE49-F238E27FC236}">
                <a16:creationId xmlns:a16="http://schemas.microsoft.com/office/drawing/2014/main" id="{59390DD3-9B16-EC4B-86FC-6D12AD88A708}"/>
              </a:ext>
            </a:extLst>
          </p:cNvPr>
          <p:cNvSpPr txBox="1">
            <a:spLocks noChangeArrowheads="1"/>
          </p:cNvSpPr>
          <p:nvPr/>
        </p:nvSpPr>
        <p:spPr bwMode="auto">
          <a:xfrm>
            <a:off x="10344050" y="485700"/>
            <a:ext cx="1548694"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“server”</a:t>
            </a:r>
          </a:p>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SMTP server</a:t>
            </a:r>
          </a:p>
        </p:txBody>
      </p:sp>
      <p:grpSp>
        <p:nvGrpSpPr>
          <p:cNvPr id="116" name="Group 115">
            <a:extLst>
              <a:ext uri="{FF2B5EF4-FFF2-40B4-BE49-F238E27FC236}">
                <a16:creationId xmlns:a16="http://schemas.microsoft.com/office/drawing/2014/main" id="{A69C7318-30FE-6549-B28A-E671678A3F17}"/>
              </a:ext>
            </a:extLst>
          </p:cNvPr>
          <p:cNvGrpSpPr/>
          <p:nvPr/>
        </p:nvGrpSpPr>
        <p:grpSpPr>
          <a:xfrm>
            <a:off x="7966363" y="4829303"/>
            <a:ext cx="1745242" cy="1391389"/>
            <a:chOff x="7966363" y="4829303"/>
            <a:chExt cx="1745242" cy="1391389"/>
          </a:xfrm>
        </p:grpSpPr>
        <p:sp>
          <p:nvSpPr>
            <p:cNvPr id="114" name="AutoShape 25">
              <a:extLst>
                <a:ext uri="{FF2B5EF4-FFF2-40B4-BE49-F238E27FC236}">
                  <a16:creationId xmlns:a16="http://schemas.microsoft.com/office/drawing/2014/main" id="{E945F49C-1ED9-E94C-A6C5-EB45DB3BD901}"/>
                </a:ext>
              </a:extLst>
            </p:cNvPr>
            <p:cNvSpPr>
              <a:spLocks/>
            </p:cNvSpPr>
            <p:nvPr/>
          </p:nvSpPr>
          <p:spPr bwMode="auto">
            <a:xfrm>
              <a:off x="9559421" y="4829303"/>
              <a:ext cx="152184" cy="1391389"/>
            </a:xfrm>
            <a:prstGeom prst="leftBrace">
              <a:avLst>
                <a:gd name="adj1" fmla="val 5205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15" name="Text Box 26">
              <a:extLst>
                <a:ext uri="{FF2B5EF4-FFF2-40B4-BE49-F238E27FC236}">
                  <a16:creationId xmlns:a16="http://schemas.microsoft.com/office/drawing/2014/main" id="{8FEE0406-B0E9-A947-A9BE-28C68378043E}"/>
                </a:ext>
              </a:extLst>
            </p:cNvPr>
            <p:cNvSpPr txBox="1">
              <a:spLocks noChangeArrowheads="1"/>
            </p:cNvSpPr>
            <p:nvPr/>
          </p:nvSpPr>
          <p:spPr bwMode="auto">
            <a:xfrm>
              <a:off x="7966363" y="5223320"/>
              <a:ext cx="1662545"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transfers</a:t>
              </a:r>
            </a:p>
          </p:txBody>
        </p:sp>
      </p:grpSp>
      <p:sp>
        <p:nvSpPr>
          <p:cNvPr id="98" name="Slide Number Placeholder 2">
            <a:extLst>
              <a:ext uri="{FF2B5EF4-FFF2-40B4-BE49-F238E27FC236}">
                <a16:creationId xmlns:a16="http://schemas.microsoft.com/office/drawing/2014/main" id="{D42AF363-59AE-A349-BD98-DB00532A00F3}"/>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55</a:t>
            </a:fld>
            <a:endParaRPr lang="en-US" dirty="0"/>
          </a:p>
        </p:txBody>
      </p:sp>
      <p:sp>
        <p:nvSpPr>
          <p:cNvPr id="3" name="Speech Bubble: Rectangle with Corners Rounded 2">
            <a:extLst>
              <a:ext uri="{FF2B5EF4-FFF2-40B4-BE49-F238E27FC236}">
                <a16:creationId xmlns:a16="http://schemas.microsoft.com/office/drawing/2014/main" id="{CF7D95B1-9CA4-50EA-C76F-05C42E30F446}"/>
              </a:ext>
            </a:extLst>
          </p:cNvPr>
          <p:cNvSpPr/>
          <p:nvPr/>
        </p:nvSpPr>
        <p:spPr>
          <a:xfrm>
            <a:off x="11759877" y="2951434"/>
            <a:ext cx="1399299" cy="612648"/>
          </a:xfrm>
          <a:prstGeom prst="wedgeRoundRectCallout">
            <a:avLst>
              <a:gd name="adj1" fmla="val -121908"/>
              <a:gd name="adj2" fmla="val 5688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err="1"/>
              <a:t>Service</a:t>
            </a:r>
            <a:r>
              <a:rPr lang="vi-VN" dirty="0"/>
              <a:t> </a:t>
            </a:r>
            <a:r>
              <a:rPr lang="vi-VN" dirty="0" err="1"/>
              <a:t>ready</a:t>
            </a:r>
            <a:endParaRPr lang="en-US" dirty="0"/>
          </a:p>
        </p:txBody>
      </p:sp>
    </p:spTree>
    <p:extLst>
      <p:ext uri="{BB962C8B-B14F-4D97-AF65-F5344CB8AC3E}">
        <p14:creationId xmlns:p14="http://schemas.microsoft.com/office/powerpoint/2010/main" val="2798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5">
                                            <p:txEl>
                                              <p:pRg st="2" end="2"/>
                                            </p:txEl>
                                          </p:spTgt>
                                        </p:tgtEl>
                                        <p:attrNameLst>
                                          <p:attrName>style.visibility</p:attrName>
                                        </p:attrNameLst>
                                      </p:cBhvr>
                                      <p:to>
                                        <p:strVal val="visible"/>
                                      </p:to>
                                    </p:set>
                                    <p:animEffect transition="in" filter="dissolve">
                                      <p:cBhvr>
                                        <p:cTn id="7" dur="500"/>
                                        <p:tgtEl>
                                          <p:spTgt spid="2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5">
                                            <p:txEl>
                                              <p:pRg st="3" end="3"/>
                                            </p:txEl>
                                          </p:spTgt>
                                        </p:tgtEl>
                                        <p:attrNameLst>
                                          <p:attrName>style.visibility</p:attrName>
                                        </p:attrNameLst>
                                      </p:cBhvr>
                                      <p:to>
                                        <p:strVal val="visible"/>
                                      </p:to>
                                    </p:set>
                                    <p:animEffect transition="in" filter="dissolve">
                                      <p:cBhvr>
                                        <p:cTn id="12" dur="500"/>
                                        <p:tgtEl>
                                          <p:spTgt spid="215">
                                            <p:txEl>
                                              <p:pRg st="3" end="3"/>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15">
                                            <p:txEl>
                                              <p:pRg st="4" end="4"/>
                                            </p:txEl>
                                          </p:spTgt>
                                        </p:tgtEl>
                                        <p:attrNameLst>
                                          <p:attrName>style.visibility</p:attrName>
                                        </p:attrNameLst>
                                      </p:cBhvr>
                                      <p:to>
                                        <p:strVal val="visible"/>
                                      </p:to>
                                    </p:set>
                                    <p:animEffect transition="in" filter="dissolve">
                                      <p:cBhvr>
                                        <p:cTn id="20" dur="500"/>
                                        <p:tgtEl>
                                          <p:spTgt spid="215">
                                            <p:txEl>
                                              <p:pRg st="4" end="4"/>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116"/>
                                        </p:tgtEl>
                                        <p:attrNameLst>
                                          <p:attrName>style.visibility</p:attrName>
                                        </p:attrNameLst>
                                      </p:cBhvr>
                                      <p:to>
                                        <p:strVal val="visible"/>
                                      </p:to>
                                    </p:set>
                                    <p:animEffect transition="in" filter="dissolve">
                                      <p:cBhvr>
                                        <p:cTn id="23" dur="500"/>
                                        <p:tgtEl>
                                          <p:spTgt spid="11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15">
                                            <p:txEl>
                                              <p:pRg st="5" end="5"/>
                                            </p:txEl>
                                          </p:spTgt>
                                        </p:tgtEl>
                                        <p:attrNameLst>
                                          <p:attrName>style.visibility</p:attrName>
                                        </p:attrNameLst>
                                      </p:cBhvr>
                                      <p:to>
                                        <p:strVal val="visible"/>
                                      </p:to>
                                    </p:set>
                                    <p:animEffect transition="in" filter="dissolve">
                                      <p:cBhvr>
                                        <p:cTn id="28" dur="500"/>
                                        <p:tgtEl>
                                          <p:spTgt spid="21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15">
                                            <p:txEl>
                                              <p:pRg st="6" end="6"/>
                                            </p:txEl>
                                          </p:spTgt>
                                        </p:tgtEl>
                                        <p:attrNameLst>
                                          <p:attrName>style.visibility</p:attrName>
                                        </p:attrNameLst>
                                      </p:cBhvr>
                                      <p:to>
                                        <p:strVal val="visible"/>
                                      </p:to>
                                    </p:set>
                                    <p:animEffect transition="in" filter="dissolve">
                                      <p:cBhvr>
                                        <p:cTn id="33" dur="500"/>
                                        <p:tgtEl>
                                          <p:spTgt spid="215">
                                            <p:txEl>
                                              <p:pRg st="6" end="6"/>
                                            </p:txEl>
                                          </p:spTgt>
                                        </p:tgtEl>
                                      </p:cBhvr>
                                    </p:animEffect>
                                  </p:childTnLst>
                                </p:cTn>
                              </p:par>
                              <p:par>
                                <p:cTn id="34" presetID="9" presetClass="entr" presetSubtype="0" fill="hold" nodeType="withEffect">
                                  <p:stCondLst>
                                    <p:cond delay="0"/>
                                  </p:stCondLst>
                                  <p:childTnLst>
                                    <p:set>
                                      <p:cBhvr>
                                        <p:cTn id="35" dur="1" fill="hold">
                                          <p:stCondLst>
                                            <p:cond delay="0"/>
                                          </p:stCondLst>
                                        </p:cTn>
                                        <p:tgtEl>
                                          <p:spTgt spid="215">
                                            <p:txEl>
                                              <p:pRg st="7" end="7"/>
                                            </p:txEl>
                                          </p:spTgt>
                                        </p:tgtEl>
                                        <p:attrNameLst>
                                          <p:attrName>style.visibility</p:attrName>
                                        </p:attrNameLst>
                                      </p:cBhvr>
                                      <p:to>
                                        <p:strVal val="visible"/>
                                      </p:to>
                                    </p:set>
                                    <p:animEffect transition="in" filter="dissolve">
                                      <p:cBhvr>
                                        <p:cTn id="36" dur="500"/>
                                        <p:tgtEl>
                                          <p:spTgt spid="215">
                                            <p:txEl>
                                              <p:pRg st="7" end="7"/>
                                            </p:txEl>
                                          </p:spTgt>
                                        </p:tgtEl>
                                      </p:cBhvr>
                                    </p:animEffect>
                                  </p:childTnLst>
                                </p:cTn>
                              </p:par>
                              <p:par>
                                <p:cTn id="37" presetID="9" presetClass="entr" presetSubtype="0" fill="hold" nodeType="withEffect">
                                  <p:stCondLst>
                                    <p:cond delay="0"/>
                                  </p:stCondLst>
                                  <p:childTnLst>
                                    <p:set>
                                      <p:cBhvr>
                                        <p:cTn id="38" dur="1" fill="hold">
                                          <p:stCondLst>
                                            <p:cond delay="0"/>
                                          </p:stCondLst>
                                        </p:cTn>
                                        <p:tgtEl>
                                          <p:spTgt spid="215">
                                            <p:txEl>
                                              <p:pRg st="8" end="8"/>
                                            </p:txEl>
                                          </p:spTgt>
                                        </p:tgtEl>
                                        <p:attrNameLst>
                                          <p:attrName>style.visibility</p:attrName>
                                        </p:attrNameLst>
                                      </p:cBhvr>
                                      <p:to>
                                        <p:strVal val="visible"/>
                                      </p:to>
                                    </p:set>
                                    <p:animEffect transition="in" filter="dissolve">
                                      <p:cBhvr>
                                        <p:cTn id="39" dur="500"/>
                                        <p:tgtEl>
                                          <p:spTgt spid="2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Scenario: Alice sends e-mail to Bob</a:t>
            </a:r>
            <a:endParaRPr lang="en-US" sz="4400" dirty="0"/>
          </a:p>
        </p:txBody>
      </p:sp>
      <p:sp>
        <p:nvSpPr>
          <p:cNvPr id="78" name="Rectangle 3">
            <a:extLst>
              <a:ext uri="{FF2B5EF4-FFF2-40B4-BE49-F238E27FC236}">
                <a16:creationId xmlns:a16="http://schemas.microsoft.com/office/drawing/2014/main" id="{2933C95F-5827-EE44-BCBB-0C3F4EACA630}"/>
              </a:ext>
            </a:extLst>
          </p:cNvPr>
          <p:cNvSpPr txBox="1">
            <a:spLocks noChangeArrowheads="1"/>
          </p:cNvSpPr>
          <p:nvPr/>
        </p:nvSpPr>
        <p:spPr>
          <a:xfrm>
            <a:off x="707567" y="1371600"/>
            <a:ext cx="5071156" cy="1153886"/>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1) Alice uses UA to compose e-mail message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to” bob@someschool.edu</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79" name="Rectangle 4">
            <a:extLst>
              <a:ext uri="{FF2B5EF4-FFF2-40B4-BE49-F238E27FC236}">
                <a16:creationId xmlns:a16="http://schemas.microsoft.com/office/drawing/2014/main" id="{00C4C8B9-B23B-0F45-80BC-6C453604E658}"/>
              </a:ext>
            </a:extLst>
          </p:cNvPr>
          <p:cNvSpPr txBox="1">
            <a:spLocks noChangeArrowheads="1"/>
          </p:cNvSpPr>
          <p:nvPr/>
        </p:nvSpPr>
        <p:spPr>
          <a:xfrm>
            <a:off x="6638017" y="1329168"/>
            <a:ext cx="5071155" cy="94639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4) SMTP client sends Alice’</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message over the TCP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Calibri" panose="020F0502020204030204" pitchFamily="34" charset="0"/>
              </a:rPr>
              <a:t>connection</a:t>
            </a:r>
            <a:endPar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grpSp>
        <p:nvGrpSpPr>
          <p:cNvPr id="255" name="Group 163">
            <a:extLst>
              <a:ext uri="{FF2B5EF4-FFF2-40B4-BE49-F238E27FC236}">
                <a16:creationId xmlns:a16="http://schemas.microsoft.com/office/drawing/2014/main" id="{08B09F9F-6FE5-BF42-B610-1A1E41F8BEC8}"/>
              </a:ext>
            </a:extLst>
          </p:cNvPr>
          <p:cNvGrpSpPr>
            <a:grpSpLocks/>
          </p:cNvGrpSpPr>
          <p:nvPr/>
        </p:nvGrpSpPr>
        <p:grpSpPr bwMode="auto">
          <a:xfrm>
            <a:off x="2304142" y="4981175"/>
            <a:ext cx="912813" cy="1054100"/>
            <a:chOff x="3574" y="550"/>
            <a:chExt cx="575" cy="664"/>
          </a:xfrm>
        </p:grpSpPr>
        <p:grpSp>
          <p:nvGrpSpPr>
            <p:cNvPr id="256" name="Group 164">
              <a:extLst>
                <a:ext uri="{FF2B5EF4-FFF2-40B4-BE49-F238E27FC236}">
                  <a16:creationId xmlns:a16="http://schemas.microsoft.com/office/drawing/2014/main" id="{CD93400A-6D0D-684A-BBBD-FEAE608B92E1}"/>
                </a:ext>
              </a:extLst>
            </p:cNvPr>
            <p:cNvGrpSpPr>
              <a:grpSpLocks/>
            </p:cNvGrpSpPr>
            <p:nvPr/>
          </p:nvGrpSpPr>
          <p:grpSpPr bwMode="auto">
            <a:xfrm>
              <a:off x="3588" y="692"/>
              <a:ext cx="561" cy="522"/>
              <a:chOff x="-44" y="1473"/>
              <a:chExt cx="981" cy="1105"/>
            </a:xfrm>
          </p:grpSpPr>
          <p:pic>
            <p:nvPicPr>
              <p:cNvPr id="259" name="Picture 165" descr="desktop_computer_stylized_medium">
                <a:extLst>
                  <a:ext uri="{FF2B5EF4-FFF2-40B4-BE49-F238E27FC236}">
                    <a16:creationId xmlns:a16="http://schemas.microsoft.com/office/drawing/2014/main" id="{1D1523A8-A1B8-B44C-A152-2078AE01C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 name="Freeform 166">
                <a:extLst>
                  <a:ext uri="{FF2B5EF4-FFF2-40B4-BE49-F238E27FC236}">
                    <a16:creationId xmlns:a16="http://schemas.microsoft.com/office/drawing/2014/main" id="{A1C82B36-BF01-F24C-877C-0E2759BF1A57}"/>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57" name="Rectangle 115">
              <a:extLst>
                <a:ext uri="{FF2B5EF4-FFF2-40B4-BE49-F238E27FC236}">
                  <a16:creationId xmlns:a16="http://schemas.microsoft.com/office/drawing/2014/main" id="{D073CDC3-856E-F34F-AD4D-EDC68C2D2897}"/>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8" name="Text Box 116">
              <a:extLst>
                <a:ext uri="{FF2B5EF4-FFF2-40B4-BE49-F238E27FC236}">
                  <a16:creationId xmlns:a16="http://schemas.microsoft.com/office/drawing/2014/main" id="{4645B38D-9175-AD49-B83F-C3999FDDBD63}"/>
                </a:ext>
              </a:extLst>
            </p:cNvPr>
            <p:cNvSpPr txBox="1">
              <a:spLocks noChangeArrowheads="1"/>
            </p:cNvSpPr>
            <p:nvPr/>
          </p:nvSpPr>
          <p:spPr bwMode="auto">
            <a:xfrm>
              <a:off x="3574" y="550"/>
              <a:ext cx="43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agent</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1" name="Group 130">
            <a:extLst>
              <a:ext uri="{FF2B5EF4-FFF2-40B4-BE49-F238E27FC236}">
                <a16:creationId xmlns:a16="http://schemas.microsoft.com/office/drawing/2014/main" id="{13EDFF6E-21A5-9348-B003-C5417A1E00C5}"/>
              </a:ext>
            </a:extLst>
          </p:cNvPr>
          <p:cNvGrpSpPr>
            <a:grpSpLocks/>
          </p:cNvGrpSpPr>
          <p:nvPr/>
        </p:nvGrpSpPr>
        <p:grpSpPr bwMode="auto">
          <a:xfrm>
            <a:off x="6014130" y="4712887"/>
            <a:ext cx="511175" cy="693738"/>
            <a:chOff x="4140" y="429"/>
            <a:chExt cx="1425" cy="2396"/>
          </a:xfrm>
        </p:grpSpPr>
        <p:sp>
          <p:nvSpPr>
            <p:cNvPr id="262" name="Freeform 131">
              <a:extLst>
                <a:ext uri="{FF2B5EF4-FFF2-40B4-BE49-F238E27FC236}">
                  <a16:creationId xmlns:a16="http://schemas.microsoft.com/office/drawing/2014/main" id="{61FD7F4A-FEC8-9A47-901F-32CC32BCA278}"/>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Rectangle 132">
              <a:extLst>
                <a:ext uri="{FF2B5EF4-FFF2-40B4-BE49-F238E27FC236}">
                  <a16:creationId xmlns:a16="http://schemas.microsoft.com/office/drawing/2014/main" id="{EB17B35A-AE03-6345-8385-2A3ECEF18FFD}"/>
                </a:ext>
              </a:extLst>
            </p:cNvPr>
            <p:cNvSpPr>
              <a:spLocks noChangeArrowheads="1"/>
            </p:cNvSpPr>
            <p:nvPr/>
          </p:nvSpPr>
          <p:spPr bwMode="auto">
            <a:xfrm>
              <a:off x="4206" y="429"/>
              <a:ext cx="1044" cy="2286"/>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Freeform 133">
              <a:extLst>
                <a:ext uri="{FF2B5EF4-FFF2-40B4-BE49-F238E27FC236}">
                  <a16:creationId xmlns:a16="http://schemas.microsoft.com/office/drawing/2014/main" id="{C8ABAA8F-E55F-F847-A050-27D27A3D3545}"/>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5" name="Freeform 134">
              <a:extLst>
                <a:ext uri="{FF2B5EF4-FFF2-40B4-BE49-F238E27FC236}">
                  <a16:creationId xmlns:a16="http://schemas.microsoft.com/office/drawing/2014/main" id="{CB3506B1-1B76-2B4F-92ED-0581496CD79F}"/>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6" name="Rectangle 135">
              <a:extLst>
                <a:ext uri="{FF2B5EF4-FFF2-40B4-BE49-F238E27FC236}">
                  <a16:creationId xmlns:a16="http://schemas.microsoft.com/office/drawing/2014/main" id="{C29141DC-E1CD-CA47-AA6E-3F36A18F879C}"/>
                </a:ext>
              </a:extLst>
            </p:cNvPr>
            <p:cNvSpPr>
              <a:spLocks noChangeArrowheads="1"/>
            </p:cNvSpPr>
            <p:nvPr/>
          </p:nvSpPr>
          <p:spPr bwMode="auto">
            <a:xfrm>
              <a:off x="4211" y="692"/>
              <a:ext cx="597"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67" name="Group 136">
              <a:extLst>
                <a:ext uri="{FF2B5EF4-FFF2-40B4-BE49-F238E27FC236}">
                  <a16:creationId xmlns:a16="http://schemas.microsoft.com/office/drawing/2014/main" id="{EAB3ACB3-470F-C840-AA24-17BBD7FD58A3}"/>
                </a:ext>
              </a:extLst>
            </p:cNvPr>
            <p:cNvGrpSpPr>
              <a:grpSpLocks/>
            </p:cNvGrpSpPr>
            <p:nvPr/>
          </p:nvGrpSpPr>
          <p:grpSpPr bwMode="auto">
            <a:xfrm>
              <a:off x="4749" y="668"/>
              <a:ext cx="581" cy="145"/>
              <a:chOff x="614" y="2568"/>
              <a:chExt cx="725" cy="139"/>
            </a:xfrm>
          </p:grpSpPr>
          <p:sp>
            <p:nvSpPr>
              <p:cNvPr id="292" name="AutoShape 137">
                <a:extLst>
                  <a:ext uri="{FF2B5EF4-FFF2-40B4-BE49-F238E27FC236}">
                    <a16:creationId xmlns:a16="http://schemas.microsoft.com/office/drawing/2014/main" id="{C020859C-D00D-7B45-962D-E8E3647B9B6D}"/>
                  </a:ext>
                </a:extLst>
              </p:cNvPr>
              <p:cNvSpPr>
                <a:spLocks noChangeArrowheads="1"/>
              </p:cNvSpPr>
              <p:nvPr/>
            </p:nvSpPr>
            <p:spPr bwMode="auto">
              <a:xfrm>
                <a:off x="616" y="2570"/>
                <a:ext cx="723"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3" name="AutoShape 138">
                <a:extLst>
                  <a:ext uri="{FF2B5EF4-FFF2-40B4-BE49-F238E27FC236}">
                    <a16:creationId xmlns:a16="http://schemas.microsoft.com/office/drawing/2014/main" id="{60E64D16-745C-7C42-81A9-0C7B93AE076D}"/>
                  </a:ext>
                </a:extLst>
              </p:cNvPr>
              <p:cNvSpPr>
                <a:spLocks noChangeArrowheads="1"/>
              </p:cNvSpPr>
              <p:nvPr/>
            </p:nvSpPr>
            <p:spPr bwMode="auto">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68" name="Rectangle 139">
              <a:extLst>
                <a:ext uri="{FF2B5EF4-FFF2-40B4-BE49-F238E27FC236}">
                  <a16:creationId xmlns:a16="http://schemas.microsoft.com/office/drawing/2014/main" id="{F1D855D2-71AC-984F-9A72-50E8ABC1B688}"/>
                </a:ext>
              </a:extLst>
            </p:cNvPr>
            <p:cNvSpPr>
              <a:spLocks noChangeArrowheads="1"/>
            </p:cNvSpPr>
            <p:nvPr/>
          </p:nvSpPr>
          <p:spPr bwMode="auto">
            <a:xfrm>
              <a:off x="4224" y="1021"/>
              <a:ext cx="597"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69" name="Group 140">
              <a:extLst>
                <a:ext uri="{FF2B5EF4-FFF2-40B4-BE49-F238E27FC236}">
                  <a16:creationId xmlns:a16="http://schemas.microsoft.com/office/drawing/2014/main" id="{20BB9E40-6067-8049-AD58-FBE8FE00A726}"/>
                </a:ext>
              </a:extLst>
            </p:cNvPr>
            <p:cNvGrpSpPr>
              <a:grpSpLocks/>
            </p:cNvGrpSpPr>
            <p:nvPr/>
          </p:nvGrpSpPr>
          <p:grpSpPr bwMode="auto">
            <a:xfrm>
              <a:off x="4747" y="994"/>
              <a:ext cx="581" cy="134"/>
              <a:chOff x="614" y="2568"/>
              <a:chExt cx="725" cy="139"/>
            </a:xfrm>
          </p:grpSpPr>
          <p:sp>
            <p:nvSpPr>
              <p:cNvPr id="290" name="AutoShape 141">
                <a:extLst>
                  <a:ext uri="{FF2B5EF4-FFF2-40B4-BE49-F238E27FC236}">
                    <a16:creationId xmlns:a16="http://schemas.microsoft.com/office/drawing/2014/main" id="{2B68BE35-A43A-9149-A03B-07B187ED188F}"/>
                  </a:ext>
                </a:extLst>
              </p:cNvPr>
              <p:cNvSpPr>
                <a:spLocks noChangeArrowheads="1"/>
              </p:cNvSpPr>
              <p:nvPr/>
            </p:nvSpPr>
            <p:spPr bwMode="auto">
              <a:xfrm>
                <a:off x="613" y="2568"/>
                <a:ext cx="718"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1" name="AutoShape 142">
                <a:extLst>
                  <a:ext uri="{FF2B5EF4-FFF2-40B4-BE49-F238E27FC236}">
                    <a16:creationId xmlns:a16="http://schemas.microsoft.com/office/drawing/2014/main" id="{43D29C0B-DA7B-C74E-A16B-88D6DA5FC343}"/>
                  </a:ext>
                </a:extLst>
              </p:cNvPr>
              <p:cNvSpPr>
                <a:spLocks noChangeArrowheads="1"/>
              </p:cNvSpPr>
              <p:nvPr/>
            </p:nvSpPr>
            <p:spPr bwMode="auto">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0" name="Rectangle 143">
              <a:extLst>
                <a:ext uri="{FF2B5EF4-FFF2-40B4-BE49-F238E27FC236}">
                  <a16:creationId xmlns:a16="http://schemas.microsoft.com/office/drawing/2014/main" id="{0F5C4F7B-5FAA-1840-9009-D9D57F79D692}"/>
                </a:ext>
              </a:extLst>
            </p:cNvPr>
            <p:cNvSpPr>
              <a:spLocks noChangeArrowheads="1"/>
            </p:cNvSpPr>
            <p:nvPr/>
          </p:nvSpPr>
          <p:spPr bwMode="auto">
            <a:xfrm>
              <a:off x="4215" y="1356"/>
              <a:ext cx="597"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1" name="Rectangle 144">
              <a:extLst>
                <a:ext uri="{FF2B5EF4-FFF2-40B4-BE49-F238E27FC236}">
                  <a16:creationId xmlns:a16="http://schemas.microsoft.com/office/drawing/2014/main" id="{BF7A105A-0D0F-D945-913B-9DE9C972C242}"/>
                </a:ext>
              </a:extLst>
            </p:cNvPr>
            <p:cNvSpPr>
              <a:spLocks noChangeArrowheads="1"/>
            </p:cNvSpPr>
            <p:nvPr/>
          </p:nvSpPr>
          <p:spPr bwMode="auto">
            <a:xfrm>
              <a:off x="4229" y="1657"/>
              <a:ext cx="597"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2" name="Group 145">
              <a:extLst>
                <a:ext uri="{FF2B5EF4-FFF2-40B4-BE49-F238E27FC236}">
                  <a16:creationId xmlns:a16="http://schemas.microsoft.com/office/drawing/2014/main" id="{10CBB227-95A4-914B-BF9A-A9635D613B84}"/>
                </a:ext>
              </a:extLst>
            </p:cNvPr>
            <p:cNvGrpSpPr>
              <a:grpSpLocks/>
            </p:cNvGrpSpPr>
            <p:nvPr/>
          </p:nvGrpSpPr>
          <p:grpSpPr bwMode="auto">
            <a:xfrm>
              <a:off x="4735" y="1627"/>
              <a:ext cx="582" cy="151"/>
              <a:chOff x="614" y="2568"/>
              <a:chExt cx="725" cy="139"/>
            </a:xfrm>
          </p:grpSpPr>
          <p:sp>
            <p:nvSpPr>
              <p:cNvPr id="288" name="AutoShape 146">
                <a:extLst>
                  <a:ext uri="{FF2B5EF4-FFF2-40B4-BE49-F238E27FC236}">
                    <a16:creationId xmlns:a16="http://schemas.microsoft.com/office/drawing/2014/main" id="{DB5D7EB6-D073-2D4B-B3BB-04D89CC597F1}"/>
                  </a:ext>
                </a:extLst>
              </p:cNvPr>
              <p:cNvSpPr>
                <a:spLocks noChangeArrowheads="1"/>
              </p:cNvSpPr>
              <p:nvPr/>
            </p:nvSpPr>
            <p:spPr bwMode="auto">
              <a:xfrm>
                <a:off x="612" y="2581"/>
                <a:ext cx="728" cy="126"/>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9" name="AutoShape 147">
                <a:extLst>
                  <a:ext uri="{FF2B5EF4-FFF2-40B4-BE49-F238E27FC236}">
                    <a16:creationId xmlns:a16="http://schemas.microsoft.com/office/drawing/2014/main" id="{A0CFD582-078B-8445-A2D9-CF20F92CDD18}"/>
                  </a:ext>
                </a:extLst>
              </p:cNvPr>
              <p:cNvSpPr>
                <a:spLocks noChangeArrowheads="1"/>
              </p:cNvSpPr>
              <p:nvPr/>
            </p:nvSpPr>
            <p:spPr bwMode="auto">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3" name="Freeform 148">
              <a:extLst>
                <a:ext uri="{FF2B5EF4-FFF2-40B4-BE49-F238E27FC236}">
                  <a16:creationId xmlns:a16="http://schemas.microsoft.com/office/drawing/2014/main" id="{947FD5AC-F03D-0B44-BCDE-4549BC612509}"/>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4" name="Group 149">
              <a:extLst>
                <a:ext uri="{FF2B5EF4-FFF2-40B4-BE49-F238E27FC236}">
                  <a16:creationId xmlns:a16="http://schemas.microsoft.com/office/drawing/2014/main" id="{9B44B04A-F8ED-0347-ADCB-1B8E61433E6D}"/>
                </a:ext>
              </a:extLst>
            </p:cNvPr>
            <p:cNvGrpSpPr>
              <a:grpSpLocks/>
            </p:cNvGrpSpPr>
            <p:nvPr/>
          </p:nvGrpSpPr>
          <p:grpSpPr bwMode="auto">
            <a:xfrm>
              <a:off x="4739" y="1327"/>
              <a:ext cx="582" cy="139"/>
              <a:chOff x="614" y="2568"/>
              <a:chExt cx="725" cy="139"/>
            </a:xfrm>
          </p:grpSpPr>
          <p:sp>
            <p:nvSpPr>
              <p:cNvPr id="286" name="AutoShape 150">
                <a:extLst>
                  <a:ext uri="{FF2B5EF4-FFF2-40B4-BE49-F238E27FC236}">
                    <a16:creationId xmlns:a16="http://schemas.microsoft.com/office/drawing/2014/main" id="{636BD840-6281-2248-803C-E55A27601CE0}"/>
                  </a:ext>
                </a:extLst>
              </p:cNvPr>
              <p:cNvSpPr>
                <a:spLocks noChangeArrowheads="1"/>
              </p:cNvSpPr>
              <p:nvPr/>
            </p:nvSpPr>
            <p:spPr bwMode="auto">
              <a:xfrm>
                <a:off x="612" y="2569"/>
                <a:ext cx="728"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7" name="AutoShape 151">
                <a:extLst>
                  <a:ext uri="{FF2B5EF4-FFF2-40B4-BE49-F238E27FC236}">
                    <a16:creationId xmlns:a16="http://schemas.microsoft.com/office/drawing/2014/main" id="{03A123BA-E3B3-1D47-9672-817DDBA916F1}"/>
                  </a:ext>
                </a:extLst>
              </p:cNvPr>
              <p:cNvSpPr>
                <a:spLocks noChangeArrowheads="1"/>
              </p:cNvSpPr>
              <p:nvPr/>
            </p:nvSpPr>
            <p:spPr bwMode="auto">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5" name="Rectangle 152">
              <a:extLst>
                <a:ext uri="{FF2B5EF4-FFF2-40B4-BE49-F238E27FC236}">
                  <a16:creationId xmlns:a16="http://schemas.microsoft.com/office/drawing/2014/main" id="{4D20038F-2D96-1F44-8783-5BAADC6A31AB}"/>
                </a:ext>
              </a:extLst>
            </p:cNvPr>
            <p:cNvSpPr>
              <a:spLocks noChangeArrowheads="1"/>
            </p:cNvSpPr>
            <p:nvPr/>
          </p:nvSpPr>
          <p:spPr bwMode="auto">
            <a:xfrm>
              <a:off x="5251" y="429"/>
              <a:ext cx="66"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6" name="Freeform 153">
              <a:extLst>
                <a:ext uri="{FF2B5EF4-FFF2-40B4-BE49-F238E27FC236}">
                  <a16:creationId xmlns:a16="http://schemas.microsoft.com/office/drawing/2014/main" id="{ACF47485-E420-FE49-A587-FD7E913695A1}"/>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7" name="Freeform 154">
              <a:extLst>
                <a:ext uri="{FF2B5EF4-FFF2-40B4-BE49-F238E27FC236}">
                  <a16:creationId xmlns:a16="http://schemas.microsoft.com/office/drawing/2014/main" id="{28316736-14D9-7F43-A8EA-196B798633AF}"/>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8" name="Oval 155">
              <a:extLst>
                <a:ext uri="{FF2B5EF4-FFF2-40B4-BE49-F238E27FC236}">
                  <a16:creationId xmlns:a16="http://schemas.microsoft.com/office/drawing/2014/main" id="{2722AD07-821C-CB4C-9B0B-DAF52F98109B}"/>
                </a:ext>
              </a:extLst>
            </p:cNvPr>
            <p:cNvSpPr>
              <a:spLocks noChangeArrowheads="1"/>
            </p:cNvSpPr>
            <p:nvPr/>
          </p:nvSpPr>
          <p:spPr bwMode="auto">
            <a:xfrm>
              <a:off x="5516" y="2611"/>
              <a:ext cx="49" cy="9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9" name="Freeform 156">
              <a:extLst>
                <a:ext uri="{FF2B5EF4-FFF2-40B4-BE49-F238E27FC236}">
                  <a16:creationId xmlns:a16="http://schemas.microsoft.com/office/drawing/2014/main" id="{AB77166F-9EFA-304A-B417-50C6912B7A0D}"/>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0" name="AutoShape 157">
              <a:extLst>
                <a:ext uri="{FF2B5EF4-FFF2-40B4-BE49-F238E27FC236}">
                  <a16:creationId xmlns:a16="http://schemas.microsoft.com/office/drawing/2014/main" id="{D3E26CDB-2B77-8541-94DF-35B22CFF7E05}"/>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1" name="AutoShape 158">
              <a:extLst>
                <a:ext uri="{FF2B5EF4-FFF2-40B4-BE49-F238E27FC236}">
                  <a16:creationId xmlns:a16="http://schemas.microsoft.com/office/drawing/2014/main" id="{FF893C65-60BF-8948-93D4-F47C74AABF12}"/>
                </a:ext>
              </a:extLst>
            </p:cNvPr>
            <p:cNvSpPr>
              <a:spLocks noChangeArrowheads="1"/>
            </p:cNvSpPr>
            <p:nvPr/>
          </p:nvSpPr>
          <p:spPr bwMode="auto">
            <a:xfrm>
              <a:off x="4206" y="2710"/>
              <a:ext cx="1071"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Oval 159">
              <a:extLst>
                <a:ext uri="{FF2B5EF4-FFF2-40B4-BE49-F238E27FC236}">
                  <a16:creationId xmlns:a16="http://schemas.microsoft.com/office/drawing/2014/main" id="{DD307CA4-5E6F-9742-9FA0-4ABF90FAE297}"/>
                </a:ext>
              </a:extLst>
            </p:cNvPr>
            <p:cNvSpPr>
              <a:spLocks noChangeArrowheads="1"/>
            </p:cNvSpPr>
            <p:nvPr/>
          </p:nvSpPr>
          <p:spPr bwMode="auto">
            <a:xfrm>
              <a:off x="4308" y="2381"/>
              <a:ext cx="159"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Oval 160">
              <a:extLst>
                <a:ext uri="{FF2B5EF4-FFF2-40B4-BE49-F238E27FC236}">
                  <a16:creationId xmlns:a16="http://schemas.microsoft.com/office/drawing/2014/main" id="{3A77FE5B-B51A-4746-8BEB-840D217B5992}"/>
                </a:ext>
              </a:extLst>
            </p:cNvPr>
            <p:cNvSpPr>
              <a:spLocks noChangeArrowheads="1"/>
            </p:cNvSpPr>
            <p:nvPr/>
          </p:nvSpPr>
          <p:spPr bwMode="auto">
            <a:xfrm>
              <a:off x="4485" y="2386"/>
              <a:ext cx="159"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84" name="Oval 161">
              <a:extLst>
                <a:ext uri="{FF2B5EF4-FFF2-40B4-BE49-F238E27FC236}">
                  <a16:creationId xmlns:a16="http://schemas.microsoft.com/office/drawing/2014/main" id="{B7459A07-79C7-4A4E-8631-AD543B8123CD}"/>
                </a:ext>
              </a:extLst>
            </p:cNvPr>
            <p:cNvSpPr>
              <a:spLocks noChangeArrowheads="1"/>
            </p:cNvSpPr>
            <p:nvPr/>
          </p:nvSpPr>
          <p:spPr bwMode="auto">
            <a:xfrm>
              <a:off x="4662" y="2381"/>
              <a:ext cx="159"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5" name="Rectangle 162">
              <a:extLst>
                <a:ext uri="{FF2B5EF4-FFF2-40B4-BE49-F238E27FC236}">
                  <a16:creationId xmlns:a16="http://schemas.microsoft.com/office/drawing/2014/main" id="{D905B9A3-8633-4345-B7CC-84D2E540FA92}"/>
                </a:ext>
              </a:extLst>
            </p:cNvPr>
            <p:cNvSpPr>
              <a:spLocks noChangeArrowheads="1"/>
            </p:cNvSpPr>
            <p:nvPr/>
          </p:nvSpPr>
          <p:spPr bwMode="auto">
            <a:xfrm>
              <a:off x="5060" y="1833"/>
              <a:ext cx="89" cy="762"/>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94" name="Group 97">
            <a:extLst>
              <a:ext uri="{FF2B5EF4-FFF2-40B4-BE49-F238E27FC236}">
                <a16:creationId xmlns:a16="http://schemas.microsoft.com/office/drawing/2014/main" id="{ADB3DE3D-4165-3B46-BB9B-5858B8FFA369}"/>
              </a:ext>
            </a:extLst>
          </p:cNvPr>
          <p:cNvGrpSpPr>
            <a:grpSpLocks/>
          </p:cNvGrpSpPr>
          <p:nvPr/>
        </p:nvGrpSpPr>
        <p:grpSpPr bwMode="auto">
          <a:xfrm>
            <a:off x="3836080" y="4768450"/>
            <a:ext cx="511175" cy="693737"/>
            <a:chOff x="4140" y="429"/>
            <a:chExt cx="1425" cy="2396"/>
          </a:xfrm>
        </p:grpSpPr>
        <p:sp>
          <p:nvSpPr>
            <p:cNvPr id="295" name="Freeform 98">
              <a:extLst>
                <a:ext uri="{FF2B5EF4-FFF2-40B4-BE49-F238E27FC236}">
                  <a16:creationId xmlns:a16="http://schemas.microsoft.com/office/drawing/2014/main" id="{03202765-8544-C841-9C63-3A1DA333ED9E}"/>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Rectangle 99">
              <a:extLst>
                <a:ext uri="{FF2B5EF4-FFF2-40B4-BE49-F238E27FC236}">
                  <a16:creationId xmlns:a16="http://schemas.microsoft.com/office/drawing/2014/main" id="{CAE8C355-09FA-4C47-BBAF-D5EDAD32977C}"/>
                </a:ext>
              </a:extLst>
            </p:cNvPr>
            <p:cNvSpPr>
              <a:spLocks noChangeArrowheads="1"/>
            </p:cNvSpPr>
            <p:nvPr/>
          </p:nvSpPr>
          <p:spPr bwMode="auto">
            <a:xfrm>
              <a:off x="4206" y="429"/>
              <a:ext cx="1044" cy="2286"/>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Freeform 100">
              <a:extLst>
                <a:ext uri="{FF2B5EF4-FFF2-40B4-BE49-F238E27FC236}">
                  <a16:creationId xmlns:a16="http://schemas.microsoft.com/office/drawing/2014/main" id="{1813AF87-1962-CC41-9EA2-E9AAF9C15C56}"/>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8" name="Freeform 101">
              <a:extLst>
                <a:ext uri="{FF2B5EF4-FFF2-40B4-BE49-F238E27FC236}">
                  <a16:creationId xmlns:a16="http://schemas.microsoft.com/office/drawing/2014/main" id="{635DA424-468C-B74D-A71E-8D5238607FDD}"/>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9" name="Rectangle 102">
              <a:extLst>
                <a:ext uri="{FF2B5EF4-FFF2-40B4-BE49-F238E27FC236}">
                  <a16:creationId xmlns:a16="http://schemas.microsoft.com/office/drawing/2014/main" id="{D1116DD3-4725-3F42-9140-A650EBC8887C}"/>
                </a:ext>
              </a:extLst>
            </p:cNvPr>
            <p:cNvSpPr>
              <a:spLocks noChangeArrowheads="1"/>
            </p:cNvSpPr>
            <p:nvPr/>
          </p:nvSpPr>
          <p:spPr bwMode="auto">
            <a:xfrm>
              <a:off x="4211" y="692"/>
              <a:ext cx="597"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0" name="Group 103">
              <a:extLst>
                <a:ext uri="{FF2B5EF4-FFF2-40B4-BE49-F238E27FC236}">
                  <a16:creationId xmlns:a16="http://schemas.microsoft.com/office/drawing/2014/main" id="{96E3F381-15B8-1B49-A258-044D4112E792}"/>
                </a:ext>
              </a:extLst>
            </p:cNvPr>
            <p:cNvGrpSpPr>
              <a:grpSpLocks/>
            </p:cNvGrpSpPr>
            <p:nvPr/>
          </p:nvGrpSpPr>
          <p:grpSpPr bwMode="auto">
            <a:xfrm>
              <a:off x="4749" y="668"/>
              <a:ext cx="581" cy="145"/>
              <a:chOff x="614" y="2568"/>
              <a:chExt cx="725" cy="139"/>
            </a:xfrm>
          </p:grpSpPr>
          <p:sp>
            <p:nvSpPr>
              <p:cNvPr id="325" name="AutoShape 104">
                <a:extLst>
                  <a:ext uri="{FF2B5EF4-FFF2-40B4-BE49-F238E27FC236}">
                    <a16:creationId xmlns:a16="http://schemas.microsoft.com/office/drawing/2014/main" id="{D6B0BF9E-9CBE-1549-B2D8-839D9B2C5BAD}"/>
                  </a:ext>
                </a:extLst>
              </p:cNvPr>
              <p:cNvSpPr>
                <a:spLocks noChangeArrowheads="1"/>
              </p:cNvSpPr>
              <p:nvPr/>
            </p:nvSpPr>
            <p:spPr bwMode="auto">
              <a:xfrm>
                <a:off x="616" y="2570"/>
                <a:ext cx="723"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AutoShape 105">
                <a:extLst>
                  <a:ext uri="{FF2B5EF4-FFF2-40B4-BE49-F238E27FC236}">
                    <a16:creationId xmlns:a16="http://schemas.microsoft.com/office/drawing/2014/main" id="{A0661E37-0B6D-1049-81DE-EB828721F1B3}"/>
                  </a:ext>
                </a:extLst>
              </p:cNvPr>
              <p:cNvSpPr>
                <a:spLocks noChangeArrowheads="1"/>
              </p:cNvSpPr>
              <p:nvPr/>
            </p:nvSpPr>
            <p:spPr bwMode="auto">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1" name="Rectangle 106">
              <a:extLst>
                <a:ext uri="{FF2B5EF4-FFF2-40B4-BE49-F238E27FC236}">
                  <a16:creationId xmlns:a16="http://schemas.microsoft.com/office/drawing/2014/main" id="{BAB9B843-66F5-2248-A3E2-DF01D33259AC}"/>
                </a:ext>
              </a:extLst>
            </p:cNvPr>
            <p:cNvSpPr>
              <a:spLocks noChangeArrowheads="1"/>
            </p:cNvSpPr>
            <p:nvPr/>
          </p:nvSpPr>
          <p:spPr bwMode="auto">
            <a:xfrm>
              <a:off x="4224" y="1021"/>
              <a:ext cx="597"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2" name="Group 107">
              <a:extLst>
                <a:ext uri="{FF2B5EF4-FFF2-40B4-BE49-F238E27FC236}">
                  <a16:creationId xmlns:a16="http://schemas.microsoft.com/office/drawing/2014/main" id="{6518B94D-305C-3E4D-8DCB-3FC99FAF969F}"/>
                </a:ext>
              </a:extLst>
            </p:cNvPr>
            <p:cNvGrpSpPr>
              <a:grpSpLocks/>
            </p:cNvGrpSpPr>
            <p:nvPr/>
          </p:nvGrpSpPr>
          <p:grpSpPr bwMode="auto">
            <a:xfrm>
              <a:off x="4747" y="994"/>
              <a:ext cx="581" cy="134"/>
              <a:chOff x="614" y="2568"/>
              <a:chExt cx="725" cy="139"/>
            </a:xfrm>
          </p:grpSpPr>
          <p:sp>
            <p:nvSpPr>
              <p:cNvPr id="323" name="AutoShape 108">
                <a:extLst>
                  <a:ext uri="{FF2B5EF4-FFF2-40B4-BE49-F238E27FC236}">
                    <a16:creationId xmlns:a16="http://schemas.microsoft.com/office/drawing/2014/main" id="{515F809F-C8CD-E74B-A09F-05D4DAD5CA32}"/>
                  </a:ext>
                </a:extLst>
              </p:cNvPr>
              <p:cNvSpPr>
                <a:spLocks noChangeArrowheads="1"/>
              </p:cNvSpPr>
              <p:nvPr/>
            </p:nvSpPr>
            <p:spPr bwMode="auto">
              <a:xfrm>
                <a:off x="613" y="2568"/>
                <a:ext cx="718"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AutoShape 109">
                <a:extLst>
                  <a:ext uri="{FF2B5EF4-FFF2-40B4-BE49-F238E27FC236}">
                    <a16:creationId xmlns:a16="http://schemas.microsoft.com/office/drawing/2014/main" id="{1541720E-86CE-9D4E-B90E-2C12EBF7C8CD}"/>
                  </a:ext>
                </a:extLst>
              </p:cNvPr>
              <p:cNvSpPr>
                <a:spLocks noChangeArrowheads="1"/>
              </p:cNvSpPr>
              <p:nvPr/>
            </p:nvSpPr>
            <p:spPr bwMode="auto">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3" name="Rectangle 110">
              <a:extLst>
                <a:ext uri="{FF2B5EF4-FFF2-40B4-BE49-F238E27FC236}">
                  <a16:creationId xmlns:a16="http://schemas.microsoft.com/office/drawing/2014/main" id="{F81C1D2B-CFBB-FE4E-BEAF-3C01C171CA48}"/>
                </a:ext>
              </a:extLst>
            </p:cNvPr>
            <p:cNvSpPr>
              <a:spLocks noChangeArrowheads="1"/>
            </p:cNvSpPr>
            <p:nvPr/>
          </p:nvSpPr>
          <p:spPr bwMode="auto">
            <a:xfrm>
              <a:off x="4215" y="1356"/>
              <a:ext cx="597"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4" name="Rectangle 111">
              <a:extLst>
                <a:ext uri="{FF2B5EF4-FFF2-40B4-BE49-F238E27FC236}">
                  <a16:creationId xmlns:a16="http://schemas.microsoft.com/office/drawing/2014/main" id="{7BD2FBC8-D08A-B246-BE8D-016678697A5A}"/>
                </a:ext>
              </a:extLst>
            </p:cNvPr>
            <p:cNvSpPr>
              <a:spLocks noChangeArrowheads="1"/>
            </p:cNvSpPr>
            <p:nvPr/>
          </p:nvSpPr>
          <p:spPr bwMode="auto">
            <a:xfrm>
              <a:off x="4229" y="1657"/>
              <a:ext cx="597"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5" name="Group 112">
              <a:extLst>
                <a:ext uri="{FF2B5EF4-FFF2-40B4-BE49-F238E27FC236}">
                  <a16:creationId xmlns:a16="http://schemas.microsoft.com/office/drawing/2014/main" id="{D3D80363-2E2A-2849-972A-EE8ED7BFA46E}"/>
                </a:ext>
              </a:extLst>
            </p:cNvPr>
            <p:cNvGrpSpPr>
              <a:grpSpLocks/>
            </p:cNvGrpSpPr>
            <p:nvPr/>
          </p:nvGrpSpPr>
          <p:grpSpPr bwMode="auto">
            <a:xfrm>
              <a:off x="4735" y="1627"/>
              <a:ext cx="582" cy="151"/>
              <a:chOff x="614" y="2568"/>
              <a:chExt cx="725" cy="139"/>
            </a:xfrm>
          </p:grpSpPr>
          <p:sp>
            <p:nvSpPr>
              <p:cNvPr id="321" name="AutoShape 113">
                <a:extLst>
                  <a:ext uri="{FF2B5EF4-FFF2-40B4-BE49-F238E27FC236}">
                    <a16:creationId xmlns:a16="http://schemas.microsoft.com/office/drawing/2014/main" id="{0BD3B318-134A-A84C-96F2-1BDB9863DC41}"/>
                  </a:ext>
                </a:extLst>
              </p:cNvPr>
              <p:cNvSpPr>
                <a:spLocks noChangeArrowheads="1"/>
              </p:cNvSpPr>
              <p:nvPr/>
            </p:nvSpPr>
            <p:spPr bwMode="auto">
              <a:xfrm>
                <a:off x="612" y="2581"/>
                <a:ext cx="728" cy="126"/>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AutoShape 114">
                <a:extLst>
                  <a:ext uri="{FF2B5EF4-FFF2-40B4-BE49-F238E27FC236}">
                    <a16:creationId xmlns:a16="http://schemas.microsoft.com/office/drawing/2014/main" id="{27120C70-DCE9-2E4D-B0C9-DD055D0981F5}"/>
                  </a:ext>
                </a:extLst>
              </p:cNvPr>
              <p:cNvSpPr>
                <a:spLocks noChangeArrowheads="1"/>
              </p:cNvSpPr>
              <p:nvPr/>
            </p:nvSpPr>
            <p:spPr bwMode="auto">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6" name="Freeform 115">
              <a:extLst>
                <a:ext uri="{FF2B5EF4-FFF2-40B4-BE49-F238E27FC236}">
                  <a16:creationId xmlns:a16="http://schemas.microsoft.com/office/drawing/2014/main" id="{32116D06-1E4E-6E40-B6AE-33AC57583661}"/>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7" name="Group 116">
              <a:extLst>
                <a:ext uri="{FF2B5EF4-FFF2-40B4-BE49-F238E27FC236}">
                  <a16:creationId xmlns:a16="http://schemas.microsoft.com/office/drawing/2014/main" id="{5BCFC18E-7FE4-8B45-A160-7D7B86F88D6D}"/>
                </a:ext>
              </a:extLst>
            </p:cNvPr>
            <p:cNvGrpSpPr>
              <a:grpSpLocks/>
            </p:cNvGrpSpPr>
            <p:nvPr/>
          </p:nvGrpSpPr>
          <p:grpSpPr bwMode="auto">
            <a:xfrm>
              <a:off x="4739" y="1327"/>
              <a:ext cx="582" cy="139"/>
              <a:chOff x="614" y="2568"/>
              <a:chExt cx="725" cy="139"/>
            </a:xfrm>
          </p:grpSpPr>
          <p:sp>
            <p:nvSpPr>
              <p:cNvPr id="319" name="AutoShape 117">
                <a:extLst>
                  <a:ext uri="{FF2B5EF4-FFF2-40B4-BE49-F238E27FC236}">
                    <a16:creationId xmlns:a16="http://schemas.microsoft.com/office/drawing/2014/main" id="{A5FD1A90-49C4-2948-9007-9990A218BEE7}"/>
                  </a:ext>
                </a:extLst>
              </p:cNvPr>
              <p:cNvSpPr>
                <a:spLocks noChangeArrowheads="1"/>
              </p:cNvSpPr>
              <p:nvPr/>
            </p:nvSpPr>
            <p:spPr bwMode="auto">
              <a:xfrm>
                <a:off x="612" y="2569"/>
                <a:ext cx="728"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AutoShape 118">
                <a:extLst>
                  <a:ext uri="{FF2B5EF4-FFF2-40B4-BE49-F238E27FC236}">
                    <a16:creationId xmlns:a16="http://schemas.microsoft.com/office/drawing/2014/main" id="{AD5A551B-E827-BE40-871C-2FE9EA42BC52}"/>
                  </a:ext>
                </a:extLst>
              </p:cNvPr>
              <p:cNvSpPr>
                <a:spLocks noChangeArrowheads="1"/>
              </p:cNvSpPr>
              <p:nvPr/>
            </p:nvSpPr>
            <p:spPr bwMode="auto">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8" name="Rectangle 119">
              <a:extLst>
                <a:ext uri="{FF2B5EF4-FFF2-40B4-BE49-F238E27FC236}">
                  <a16:creationId xmlns:a16="http://schemas.microsoft.com/office/drawing/2014/main" id="{9E89F03E-4741-2E45-BBF4-F9CEAC095B32}"/>
                </a:ext>
              </a:extLst>
            </p:cNvPr>
            <p:cNvSpPr>
              <a:spLocks noChangeArrowheads="1"/>
            </p:cNvSpPr>
            <p:nvPr/>
          </p:nvSpPr>
          <p:spPr bwMode="auto">
            <a:xfrm>
              <a:off x="5251" y="429"/>
              <a:ext cx="66"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Freeform 120">
              <a:extLst>
                <a:ext uri="{FF2B5EF4-FFF2-40B4-BE49-F238E27FC236}">
                  <a16:creationId xmlns:a16="http://schemas.microsoft.com/office/drawing/2014/main" id="{5B36F789-D673-924A-B6E2-89FF2E71B9E7}"/>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121">
              <a:extLst>
                <a:ext uri="{FF2B5EF4-FFF2-40B4-BE49-F238E27FC236}">
                  <a16:creationId xmlns:a16="http://schemas.microsoft.com/office/drawing/2014/main" id="{575FFFE5-59E8-454D-8E1B-8661926F3F4F}"/>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1" name="Oval 122">
              <a:extLst>
                <a:ext uri="{FF2B5EF4-FFF2-40B4-BE49-F238E27FC236}">
                  <a16:creationId xmlns:a16="http://schemas.microsoft.com/office/drawing/2014/main" id="{01273880-520A-0D47-94ED-5792308AEEBD}"/>
                </a:ext>
              </a:extLst>
            </p:cNvPr>
            <p:cNvSpPr>
              <a:spLocks noChangeArrowheads="1"/>
            </p:cNvSpPr>
            <p:nvPr/>
          </p:nvSpPr>
          <p:spPr bwMode="auto">
            <a:xfrm>
              <a:off x="5516" y="2611"/>
              <a:ext cx="49" cy="9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2" name="Freeform 123">
              <a:extLst>
                <a:ext uri="{FF2B5EF4-FFF2-40B4-BE49-F238E27FC236}">
                  <a16:creationId xmlns:a16="http://schemas.microsoft.com/office/drawing/2014/main" id="{20B4A8A9-719B-B94A-84E0-FEDC33E21EFB}"/>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AutoShape 124">
              <a:extLst>
                <a:ext uri="{FF2B5EF4-FFF2-40B4-BE49-F238E27FC236}">
                  <a16:creationId xmlns:a16="http://schemas.microsoft.com/office/drawing/2014/main" id="{E2C42425-B3EE-8146-91D1-2DD406A09511}"/>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AutoShape 125">
              <a:extLst>
                <a:ext uri="{FF2B5EF4-FFF2-40B4-BE49-F238E27FC236}">
                  <a16:creationId xmlns:a16="http://schemas.microsoft.com/office/drawing/2014/main" id="{4F76F24A-FC5D-6A4F-9463-E77748FD58B4}"/>
                </a:ext>
              </a:extLst>
            </p:cNvPr>
            <p:cNvSpPr>
              <a:spLocks noChangeArrowheads="1"/>
            </p:cNvSpPr>
            <p:nvPr/>
          </p:nvSpPr>
          <p:spPr bwMode="auto">
            <a:xfrm>
              <a:off x="4206" y="2710"/>
              <a:ext cx="1071"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5" name="Oval 126">
              <a:extLst>
                <a:ext uri="{FF2B5EF4-FFF2-40B4-BE49-F238E27FC236}">
                  <a16:creationId xmlns:a16="http://schemas.microsoft.com/office/drawing/2014/main" id="{1D9B7E36-CAB9-0E4B-B681-F767080585D7}"/>
                </a:ext>
              </a:extLst>
            </p:cNvPr>
            <p:cNvSpPr>
              <a:spLocks noChangeArrowheads="1"/>
            </p:cNvSpPr>
            <p:nvPr/>
          </p:nvSpPr>
          <p:spPr bwMode="auto">
            <a:xfrm>
              <a:off x="4308" y="2381"/>
              <a:ext cx="159"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Oval 127">
              <a:extLst>
                <a:ext uri="{FF2B5EF4-FFF2-40B4-BE49-F238E27FC236}">
                  <a16:creationId xmlns:a16="http://schemas.microsoft.com/office/drawing/2014/main" id="{E3545956-0C42-C345-87E7-B325418EDA02}"/>
                </a:ext>
              </a:extLst>
            </p:cNvPr>
            <p:cNvSpPr>
              <a:spLocks noChangeArrowheads="1"/>
            </p:cNvSpPr>
            <p:nvPr/>
          </p:nvSpPr>
          <p:spPr bwMode="auto">
            <a:xfrm>
              <a:off x="4485" y="2386"/>
              <a:ext cx="159"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7" name="Oval 128">
              <a:extLst>
                <a:ext uri="{FF2B5EF4-FFF2-40B4-BE49-F238E27FC236}">
                  <a16:creationId xmlns:a16="http://schemas.microsoft.com/office/drawing/2014/main" id="{E67EEB31-8E9F-7949-9AEE-953592735608}"/>
                </a:ext>
              </a:extLst>
            </p:cNvPr>
            <p:cNvSpPr>
              <a:spLocks noChangeArrowheads="1"/>
            </p:cNvSpPr>
            <p:nvPr/>
          </p:nvSpPr>
          <p:spPr bwMode="auto">
            <a:xfrm>
              <a:off x="4662" y="2381"/>
              <a:ext cx="159"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8" name="Rectangle 129">
              <a:extLst>
                <a:ext uri="{FF2B5EF4-FFF2-40B4-BE49-F238E27FC236}">
                  <a16:creationId xmlns:a16="http://schemas.microsoft.com/office/drawing/2014/main" id="{5E38596A-D6EE-8A43-B103-6CC1A20DBB67}"/>
                </a:ext>
              </a:extLst>
            </p:cNvPr>
            <p:cNvSpPr>
              <a:spLocks noChangeArrowheads="1"/>
            </p:cNvSpPr>
            <p:nvPr/>
          </p:nvSpPr>
          <p:spPr bwMode="auto">
            <a:xfrm>
              <a:off x="5060" y="1833"/>
              <a:ext cx="89" cy="762"/>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7" name="Group 20">
            <a:extLst>
              <a:ext uri="{FF2B5EF4-FFF2-40B4-BE49-F238E27FC236}">
                <a16:creationId xmlns:a16="http://schemas.microsoft.com/office/drawing/2014/main" id="{6B376882-67D1-6642-B577-EE5384FDD0DA}"/>
              </a:ext>
            </a:extLst>
          </p:cNvPr>
          <p:cNvGrpSpPr>
            <a:grpSpLocks/>
          </p:cNvGrpSpPr>
          <p:nvPr/>
        </p:nvGrpSpPr>
        <p:grpSpPr bwMode="auto">
          <a:xfrm>
            <a:off x="3969430" y="5055787"/>
            <a:ext cx="809625" cy="1049338"/>
            <a:chOff x="4296" y="2627"/>
            <a:chExt cx="510" cy="661"/>
          </a:xfrm>
        </p:grpSpPr>
        <p:sp>
          <p:nvSpPr>
            <p:cNvPr id="328" name="Rectangle 21">
              <a:extLst>
                <a:ext uri="{FF2B5EF4-FFF2-40B4-BE49-F238E27FC236}">
                  <a16:creationId xmlns:a16="http://schemas.microsoft.com/office/drawing/2014/main" id="{CC5D394C-77F3-944C-B991-14BF75531143}"/>
                </a:ext>
              </a:extLst>
            </p:cNvPr>
            <p:cNvSpPr>
              <a:spLocks noChangeArrowheads="1"/>
            </p:cNvSpPr>
            <p:nvPr/>
          </p:nvSpPr>
          <p:spPr bwMode="auto">
            <a:xfrm>
              <a:off x="4296" y="2652"/>
              <a:ext cx="510" cy="636"/>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9" name="Text Box 22">
              <a:extLst>
                <a:ext uri="{FF2B5EF4-FFF2-40B4-BE49-F238E27FC236}">
                  <a16:creationId xmlns:a16="http://schemas.microsoft.com/office/drawing/2014/main" id="{EE677E13-F5D8-F64B-8BF4-7DF73BB03D8D}"/>
                </a:ext>
              </a:extLst>
            </p:cNvPr>
            <p:cNvSpPr txBox="1">
              <a:spLocks noChangeArrowheads="1"/>
            </p:cNvSpPr>
            <p:nvPr/>
          </p:nvSpPr>
          <p:spPr bwMode="auto">
            <a:xfrm>
              <a:off x="4304" y="2627"/>
              <a:ext cx="472"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mail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Rectangle 23">
              <a:extLst>
                <a:ext uri="{FF2B5EF4-FFF2-40B4-BE49-F238E27FC236}">
                  <a16:creationId xmlns:a16="http://schemas.microsoft.com/office/drawing/2014/main" id="{7D15F646-E03A-774B-A508-1EF0B3C4C544}"/>
                </a:ext>
              </a:extLst>
            </p:cNvPr>
            <p:cNvSpPr>
              <a:spLocks noChangeArrowheads="1"/>
            </p:cNvSpPr>
            <p:nvPr/>
          </p:nvSpPr>
          <p:spPr bwMode="auto">
            <a:xfrm>
              <a:off x="4320" y="300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Line 24">
              <a:extLst>
                <a:ext uri="{FF2B5EF4-FFF2-40B4-BE49-F238E27FC236}">
                  <a16:creationId xmlns:a16="http://schemas.microsoft.com/office/drawing/2014/main" id="{AE3EF45E-8540-9B48-AAEF-B5B93F92C2DA}"/>
                </a:ext>
              </a:extLst>
            </p:cNvPr>
            <p:cNvSpPr>
              <a:spLocks noChangeShapeType="1"/>
            </p:cNvSpPr>
            <p:nvPr/>
          </p:nvSpPr>
          <p:spPr bwMode="auto">
            <a:xfrm>
              <a:off x="4369"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Line 25">
              <a:extLst>
                <a:ext uri="{FF2B5EF4-FFF2-40B4-BE49-F238E27FC236}">
                  <a16:creationId xmlns:a16="http://schemas.microsoft.com/office/drawing/2014/main" id="{9A3B4EF6-63F2-0947-B7B6-7FADC44E6420}"/>
                </a:ext>
              </a:extLst>
            </p:cNvPr>
            <p:cNvSpPr>
              <a:spLocks noChangeShapeType="1"/>
            </p:cNvSpPr>
            <p:nvPr/>
          </p:nvSpPr>
          <p:spPr bwMode="auto">
            <a:xfrm>
              <a:off x="4478"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Line 26">
              <a:extLst>
                <a:ext uri="{FF2B5EF4-FFF2-40B4-BE49-F238E27FC236}">
                  <a16:creationId xmlns:a16="http://schemas.microsoft.com/office/drawing/2014/main" id="{28713178-2168-3342-8EA0-1EFAEB77CFBC}"/>
                </a:ext>
              </a:extLst>
            </p:cNvPr>
            <p:cNvSpPr>
              <a:spLocks noChangeShapeType="1"/>
            </p:cNvSpPr>
            <p:nvPr/>
          </p:nvSpPr>
          <p:spPr bwMode="auto">
            <a:xfrm>
              <a:off x="4533" y="303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4" name="Line 27">
              <a:extLst>
                <a:ext uri="{FF2B5EF4-FFF2-40B4-BE49-F238E27FC236}">
                  <a16:creationId xmlns:a16="http://schemas.microsoft.com/office/drawing/2014/main" id="{7F512291-0783-2C4D-A8BC-E711760A298F}"/>
                </a:ext>
              </a:extLst>
            </p:cNvPr>
            <p:cNvSpPr>
              <a:spLocks noChangeShapeType="1"/>
            </p:cNvSpPr>
            <p:nvPr/>
          </p:nvSpPr>
          <p:spPr bwMode="auto">
            <a:xfrm>
              <a:off x="4590"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5" name="Line 28">
              <a:extLst>
                <a:ext uri="{FF2B5EF4-FFF2-40B4-BE49-F238E27FC236}">
                  <a16:creationId xmlns:a16="http://schemas.microsoft.com/office/drawing/2014/main" id="{C7F7AFBC-09B9-1A4A-B167-5E31466A0B81}"/>
                </a:ext>
              </a:extLst>
            </p:cNvPr>
            <p:cNvSpPr>
              <a:spLocks noChangeShapeType="1"/>
            </p:cNvSpPr>
            <p:nvPr/>
          </p:nvSpPr>
          <p:spPr bwMode="auto">
            <a:xfrm>
              <a:off x="4651"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6" name="Line 29">
              <a:extLst>
                <a:ext uri="{FF2B5EF4-FFF2-40B4-BE49-F238E27FC236}">
                  <a16:creationId xmlns:a16="http://schemas.microsoft.com/office/drawing/2014/main" id="{36AD3A7A-6001-B248-909D-97FF4FEC8889}"/>
                </a:ext>
              </a:extLst>
            </p:cNvPr>
            <p:cNvSpPr>
              <a:spLocks noChangeShapeType="1"/>
            </p:cNvSpPr>
            <p:nvPr/>
          </p:nvSpPr>
          <p:spPr bwMode="auto">
            <a:xfrm>
              <a:off x="4707"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7" name="Line 30">
              <a:extLst>
                <a:ext uri="{FF2B5EF4-FFF2-40B4-BE49-F238E27FC236}">
                  <a16:creationId xmlns:a16="http://schemas.microsoft.com/office/drawing/2014/main" id="{AAD9F1B0-F0AE-1E4A-9E8B-7B0411EAF150}"/>
                </a:ext>
              </a:extLst>
            </p:cNvPr>
            <p:cNvSpPr>
              <a:spLocks noChangeShapeType="1"/>
            </p:cNvSpPr>
            <p:nvPr/>
          </p:nvSpPr>
          <p:spPr bwMode="auto">
            <a:xfrm>
              <a:off x="4422"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31">
              <a:extLst>
                <a:ext uri="{FF2B5EF4-FFF2-40B4-BE49-F238E27FC236}">
                  <a16:creationId xmlns:a16="http://schemas.microsoft.com/office/drawing/2014/main" id="{3F9EB85C-0662-2944-B53C-B5C5F284A0B7}"/>
                </a:ext>
              </a:extLst>
            </p:cNvPr>
            <p:cNvSpPr>
              <a:spLocks noChangeArrowheads="1"/>
            </p:cNvSpPr>
            <p:nvPr/>
          </p:nvSpPr>
          <p:spPr bwMode="auto">
            <a:xfrm>
              <a:off x="4328"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9" name="Rectangle 32">
              <a:extLst>
                <a:ext uri="{FF2B5EF4-FFF2-40B4-BE49-F238E27FC236}">
                  <a16:creationId xmlns:a16="http://schemas.microsoft.com/office/drawing/2014/main" id="{E9D294E7-8C79-5A40-B5A2-9B0D1E8C6440}"/>
                </a:ext>
              </a:extLst>
            </p:cNvPr>
            <p:cNvSpPr>
              <a:spLocks noChangeArrowheads="1"/>
            </p:cNvSpPr>
            <p:nvPr/>
          </p:nvSpPr>
          <p:spPr bwMode="auto">
            <a:xfrm>
              <a:off x="4414"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0" name="Rectangle 33">
              <a:extLst>
                <a:ext uri="{FF2B5EF4-FFF2-40B4-BE49-F238E27FC236}">
                  <a16:creationId xmlns:a16="http://schemas.microsoft.com/office/drawing/2014/main" id="{1ECAEAF4-8B77-874F-AE38-AF22ED2624E7}"/>
                </a:ext>
              </a:extLst>
            </p:cNvPr>
            <p:cNvSpPr>
              <a:spLocks noChangeArrowheads="1"/>
            </p:cNvSpPr>
            <p:nvPr/>
          </p:nvSpPr>
          <p:spPr bwMode="auto">
            <a:xfrm>
              <a:off x="4500" y="317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1" name="Rectangle 34">
              <a:extLst>
                <a:ext uri="{FF2B5EF4-FFF2-40B4-BE49-F238E27FC236}">
                  <a16:creationId xmlns:a16="http://schemas.microsoft.com/office/drawing/2014/main" id="{DA0B2421-1373-8547-9A4B-4EF52BDE0BEB}"/>
                </a:ext>
              </a:extLst>
            </p:cNvPr>
            <p:cNvSpPr>
              <a:spLocks noChangeArrowheads="1"/>
            </p:cNvSpPr>
            <p:nvPr/>
          </p:nvSpPr>
          <p:spPr bwMode="auto">
            <a:xfrm>
              <a:off x="4597"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2" name="Rectangle 35">
              <a:extLst>
                <a:ext uri="{FF2B5EF4-FFF2-40B4-BE49-F238E27FC236}">
                  <a16:creationId xmlns:a16="http://schemas.microsoft.com/office/drawing/2014/main" id="{7C2F1B41-189C-4A43-BEF6-C6BE6D5D3591}"/>
                </a:ext>
              </a:extLst>
            </p:cNvPr>
            <p:cNvSpPr>
              <a:spLocks noChangeArrowheads="1"/>
            </p:cNvSpPr>
            <p:nvPr/>
          </p:nvSpPr>
          <p:spPr bwMode="auto">
            <a:xfrm>
              <a:off x="4693"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pic>
        <p:nvPicPr>
          <p:cNvPr id="343" name="Picture 36" descr="Alice">
            <a:extLst>
              <a:ext uri="{FF2B5EF4-FFF2-40B4-BE49-F238E27FC236}">
                <a16:creationId xmlns:a16="http://schemas.microsoft.com/office/drawing/2014/main" id="{63AFF8CB-097F-3846-84FD-E89880F62F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4367" y="5220887"/>
            <a:ext cx="561975"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4" name="Picture 37" descr="Bob">
            <a:extLst>
              <a:ext uri="{FF2B5EF4-FFF2-40B4-BE49-F238E27FC236}">
                <a16:creationId xmlns:a16="http://schemas.microsoft.com/office/drawing/2014/main" id="{67A94867-6C86-964D-8B53-832FD29159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4180" y="5125637"/>
            <a:ext cx="676275"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5" name="Group 48">
            <a:extLst>
              <a:ext uri="{FF2B5EF4-FFF2-40B4-BE49-F238E27FC236}">
                <a16:creationId xmlns:a16="http://schemas.microsoft.com/office/drawing/2014/main" id="{EEADEB4C-0DE5-7A47-B0C1-F7A8830D9591}"/>
              </a:ext>
            </a:extLst>
          </p:cNvPr>
          <p:cNvGrpSpPr>
            <a:grpSpLocks/>
          </p:cNvGrpSpPr>
          <p:nvPr/>
        </p:nvGrpSpPr>
        <p:grpSpPr bwMode="auto">
          <a:xfrm>
            <a:off x="6160180" y="5001812"/>
            <a:ext cx="809625" cy="1049338"/>
            <a:chOff x="4296" y="2627"/>
            <a:chExt cx="510" cy="661"/>
          </a:xfrm>
        </p:grpSpPr>
        <p:sp>
          <p:nvSpPr>
            <p:cNvPr id="346" name="Rectangle 49">
              <a:extLst>
                <a:ext uri="{FF2B5EF4-FFF2-40B4-BE49-F238E27FC236}">
                  <a16:creationId xmlns:a16="http://schemas.microsoft.com/office/drawing/2014/main" id="{4564DF36-9849-6946-BAA4-346D46ED3C10}"/>
                </a:ext>
              </a:extLst>
            </p:cNvPr>
            <p:cNvSpPr>
              <a:spLocks noChangeArrowheads="1"/>
            </p:cNvSpPr>
            <p:nvPr/>
          </p:nvSpPr>
          <p:spPr bwMode="auto">
            <a:xfrm>
              <a:off x="4296" y="2652"/>
              <a:ext cx="510" cy="636"/>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7" name="Text Box 50">
              <a:extLst>
                <a:ext uri="{FF2B5EF4-FFF2-40B4-BE49-F238E27FC236}">
                  <a16:creationId xmlns:a16="http://schemas.microsoft.com/office/drawing/2014/main" id="{95B494F8-B148-1E44-ABE8-6EC09DFF7FA9}"/>
                </a:ext>
              </a:extLst>
            </p:cNvPr>
            <p:cNvSpPr txBox="1">
              <a:spLocks noChangeArrowheads="1"/>
            </p:cNvSpPr>
            <p:nvPr/>
          </p:nvSpPr>
          <p:spPr bwMode="auto">
            <a:xfrm>
              <a:off x="4304" y="2627"/>
              <a:ext cx="472"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mail</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Rectangle 51">
              <a:extLst>
                <a:ext uri="{FF2B5EF4-FFF2-40B4-BE49-F238E27FC236}">
                  <a16:creationId xmlns:a16="http://schemas.microsoft.com/office/drawing/2014/main" id="{1B9214B0-3A96-5243-BB24-2F3F43E20713}"/>
                </a:ext>
              </a:extLst>
            </p:cNvPr>
            <p:cNvSpPr>
              <a:spLocks noChangeArrowheads="1"/>
            </p:cNvSpPr>
            <p:nvPr/>
          </p:nvSpPr>
          <p:spPr bwMode="auto">
            <a:xfrm>
              <a:off x="4320" y="300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9" name="Line 52">
              <a:extLst>
                <a:ext uri="{FF2B5EF4-FFF2-40B4-BE49-F238E27FC236}">
                  <a16:creationId xmlns:a16="http://schemas.microsoft.com/office/drawing/2014/main" id="{D4C180E7-B105-D24F-9DB1-1A50C299AE0C}"/>
                </a:ext>
              </a:extLst>
            </p:cNvPr>
            <p:cNvSpPr>
              <a:spLocks noChangeShapeType="1"/>
            </p:cNvSpPr>
            <p:nvPr/>
          </p:nvSpPr>
          <p:spPr bwMode="auto">
            <a:xfrm>
              <a:off x="4369"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Line 53">
              <a:extLst>
                <a:ext uri="{FF2B5EF4-FFF2-40B4-BE49-F238E27FC236}">
                  <a16:creationId xmlns:a16="http://schemas.microsoft.com/office/drawing/2014/main" id="{165FB39B-14E6-9043-A51D-266CB4D4D8E2}"/>
                </a:ext>
              </a:extLst>
            </p:cNvPr>
            <p:cNvSpPr>
              <a:spLocks noChangeShapeType="1"/>
            </p:cNvSpPr>
            <p:nvPr/>
          </p:nvSpPr>
          <p:spPr bwMode="auto">
            <a:xfrm>
              <a:off x="4478"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Line 54">
              <a:extLst>
                <a:ext uri="{FF2B5EF4-FFF2-40B4-BE49-F238E27FC236}">
                  <a16:creationId xmlns:a16="http://schemas.microsoft.com/office/drawing/2014/main" id="{B0C3A7D7-CF8F-CD41-B9DD-E546D2C03D79}"/>
                </a:ext>
              </a:extLst>
            </p:cNvPr>
            <p:cNvSpPr>
              <a:spLocks noChangeShapeType="1"/>
            </p:cNvSpPr>
            <p:nvPr/>
          </p:nvSpPr>
          <p:spPr bwMode="auto">
            <a:xfrm>
              <a:off x="4533" y="303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Line 55">
              <a:extLst>
                <a:ext uri="{FF2B5EF4-FFF2-40B4-BE49-F238E27FC236}">
                  <a16:creationId xmlns:a16="http://schemas.microsoft.com/office/drawing/2014/main" id="{079A54A6-69B3-6245-A536-821615DFA168}"/>
                </a:ext>
              </a:extLst>
            </p:cNvPr>
            <p:cNvSpPr>
              <a:spLocks noChangeShapeType="1"/>
            </p:cNvSpPr>
            <p:nvPr/>
          </p:nvSpPr>
          <p:spPr bwMode="auto">
            <a:xfrm>
              <a:off x="4590"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3" name="Line 56">
              <a:extLst>
                <a:ext uri="{FF2B5EF4-FFF2-40B4-BE49-F238E27FC236}">
                  <a16:creationId xmlns:a16="http://schemas.microsoft.com/office/drawing/2014/main" id="{50C02768-BE49-0E48-AB58-3ED05EA97C8F}"/>
                </a:ext>
              </a:extLst>
            </p:cNvPr>
            <p:cNvSpPr>
              <a:spLocks noChangeShapeType="1"/>
            </p:cNvSpPr>
            <p:nvPr/>
          </p:nvSpPr>
          <p:spPr bwMode="auto">
            <a:xfrm>
              <a:off x="4651"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Line 57">
              <a:extLst>
                <a:ext uri="{FF2B5EF4-FFF2-40B4-BE49-F238E27FC236}">
                  <a16:creationId xmlns:a16="http://schemas.microsoft.com/office/drawing/2014/main" id="{5765AB2A-57FC-9647-A5F1-3A42797BED8E}"/>
                </a:ext>
              </a:extLst>
            </p:cNvPr>
            <p:cNvSpPr>
              <a:spLocks noChangeShapeType="1"/>
            </p:cNvSpPr>
            <p:nvPr/>
          </p:nvSpPr>
          <p:spPr bwMode="auto">
            <a:xfrm>
              <a:off x="4707" y="303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5" name="Line 58">
              <a:extLst>
                <a:ext uri="{FF2B5EF4-FFF2-40B4-BE49-F238E27FC236}">
                  <a16:creationId xmlns:a16="http://schemas.microsoft.com/office/drawing/2014/main" id="{1D662A5A-250B-5C43-A940-153B333F97AE}"/>
                </a:ext>
              </a:extLst>
            </p:cNvPr>
            <p:cNvSpPr>
              <a:spLocks noChangeShapeType="1"/>
            </p:cNvSpPr>
            <p:nvPr/>
          </p:nvSpPr>
          <p:spPr bwMode="auto">
            <a:xfrm>
              <a:off x="4422" y="303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6" name="Rectangle 59">
              <a:extLst>
                <a:ext uri="{FF2B5EF4-FFF2-40B4-BE49-F238E27FC236}">
                  <a16:creationId xmlns:a16="http://schemas.microsoft.com/office/drawing/2014/main" id="{C467817D-72BB-304A-907C-15078ACB986E}"/>
                </a:ext>
              </a:extLst>
            </p:cNvPr>
            <p:cNvSpPr>
              <a:spLocks noChangeArrowheads="1"/>
            </p:cNvSpPr>
            <p:nvPr/>
          </p:nvSpPr>
          <p:spPr bwMode="auto">
            <a:xfrm>
              <a:off x="4328"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7" name="Rectangle 60">
              <a:extLst>
                <a:ext uri="{FF2B5EF4-FFF2-40B4-BE49-F238E27FC236}">
                  <a16:creationId xmlns:a16="http://schemas.microsoft.com/office/drawing/2014/main" id="{C8B9E0B3-EA63-0E42-BAC5-67850547EF64}"/>
                </a:ext>
              </a:extLst>
            </p:cNvPr>
            <p:cNvSpPr>
              <a:spLocks noChangeArrowheads="1"/>
            </p:cNvSpPr>
            <p:nvPr/>
          </p:nvSpPr>
          <p:spPr bwMode="auto">
            <a:xfrm>
              <a:off x="4414" y="317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 name="Rectangle 61">
              <a:extLst>
                <a:ext uri="{FF2B5EF4-FFF2-40B4-BE49-F238E27FC236}">
                  <a16:creationId xmlns:a16="http://schemas.microsoft.com/office/drawing/2014/main" id="{43E44E4D-C23B-D34F-9AD2-5DFAD5B50820}"/>
                </a:ext>
              </a:extLst>
            </p:cNvPr>
            <p:cNvSpPr>
              <a:spLocks noChangeArrowheads="1"/>
            </p:cNvSpPr>
            <p:nvPr/>
          </p:nvSpPr>
          <p:spPr bwMode="auto">
            <a:xfrm>
              <a:off x="4500" y="317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9" name="Rectangle 62">
              <a:extLst>
                <a:ext uri="{FF2B5EF4-FFF2-40B4-BE49-F238E27FC236}">
                  <a16:creationId xmlns:a16="http://schemas.microsoft.com/office/drawing/2014/main" id="{34AACE8E-FCF4-2846-85E1-B707176DB476}"/>
                </a:ext>
              </a:extLst>
            </p:cNvPr>
            <p:cNvSpPr>
              <a:spLocks noChangeArrowheads="1"/>
            </p:cNvSpPr>
            <p:nvPr/>
          </p:nvSpPr>
          <p:spPr bwMode="auto">
            <a:xfrm>
              <a:off x="4597"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Rectangle 63">
              <a:extLst>
                <a:ext uri="{FF2B5EF4-FFF2-40B4-BE49-F238E27FC236}">
                  <a16:creationId xmlns:a16="http://schemas.microsoft.com/office/drawing/2014/main" id="{C6EFAB4C-6FC0-5A44-9BD5-6EF789ED3EA2}"/>
                </a:ext>
              </a:extLst>
            </p:cNvPr>
            <p:cNvSpPr>
              <a:spLocks noChangeArrowheads="1"/>
            </p:cNvSpPr>
            <p:nvPr/>
          </p:nvSpPr>
          <p:spPr bwMode="auto">
            <a:xfrm>
              <a:off x="4693" y="317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61" name="Line 69">
            <a:extLst>
              <a:ext uri="{FF2B5EF4-FFF2-40B4-BE49-F238E27FC236}">
                <a16:creationId xmlns:a16="http://schemas.microsoft.com/office/drawing/2014/main" id="{B12BA932-5325-874B-B19A-B088808F43F7}"/>
              </a:ext>
            </a:extLst>
          </p:cNvPr>
          <p:cNvSpPr>
            <a:spLocks noChangeShapeType="1"/>
          </p:cNvSpPr>
          <p:nvPr/>
        </p:nvSpPr>
        <p:spPr bwMode="auto">
          <a:xfrm>
            <a:off x="3089955" y="5593950"/>
            <a:ext cx="892175" cy="146050"/>
          </a:xfrm>
          <a:prstGeom prst="line">
            <a:avLst/>
          </a:prstGeom>
          <a:noFill/>
          <a:ln w="12700">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2" name="Line 70">
            <a:extLst>
              <a:ext uri="{FF2B5EF4-FFF2-40B4-BE49-F238E27FC236}">
                <a16:creationId xmlns:a16="http://schemas.microsoft.com/office/drawing/2014/main" id="{9B0EC571-15F5-F54A-9590-2FC0C5F87261}"/>
              </a:ext>
            </a:extLst>
          </p:cNvPr>
          <p:cNvSpPr>
            <a:spLocks noChangeShapeType="1"/>
          </p:cNvSpPr>
          <p:nvPr/>
        </p:nvSpPr>
        <p:spPr bwMode="auto">
          <a:xfrm>
            <a:off x="4775880" y="5728887"/>
            <a:ext cx="1379537" cy="219075"/>
          </a:xfrm>
          <a:prstGeom prst="line">
            <a:avLst/>
          </a:prstGeom>
          <a:noFill/>
          <a:ln w="12700">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3" name="Line 71">
            <a:extLst>
              <a:ext uri="{FF2B5EF4-FFF2-40B4-BE49-F238E27FC236}">
                <a16:creationId xmlns:a16="http://schemas.microsoft.com/office/drawing/2014/main" id="{0CC82D8C-ED1C-6E42-9BF1-DA1481F0EEE6}"/>
              </a:ext>
            </a:extLst>
          </p:cNvPr>
          <p:cNvSpPr>
            <a:spLocks noChangeShapeType="1"/>
          </p:cNvSpPr>
          <p:nvPr/>
        </p:nvSpPr>
        <p:spPr bwMode="auto">
          <a:xfrm flipV="1">
            <a:off x="7006317" y="5508225"/>
            <a:ext cx="1027113" cy="427037"/>
          </a:xfrm>
          <a:prstGeom prst="line">
            <a:avLst/>
          </a:prstGeom>
          <a:noFill/>
          <a:ln w="12700">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4" name="Oval 72">
            <a:extLst>
              <a:ext uri="{FF2B5EF4-FFF2-40B4-BE49-F238E27FC236}">
                <a16:creationId xmlns:a16="http://schemas.microsoft.com/office/drawing/2014/main" id="{0B743518-B7A3-D649-BBB1-081C12DD5412}"/>
              </a:ext>
            </a:extLst>
          </p:cNvPr>
          <p:cNvSpPr>
            <a:spLocks noChangeArrowheads="1"/>
          </p:cNvSpPr>
          <p:nvPr/>
        </p:nvSpPr>
        <p:spPr bwMode="auto">
          <a:xfrm>
            <a:off x="2220005" y="5043087"/>
            <a:ext cx="292100" cy="244475"/>
          </a:xfrm>
          <a:prstGeom prst="ellipse">
            <a:avLst/>
          </a:prstGeom>
          <a:solidFill>
            <a:srgbClr val="FFFFFF"/>
          </a:solidFill>
          <a:ln w="12700">
            <a:solidFill>
              <a:srgbClr val="3333CC"/>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Oval 74">
            <a:extLst>
              <a:ext uri="{FF2B5EF4-FFF2-40B4-BE49-F238E27FC236}">
                <a16:creationId xmlns:a16="http://schemas.microsoft.com/office/drawing/2014/main" id="{DC2768BB-DD45-4E4B-BBD1-C179D968FBBA}"/>
              </a:ext>
            </a:extLst>
          </p:cNvPr>
          <p:cNvSpPr>
            <a:spLocks noChangeArrowheads="1"/>
          </p:cNvSpPr>
          <p:nvPr/>
        </p:nvSpPr>
        <p:spPr bwMode="auto">
          <a:xfrm>
            <a:off x="3329667" y="5538387"/>
            <a:ext cx="292100" cy="244475"/>
          </a:xfrm>
          <a:prstGeom prst="ellipse">
            <a:avLst/>
          </a:prstGeom>
          <a:solidFill>
            <a:srgbClr val="FFFFFF"/>
          </a:solidFill>
          <a:ln w="12700">
            <a:solidFill>
              <a:srgbClr val="3333CC"/>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Oval 75">
            <a:extLst>
              <a:ext uri="{FF2B5EF4-FFF2-40B4-BE49-F238E27FC236}">
                <a16:creationId xmlns:a16="http://schemas.microsoft.com/office/drawing/2014/main" id="{FC69D002-21E2-4843-8E47-2D7A1DFF3E9D}"/>
              </a:ext>
            </a:extLst>
          </p:cNvPr>
          <p:cNvSpPr>
            <a:spLocks noChangeArrowheads="1"/>
          </p:cNvSpPr>
          <p:nvPr/>
        </p:nvSpPr>
        <p:spPr bwMode="auto">
          <a:xfrm>
            <a:off x="4201205" y="5617762"/>
            <a:ext cx="292100" cy="244475"/>
          </a:xfrm>
          <a:prstGeom prst="ellipse">
            <a:avLst/>
          </a:prstGeom>
          <a:solidFill>
            <a:srgbClr val="FFFFFF"/>
          </a:solidFill>
          <a:ln w="12700">
            <a:solidFill>
              <a:srgbClr val="3333CC"/>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7" name="Oval 76">
            <a:extLst>
              <a:ext uri="{FF2B5EF4-FFF2-40B4-BE49-F238E27FC236}">
                <a16:creationId xmlns:a16="http://schemas.microsoft.com/office/drawing/2014/main" id="{81E42442-3779-D54A-9503-408605D98DA8}"/>
              </a:ext>
            </a:extLst>
          </p:cNvPr>
          <p:cNvSpPr>
            <a:spLocks noChangeArrowheads="1"/>
          </p:cNvSpPr>
          <p:nvPr/>
        </p:nvSpPr>
        <p:spPr bwMode="auto">
          <a:xfrm>
            <a:off x="5312455" y="5703487"/>
            <a:ext cx="292100" cy="244475"/>
          </a:xfrm>
          <a:prstGeom prst="ellipse">
            <a:avLst/>
          </a:prstGeom>
          <a:solidFill>
            <a:srgbClr val="FFFFFF"/>
          </a:solidFill>
          <a:ln w="12700">
            <a:solidFill>
              <a:srgbClr val="3333CC"/>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4</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8" name="Oval 77">
            <a:extLst>
              <a:ext uri="{FF2B5EF4-FFF2-40B4-BE49-F238E27FC236}">
                <a16:creationId xmlns:a16="http://schemas.microsoft.com/office/drawing/2014/main" id="{B036CC3D-838C-C54C-AC10-70245E28B484}"/>
              </a:ext>
            </a:extLst>
          </p:cNvPr>
          <p:cNvSpPr>
            <a:spLocks noChangeArrowheads="1"/>
          </p:cNvSpPr>
          <p:nvPr/>
        </p:nvSpPr>
        <p:spPr bwMode="auto">
          <a:xfrm>
            <a:off x="6417355" y="6035275"/>
            <a:ext cx="292100" cy="244475"/>
          </a:xfrm>
          <a:prstGeom prst="ellipse">
            <a:avLst/>
          </a:prstGeom>
          <a:solidFill>
            <a:srgbClr val="FFFFFF"/>
          </a:solidFill>
          <a:ln w="12700">
            <a:solidFill>
              <a:srgbClr val="3333CC"/>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5</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9" name="Oval 78">
            <a:extLst>
              <a:ext uri="{FF2B5EF4-FFF2-40B4-BE49-F238E27FC236}">
                <a16:creationId xmlns:a16="http://schemas.microsoft.com/office/drawing/2014/main" id="{09AB63F1-4A13-9347-B64D-46DAF636F794}"/>
              </a:ext>
            </a:extLst>
          </p:cNvPr>
          <p:cNvSpPr>
            <a:spLocks noChangeArrowheads="1"/>
          </p:cNvSpPr>
          <p:nvPr/>
        </p:nvSpPr>
        <p:spPr bwMode="auto">
          <a:xfrm>
            <a:off x="7339692" y="5605062"/>
            <a:ext cx="292100" cy="244475"/>
          </a:xfrm>
          <a:prstGeom prst="ellipse">
            <a:avLst/>
          </a:prstGeom>
          <a:solidFill>
            <a:srgbClr val="FFFFFF"/>
          </a:solidFill>
          <a:ln w="12700">
            <a:solidFill>
              <a:srgbClr val="3333CC"/>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6</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0" name="Text Box 95">
            <a:extLst>
              <a:ext uri="{FF2B5EF4-FFF2-40B4-BE49-F238E27FC236}">
                <a16:creationId xmlns:a16="http://schemas.microsoft.com/office/drawing/2014/main" id="{9D22DFF5-0D8D-6349-BC46-AB22D2F2BB01}"/>
              </a:ext>
            </a:extLst>
          </p:cNvPr>
          <p:cNvSpPr txBox="1">
            <a:spLocks noChangeArrowheads="1"/>
          </p:cNvSpPr>
          <p:nvPr/>
        </p:nvSpPr>
        <p:spPr bwMode="auto">
          <a:xfrm>
            <a:off x="3485242" y="6168625"/>
            <a:ext cx="1819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Alice</a:t>
            </a: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 mail server</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Text Box 96">
            <a:extLst>
              <a:ext uri="{FF2B5EF4-FFF2-40B4-BE49-F238E27FC236}">
                <a16:creationId xmlns:a16="http://schemas.microsoft.com/office/drawing/2014/main" id="{3CCDA2E2-AC99-0045-BA7F-F3C92F51CD14}"/>
              </a:ext>
            </a:extLst>
          </p:cNvPr>
          <p:cNvSpPr txBox="1">
            <a:spLocks noChangeArrowheads="1"/>
          </p:cNvSpPr>
          <p:nvPr/>
        </p:nvSpPr>
        <p:spPr bwMode="auto">
          <a:xfrm>
            <a:off x="5760130" y="6232125"/>
            <a:ext cx="1741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Bob</a:t>
            </a: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 mail server</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72" name="Group 169">
            <a:extLst>
              <a:ext uri="{FF2B5EF4-FFF2-40B4-BE49-F238E27FC236}">
                <a16:creationId xmlns:a16="http://schemas.microsoft.com/office/drawing/2014/main" id="{6766002A-66B6-B64B-AAEB-F427F3791233}"/>
              </a:ext>
            </a:extLst>
          </p:cNvPr>
          <p:cNvGrpSpPr>
            <a:grpSpLocks/>
          </p:cNvGrpSpPr>
          <p:nvPr/>
        </p:nvGrpSpPr>
        <p:grpSpPr bwMode="auto">
          <a:xfrm>
            <a:off x="7833405" y="4908150"/>
            <a:ext cx="912812" cy="1054100"/>
            <a:chOff x="3574" y="550"/>
            <a:chExt cx="575" cy="664"/>
          </a:xfrm>
        </p:grpSpPr>
        <p:grpSp>
          <p:nvGrpSpPr>
            <p:cNvPr id="373" name="Group 170">
              <a:extLst>
                <a:ext uri="{FF2B5EF4-FFF2-40B4-BE49-F238E27FC236}">
                  <a16:creationId xmlns:a16="http://schemas.microsoft.com/office/drawing/2014/main" id="{95D43423-E726-764E-8062-2A3551E0959D}"/>
                </a:ext>
              </a:extLst>
            </p:cNvPr>
            <p:cNvGrpSpPr>
              <a:grpSpLocks/>
            </p:cNvGrpSpPr>
            <p:nvPr/>
          </p:nvGrpSpPr>
          <p:grpSpPr bwMode="auto">
            <a:xfrm>
              <a:off x="3588" y="692"/>
              <a:ext cx="561" cy="522"/>
              <a:chOff x="-44" y="1473"/>
              <a:chExt cx="981" cy="1105"/>
            </a:xfrm>
          </p:grpSpPr>
          <p:pic>
            <p:nvPicPr>
              <p:cNvPr id="376" name="Picture 171" descr="desktop_computer_stylized_medium">
                <a:extLst>
                  <a:ext uri="{FF2B5EF4-FFF2-40B4-BE49-F238E27FC236}">
                    <a16:creationId xmlns:a16="http://schemas.microsoft.com/office/drawing/2014/main" id="{5015A0EC-AAF7-5845-870F-AC72079C9D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 name="Freeform 172">
                <a:extLst>
                  <a:ext uri="{FF2B5EF4-FFF2-40B4-BE49-F238E27FC236}">
                    <a16:creationId xmlns:a16="http://schemas.microsoft.com/office/drawing/2014/main" id="{85F221FD-96E4-6C47-B178-8A95ACD6B795}"/>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4" name="Rectangle 115">
              <a:extLst>
                <a:ext uri="{FF2B5EF4-FFF2-40B4-BE49-F238E27FC236}">
                  <a16:creationId xmlns:a16="http://schemas.microsoft.com/office/drawing/2014/main" id="{3D96246A-1605-AF45-A4B0-F085DAAC3C51}"/>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5" name="Text Box 116">
              <a:extLst>
                <a:ext uri="{FF2B5EF4-FFF2-40B4-BE49-F238E27FC236}">
                  <a16:creationId xmlns:a16="http://schemas.microsoft.com/office/drawing/2014/main" id="{5136D042-DF2A-484C-9882-7FBDD9644725}"/>
                </a:ext>
              </a:extLst>
            </p:cNvPr>
            <p:cNvSpPr txBox="1">
              <a:spLocks noChangeArrowheads="1"/>
            </p:cNvSpPr>
            <p:nvPr/>
          </p:nvSpPr>
          <p:spPr bwMode="auto">
            <a:xfrm>
              <a:off x="3574" y="550"/>
              <a:ext cx="43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agent</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78" name="Rectangle 3">
            <a:extLst>
              <a:ext uri="{FF2B5EF4-FFF2-40B4-BE49-F238E27FC236}">
                <a16:creationId xmlns:a16="http://schemas.microsoft.com/office/drawing/2014/main" id="{9BFC42AA-8BB5-8E46-A741-D3C4DA9BB457}"/>
              </a:ext>
            </a:extLst>
          </p:cNvPr>
          <p:cNvSpPr txBox="1">
            <a:spLocks noChangeArrowheads="1"/>
          </p:cNvSpPr>
          <p:nvPr/>
        </p:nvSpPr>
        <p:spPr>
          <a:xfrm>
            <a:off x="728885" y="2279968"/>
            <a:ext cx="5071156" cy="1103364"/>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 Alice’</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UA sends message to her mail server using SMTP; message placed in message queue</a:t>
            </a:r>
          </a:p>
        </p:txBody>
      </p:sp>
      <p:sp>
        <p:nvSpPr>
          <p:cNvPr id="379" name="Rectangle 3">
            <a:extLst>
              <a:ext uri="{FF2B5EF4-FFF2-40B4-BE49-F238E27FC236}">
                <a16:creationId xmlns:a16="http://schemas.microsoft.com/office/drawing/2014/main" id="{F0BDE075-A22F-B64C-827B-4198952A13ED}"/>
              </a:ext>
            </a:extLst>
          </p:cNvPr>
          <p:cNvSpPr txBox="1">
            <a:spLocks noChangeArrowheads="1"/>
          </p:cNvSpPr>
          <p:nvPr/>
        </p:nvSpPr>
        <p:spPr>
          <a:xfrm>
            <a:off x="739565" y="3432318"/>
            <a:ext cx="5448733" cy="1089177"/>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3) client side of SMTP at mail server opens TCP connection with Bob’</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mail server</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80" name="Rectangle 4">
            <a:extLst>
              <a:ext uri="{FF2B5EF4-FFF2-40B4-BE49-F238E27FC236}">
                <a16:creationId xmlns:a16="http://schemas.microsoft.com/office/drawing/2014/main" id="{DFD69930-AC55-F14B-9151-A849CFC023A8}"/>
              </a:ext>
            </a:extLst>
          </p:cNvPr>
          <p:cNvSpPr txBox="1">
            <a:spLocks noChangeArrowheads="1"/>
          </p:cNvSpPr>
          <p:nvPr/>
        </p:nvSpPr>
        <p:spPr>
          <a:xfrm>
            <a:off x="6633422" y="2275557"/>
            <a:ext cx="3810000" cy="82867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5) Bob’</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mail server places the message in Bob’s mailbox</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381" name="Rectangle 4">
            <a:extLst>
              <a:ext uri="{FF2B5EF4-FFF2-40B4-BE49-F238E27FC236}">
                <a16:creationId xmlns:a16="http://schemas.microsoft.com/office/drawing/2014/main" id="{66D50C27-F2A0-6446-B161-62594C2D18D6}"/>
              </a:ext>
            </a:extLst>
          </p:cNvPr>
          <p:cNvSpPr txBox="1">
            <a:spLocks noChangeArrowheads="1"/>
          </p:cNvSpPr>
          <p:nvPr/>
        </p:nvSpPr>
        <p:spPr>
          <a:xfrm>
            <a:off x="6630762" y="3460095"/>
            <a:ext cx="3810000" cy="82867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6) Bob invokes his user agent to read message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2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132" name="Slide Number Placeholder 2">
            <a:extLst>
              <a:ext uri="{FF2B5EF4-FFF2-40B4-BE49-F238E27FC236}">
                <a16:creationId xmlns:a16="http://schemas.microsoft.com/office/drawing/2014/main" id="{FB96421F-FAF9-4A47-A990-FB1764E1CE10}"/>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56</a:t>
            </a:fld>
            <a:endParaRPr lang="en-US" dirty="0"/>
          </a:p>
        </p:txBody>
      </p:sp>
    </p:spTree>
    <p:extLst>
      <p:ext uri="{BB962C8B-B14F-4D97-AF65-F5344CB8AC3E}">
        <p14:creationId xmlns:p14="http://schemas.microsoft.com/office/powerpoint/2010/main" val="204054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8"/>
                                        </p:tgtEl>
                                        <p:attrNameLst>
                                          <p:attrName>style.visibility</p:attrName>
                                        </p:attrNameLst>
                                      </p:cBhvr>
                                      <p:to>
                                        <p:strVal val="visible"/>
                                      </p:to>
                                    </p:set>
                                    <p:animEffect transition="in" filter="dissolve">
                                      <p:cBhvr>
                                        <p:cTn id="7" dur="500"/>
                                        <p:tgtEl>
                                          <p:spTgt spid="37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61"/>
                                        </p:tgtEl>
                                        <p:attrNameLst>
                                          <p:attrName>style.visibility</p:attrName>
                                        </p:attrNameLst>
                                      </p:cBhvr>
                                      <p:to>
                                        <p:strVal val="visible"/>
                                      </p:to>
                                    </p:set>
                                    <p:animEffect transition="in" filter="dissolve">
                                      <p:cBhvr>
                                        <p:cTn id="10" dur="500"/>
                                        <p:tgtEl>
                                          <p:spTgt spid="36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65"/>
                                        </p:tgtEl>
                                        <p:attrNameLst>
                                          <p:attrName>style.visibility</p:attrName>
                                        </p:attrNameLst>
                                      </p:cBhvr>
                                      <p:to>
                                        <p:strVal val="visible"/>
                                      </p:to>
                                    </p:set>
                                    <p:animEffect transition="in" filter="dissolve">
                                      <p:cBhvr>
                                        <p:cTn id="13" dur="500"/>
                                        <p:tgtEl>
                                          <p:spTgt spid="36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66"/>
                                        </p:tgtEl>
                                        <p:attrNameLst>
                                          <p:attrName>style.visibility</p:attrName>
                                        </p:attrNameLst>
                                      </p:cBhvr>
                                      <p:to>
                                        <p:strVal val="visible"/>
                                      </p:to>
                                    </p:set>
                                    <p:animEffect transition="in" filter="dissolve">
                                      <p:cBhvr>
                                        <p:cTn id="18" dur="500"/>
                                        <p:tgtEl>
                                          <p:spTgt spid="36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79"/>
                                        </p:tgtEl>
                                        <p:attrNameLst>
                                          <p:attrName>style.visibility</p:attrName>
                                        </p:attrNameLst>
                                      </p:cBhvr>
                                      <p:to>
                                        <p:strVal val="visible"/>
                                      </p:to>
                                    </p:set>
                                    <p:animEffect transition="in" filter="dissolve">
                                      <p:cBhvr>
                                        <p:cTn id="21" dur="500"/>
                                        <p:tgtEl>
                                          <p:spTgt spid="37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dissolve">
                                      <p:cBhvr>
                                        <p:cTn id="26" dur="500"/>
                                        <p:tgtEl>
                                          <p:spTgt spid="7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62"/>
                                        </p:tgtEl>
                                        <p:attrNameLst>
                                          <p:attrName>style.visibility</p:attrName>
                                        </p:attrNameLst>
                                      </p:cBhvr>
                                      <p:to>
                                        <p:strVal val="visible"/>
                                      </p:to>
                                    </p:set>
                                    <p:animEffect transition="in" filter="dissolve">
                                      <p:cBhvr>
                                        <p:cTn id="29" dur="500"/>
                                        <p:tgtEl>
                                          <p:spTgt spid="362"/>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367"/>
                                        </p:tgtEl>
                                        <p:attrNameLst>
                                          <p:attrName>style.visibility</p:attrName>
                                        </p:attrNameLst>
                                      </p:cBhvr>
                                      <p:to>
                                        <p:strVal val="visible"/>
                                      </p:to>
                                    </p:set>
                                    <p:animEffect transition="in" filter="dissolve">
                                      <p:cBhvr>
                                        <p:cTn id="32" dur="500"/>
                                        <p:tgtEl>
                                          <p:spTgt spid="36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68"/>
                                        </p:tgtEl>
                                        <p:attrNameLst>
                                          <p:attrName>style.visibility</p:attrName>
                                        </p:attrNameLst>
                                      </p:cBhvr>
                                      <p:to>
                                        <p:strVal val="visible"/>
                                      </p:to>
                                    </p:set>
                                    <p:animEffect transition="in" filter="dissolve">
                                      <p:cBhvr>
                                        <p:cTn id="37" dur="500"/>
                                        <p:tgtEl>
                                          <p:spTgt spid="368"/>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80"/>
                                        </p:tgtEl>
                                        <p:attrNameLst>
                                          <p:attrName>style.visibility</p:attrName>
                                        </p:attrNameLst>
                                      </p:cBhvr>
                                      <p:to>
                                        <p:strVal val="visible"/>
                                      </p:to>
                                    </p:set>
                                    <p:animEffect transition="in" filter="dissolve">
                                      <p:cBhvr>
                                        <p:cTn id="40" dur="500"/>
                                        <p:tgtEl>
                                          <p:spTgt spid="38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81"/>
                                        </p:tgtEl>
                                        <p:attrNameLst>
                                          <p:attrName>style.visibility</p:attrName>
                                        </p:attrNameLst>
                                      </p:cBhvr>
                                      <p:to>
                                        <p:strVal val="visible"/>
                                      </p:to>
                                    </p:set>
                                    <p:animEffect transition="in" filter="dissolve">
                                      <p:cBhvr>
                                        <p:cTn id="45" dur="500"/>
                                        <p:tgtEl>
                                          <p:spTgt spid="381"/>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363"/>
                                        </p:tgtEl>
                                        <p:attrNameLst>
                                          <p:attrName>style.visibility</p:attrName>
                                        </p:attrNameLst>
                                      </p:cBhvr>
                                      <p:to>
                                        <p:strVal val="visible"/>
                                      </p:to>
                                    </p:set>
                                    <p:animEffect transition="in" filter="dissolve">
                                      <p:cBhvr>
                                        <p:cTn id="48" dur="500"/>
                                        <p:tgtEl>
                                          <p:spTgt spid="363"/>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369"/>
                                        </p:tgtEl>
                                        <p:attrNameLst>
                                          <p:attrName>style.visibility</p:attrName>
                                        </p:attrNameLst>
                                      </p:cBhvr>
                                      <p:to>
                                        <p:strVal val="visible"/>
                                      </p:to>
                                    </p:set>
                                    <p:animEffect transition="in" filter="dissolve">
                                      <p:cBhvr>
                                        <p:cTn id="51" dur="500"/>
                                        <p:tgtEl>
                                          <p:spTgt spid="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361" grpId="0" animBg="1"/>
      <p:bldP spid="362" grpId="0" animBg="1"/>
      <p:bldP spid="363" grpId="0" animBg="1"/>
      <p:bldP spid="365" grpId="0" animBg="1"/>
      <p:bldP spid="366" grpId="0" animBg="1"/>
      <p:bldP spid="367" grpId="0" animBg="1"/>
      <p:bldP spid="368" grpId="0" animBg="1"/>
      <p:bldP spid="369" grpId="0" animBg="1"/>
      <p:bldP spid="378" grpId="0"/>
      <p:bldP spid="379" grpId="0"/>
      <p:bldP spid="380" grpId="0"/>
      <p:bldP spid="38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300900"/>
            <a:ext cx="10515600" cy="894622"/>
          </a:xfrm>
        </p:spPr>
        <p:txBody>
          <a:bodyPr>
            <a:normAutofit/>
          </a:bodyPr>
          <a:lstStyle/>
          <a:p>
            <a:r>
              <a:rPr lang="en-US" altLang="en-US" sz="4400" dirty="0">
                <a:ea typeface="ＭＳ Ｐゴシック" panose="020B0600070205080204" pitchFamily="34" charset="-128"/>
              </a:rPr>
              <a:t>Sample SMTP interaction</a:t>
            </a:r>
            <a:endParaRPr lang="en-US" sz="4400" dirty="0"/>
          </a:p>
        </p:txBody>
      </p:sp>
      <p:sp>
        <p:nvSpPr>
          <p:cNvPr id="133" name="Rectangle 3">
            <a:extLst>
              <a:ext uri="{FF2B5EF4-FFF2-40B4-BE49-F238E27FC236}">
                <a16:creationId xmlns:a16="http://schemas.microsoft.com/office/drawing/2014/main" id="{D5CD8C7F-9F1D-3848-BEE3-38D59C4030C6}"/>
              </a:ext>
            </a:extLst>
          </p:cNvPr>
          <p:cNvSpPr>
            <a:spLocks noChangeArrowheads="1"/>
          </p:cNvSpPr>
          <p:nvPr/>
        </p:nvSpPr>
        <p:spPr bwMode="auto">
          <a:xfrm>
            <a:off x="1160995" y="1183947"/>
            <a:ext cx="9870010"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S: 220 hamburger.edu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C: HELO crepes.fr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S: 250  Hello crepes.fr, pleased to meet you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C: MAIL FROM: &lt;alice@crepes.fr&gt;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S: 250 alice@crepes.fr... Sender ok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C: RCPT TO: &lt;bob@hamburger.edu&gt;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S: 250 bob@hamburger.edu ... Recipient ok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C: DATA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S: 354 Enter mail, end with "." on a line by itself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C: Do you like ketchup?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C: How about pickles?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C: .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S: 250 Message accepted for delivery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C: QUIT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S: 221 hamburger.edu closing connection</a:t>
            </a:r>
            <a:endParaRPr kumimoji="0" lang="en-US"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2" name="Rectangle 1">
            <a:extLst>
              <a:ext uri="{FF2B5EF4-FFF2-40B4-BE49-F238E27FC236}">
                <a16:creationId xmlns:a16="http://schemas.microsoft.com/office/drawing/2014/main" id="{CD537EC8-F0B4-B942-8A93-7FB748DF2F45}"/>
              </a:ext>
            </a:extLst>
          </p:cNvPr>
          <p:cNvSpPr/>
          <p:nvPr/>
        </p:nvSpPr>
        <p:spPr>
          <a:xfrm>
            <a:off x="1978429" y="1587732"/>
            <a:ext cx="8994370" cy="723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F0194776-169D-9F43-BA8B-FB29B42EC638}"/>
              </a:ext>
            </a:extLst>
          </p:cNvPr>
          <p:cNvSpPr/>
          <p:nvPr/>
        </p:nvSpPr>
        <p:spPr>
          <a:xfrm>
            <a:off x="1981200" y="2213956"/>
            <a:ext cx="8994370" cy="76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B7064521-6B03-5B46-A46A-56B82F1B8EC5}"/>
              </a:ext>
            </a:extLst>
          </p:cNvPr>
          <p:cNvSpPr/>
          <p:nvPr/>
        </p:nvSpPr>
        <p:spPr>
          <a:xfrm>
            <a:off x="2000594" y="2931622"/>
            <a:ext cx="8994370" cy="6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3E38ED0F-A82C-EF4D-B01A-1798192BFFB8}"/>
              </a:ext>
            </a:extLst>
          </p:cNvPr>
          <p:cNvSpPr/>
          <p:nvPr/>
        </p:nvSpPr>
        <p:spPr>
          <a:xfrm>
            <a:off x="2019991" y="3566160"/>
            <a:ext cx="8994370" cy="756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6C87EB37-81D8-C644-9E7C-178AB0D0876D}"/>
              </a:ext>
            </a:extLst>
          </p:cNvPr>
          <p:cNvSpPr/>
          <p:nvPr/>
        </p:nvSpPr>
        <p:spPr>
          <a:xfrm>
            <a:off x="1956261" y="4283824"/>
            <a:ext cx="8994370" cy="12690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E22AB7A7-0B80-B04C-8B1E-5378A69CED06}"/>
              </a:ext>
            </a:extLst>
          </p:cNvPr>
          <p:cNvSpPr/>
          <p:nvPr/>
        </p:nvSpPr>
        <p:spPr>
          <a:xfrm>
            <a:off x="1856507" y="5469775"/>
            <a:ext cx="8994370" cy="7758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Slide Number Placeholder 2">
            <a:extLst>
              <a:ext uri="{FF2B5EF4-FFF2-40B4-BE49-F238E27FC236}">
                <a16:creationId xmlns:a16="http://schemas.microsoft.com/office/drawing/2014/main" id="{01A32920-24D5-DF48-A91B-0520F9191E7C}"/>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57</a:t>
            </a:fld>
            <a:endParaRPr lang="en-US" dirty="0"/>
          </a:p>
        </p:txBody>
      </p:sp>
      <p:sp>
        <p:nvSpPr>
          <p:cNvPr id="3" name="Speech Bubble: Rectangle 2">
            <a:extLst>
              <a:ext uri="{FF2B5EF4-FFF2-40B4-BE49-F238E27FC236}">
                <a16:creationId xmlns:a16="http://schemas.microsoft.com/office/drawing/2014/main" id="{F6C65DE2-C010-20EA-30D0-44C96225E8DD}"/>
              </a:ext>
            </a:extLst>
          </p:cNvPr>
          <p:cNvSpPr/>
          <p:nvPr/>
        </p:nvSpPr>
        <p:spPr>
          <a:xfrm>
            <a:off x="7974957" y="983848"/>
            <a:ext cx="3339334" cy="612648"/>
          </a:xfrm>
          <a:prstGeom prst="wedgeRectCallout">
            <a:avLst>
              <a:gd name="adj1" fmla="val -120995"/>
              <a:gd name="adj2" fmla="val 2108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220 &lt;domain&gt; Service ready</a:t>
            </a:r>
          </a:p>
        </p:txBody>
      </p:sp>
    </p:spTree>
    <p:extLst>
      <p:ext uri="{BB962C8B-B14F-4D97-AF65-F5344CB8AC3E}">
        <p14:creationId xmlns:p14="http://schemas.microsoft.com/office/powerpoint/2010/main" val="417244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10" grpId="0" animBg="1"/>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SMTP: observations</a:t>
            </a:r>
            <a:endParaRPr lang="en-US" sz="4400" dirty="0">
              <a:cs typeface="Calibri" panose="020F0502020204030204" pitchFamily="34" charset="0"/>
            </a:endParaRPr>
          </a:p>
        </p:txBody>
      </p:sp>
      <p:sp>
        <p:nvSpPr>
          <p:cNvPr id="8" name="Rectangle 3">
            <a:extLst>
              <a:ext uri="{FF2B5EF4-FFF2-40B4-BE49-F238E27FC236}">
                <a16:creationId xmlns:a16="http://schemas.microsoft.com/office/drawing/2014/main" id="{E677454B-F21D-4441-9BDE-50D84F4D93FA}"/>
              </a:ext>
            </a:extLst>
          </p:cNvPr>
          <p:cNvSpPr txBox="1">
            <a:spLocks noChangeArrowheads="1"/>
          </p:cNvSpPr>
          <p:nvPr/>
        </p:nvSpPr>
        <p:spPr>
          <a:xfrm>
            <a:off x="7119664" y="1518446"/>
            <a:ext cx="4194627"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uses persistent connections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requires message (header &amp; body) to be in 7-bit ASCII</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server uses CRLF.CRLF to determine end of message</a:t>
            </a:r>
          </a:p>
        </p:txBody>
      </p:sp>
      <p:sp>
        <p:nvSpPr>
          <p:cNvPr id="10" name="Rectangle 4">
            <a:extLst>
              <a:ext uri="{FF2B5EF4-FFF2-40B4-BE49-F238E27FC236}">
                <a16:creationId xmlns:a16="http://schemas.microsoft.com/office/drawing/2014/main" id="{3E733DCA-2522-E341-8697-49ADE10A3FA3}"/>
              </a:ext>
            </a:extLst>
          </p:cNvPr>
          <p:cNvSpPr txBox="1">
            <a:spLocks noChangeArrowheads="1"/>
          </p:cNvSpPr>
          <p:nvPr/>
        </p:nvSpPr>
        <p:spPr>
          <a:xfrm>
            <a:off x="651330" y="1460390"/>
            <a:ext cx="6183084"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comparison with HTTP:</a:t>
            </a:r>
          </a:p>
          <a:p>
            <a:pPr marL="576263" marR="0" lvl="0" indent="-317500" algn="l" defTabSz="914400" rtl="0" eaLnBrk="1" fontAlgn="auto" latinLnBrk="0" hangingPunct="1">
              <a:lnSpc>
                <a:spcPct val="90000"/>
              </a:lnSpc>
              <a:spcBef>
                <a:spcPct val="50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HTTP: client pull</a:t>
            </a:r>
          </a:p>
          <a:p>
            <a:pPr marL="576263" marR="0" lvl="0" indent="-317500" algn="l" defTabSz="914400" rtl="0" eaLnBrk="1" fontAlgn="auto" latinLnBrk="0" hangingPunct="1">
              <a:lnSpc>
                <a:spcPct val="90000"/>
              </a:lnSpc>
              <a:spcBef>
                <a:spcPts val="1000"/>
              </a:spcBef>
              <a:spcAft>
                <a:spcPct val="5000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client push</a:t>
            </a:r>
          </a:p>
          <a:p>
            <a:pPr marL="576263" marR="0" lvl="0" indent="-317500" algn="l" defTabSz="914400" rtl="0" eaLnBrk="1" fontAlgn="auto" latinLnBrk="0" hangingPunct="1">
              <a:lnSpc>
                <a:spcPct val="90000"/>
              </a:lnSpc>
              <a:spcBef>
                <a:spcPts val="1000"/>
              </a:spcBef>
              <a:spcAft>
                <a:spcPct val="5000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both have ASCII command/response interaction, status codes</a:t>
            </a:r>
          </a:p>
          <a:p>
            <a:pPr marL="576263" marR="0" lvl="0" indent="-3175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HTTP: each object encapsulated in its own response message</a:t>
            </a:r>
          </a:p>
          <a:p>
            <a:pPr marL="576263" marR="0" lvl="0" indent="-3175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multiple objects sent in multipart message</a:t>
            </a:r>
          </a:p>
        </p:txBody>
      </p:sp>
      <p:sp>
        <p:nvSpPr>
          <p:cNvPr id="5" name="Slide Number Placeholder 2">
            <a:extLst>
              <a:ext uri="{FF2B5EF4-FFF2-40B4-BE49-F238E27FC236}">
                <a16:creationId xmlns:a16="http://schemas.microsoft.com/office/drawing/2014/main" id="{80E309B1-D180-4349-82CA-F509C53B0F79}"/>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58</a:t>
            </a:fld>
            <a:endParaRPr lang="en-US" dirty="0"/>
          </a:p>
        </p:txBody>
      </p:sp>
    </p:spTree>
    <p:extLst>
      <p:ext uri="{BB962C8B-B14F-4D97-AF65-F5344CB8AC3E}">
        <p14:creationId xmlns:p14="http://schemas.microsoft.com/office/powerpoint/2010/main" val="16175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dissolve">
                                      <p:cBhvr>
                                        <p:cTn id="7" dur="500"/>
                                        <p:tgtEl>
                                          <p:spTgt spid="1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xEl>
                                              <p:pRg st="4" end="4"/>
                                            </p:txEl>
                                          </p:spTgt>
                                        </p:tgtEl>
                                        <p:attrNameLst>
                                          <p:attrName>style.visibility</p:attrName>
                                        </p:attrNameLst>
                                      </p:cBhvr>
                                      <p:to>
                                        <p:strVal val="visible"/>
                                      </p:to>
                                    </p:set>
                                    <p:animEffect transition="in" filter="dissolve">
                                      <p:cBhvr>
                                        <p:cTn id="12" dur="500"/>
                                        <p:tgtEl>
                                          <p:spTgt spid="10">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animEffect transition="in" filter="dissolve">
                                      <p:cBhvr>
                                        <p:cTn id="15" dur="500"/>
                                        <p:tgtEl>
                                          <p:spTgt spid="10">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dissolve">
                                      <p:cBhvr>
                                        <p:cTn id="20" dur="500"/>
                                        <p:tgtEl>
                                          <p:spTgt spid="8">
                                            <p:txEl>
                                              <p:pRg st="0" end="0"/>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dissolve">
                                      <p:cBhvr>
                                        <p:cTn id="23" dur="500"/>
                                        <p:tgtEl>
                                          <p:spTgt spid="8">
                                            <p:txEl>
                                              <p:pRg st="1" end="1"/>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8">
                                            <p:txEl>
                                              <p:pRg st="2" end="2"/>
                                            </p:txEl>
                                          </p:spTgt>
                                        </p:tgtEl>
                                        <p:attrNameLst>
                                          <p:attrName>style.visibility</p:attrName>
                                        </p:attrNameLst>
                                      </p:cBhvr>
                                      <p:to>
                                        <p:strVal val="visible"/>
                                      </p:to>
                                    </p:set>
                                    <p:animEffect transition="in" filter="dissolve">
                                      <p:cBhvr>
                                        <p:cTn id="26"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Mail message format</a:t>
            </a:r>
            <a:endParaRPr lang="en-US" sz="4400" dirty="0">
              <a:cs typeface="Calibri" panose="020F0502020204030204" pitchFamily="34" charset="0"/>
            </a:endParaRPr>
          </a:p>
        </p:txBody>
      </p:sp>
      <p:sp>
        <p:nvSpPr>
          <p:cNvPr id="6" name="Rectangle 3">
            <a:extLst>
              <a:ext uri="{FF2B5EF4-FFF2-40B4-BE49-F238E27FC236}">
                <a16:creationId xmlns:a16="http://schemas.microsoft.com/office/drawing/2014/main" id="{81957B58-E235-B248-9DD8-EB83AEA89A77}"/>
              </a:ext>
            </a:extLst>
          </p:cNvPr>
          <p:cNvSpPr txBox="1">
            <a:spLocks noChangeArrowheads="1"/>
          </p:cNvSpPr>
          <p:nvPr/>
        </p:nvSpPr>
        <p:spPr>
          <a:xfrm>
            <a:off x="819954" y="1518446"/>
            <a:ext cx="10701485" cy="1856521"/>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protocol for exchanging e-mail messages, defined in RFC 5321 (like RFC 7231 defines HTTP)</a:t>
            </a:r>
          </a:p>
          <a:p>
            <a:pPr marL="14288"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RFC 2822 defines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syntax</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for e-mail message itself (like HTML defines syntax for web documents)</a:t>
            </a:r>
          </a:p>
        </p:txBody>
      </p:sp>
      <p:sp>
        <p:nvSpPr>
          <p:cNvPr id="17" name="Rectangle 5">
            <a:extLst>
              <a:ext uri="{FF2B5EF4-FFF2-40B4-BE49-F238E27FC236}">
                <a16:creationId xmlns:a16="http://schemas.microsoft.com/office/drawing/2014/main" id="{90AB71C4-0C4F-CA48-A7D0-41E1DC5A2390}"/>
              </a:ext>
            </a:extLst>
          </p:cNvPr>
          <p:cNvSpPr>
            <a:spLocks noChangeArrowheads="1"/>
          </p:cNvSpPr>
          <p:nvPr/>
        </p:nvSpPr>
        <p:spPr bwMode="auto">
          <a:xfrm>
            <a:off x="8111539" y="3317071"/>
            <a:ext cx="2832100" cy="431800"/>
          </a:xfrm>
          <a:prstGeom prst="rect">
            <a:avLst/>
          </a:prstGeom>
          <a:solidFill>
            <a:srgbClr val="00CC9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header</a:t>
            </a:r>
          </a:p>
        </p:txBody>
      </p:sp>
      <p:sp>
        <p:nvSpPr>
          <p:cNvPr id="18" name="Rectangle 7">
            <a:extLst>
              <a:ext uri="{FF2B5EF4-FFF2-40B4-BE49-F238E27FC236}">
                <a16:creationId xmlns:a16="http://schemas.microsoft.com/office/drawing/2014/main" id="{CDEC6892-2B97-054E-BBD0-0613AB2823BD}"/>
              </a:ext>
            </a:extLst>
          </p:cNvPr>
          <p:cNvSpPr>
            <a:spLocks noChangeArrowheads="1"/>
          </p:cNvSpPr>
          <p:nvPr/>
        </p:nvSpPr>
        <p:spPr bwMode="auto">
          <a:xfrm>
            <a:off x="8111539" y="4129871"/>
            <a:ext cx="2832100" cy="1739900"/>
          </a:xfrm>
          <a:prstGeom prst="rect">
            <a:avLst/>
          </a:prstGeom>
          <a:solidFill>
            <a:srgbClr val="3333CC"/>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body</a:t>
            </a:r>
          </a:p>
        </p:txBody>
      </p:sp>
      <p:sp>
        <p:nvSpPr>
          <p:cNvPr id="19" name="Rectangle 9">
            <a:extLst>
              <a:ext uri="{FF2B5EF4-FFF2-40B4-BE49-F238E27FC236}">
                <a16:creationId xmlns:a16="http://schemas.microsoft.com/office/drawing/2014/main" id="{C0E3FED1-4363-5F4D-B639-F7151E3E3FAF}"/>
              </a:ext>
            </a:extLst>
          </p:cNvPr>
          <p:cNvSpPr>
            <a:spLocks noChangeArrowheads="1"/>
          </p:cNvSpPr>
          <p:nvPr/>
        </p:nvSpPr>
        <p:spPr bwMode="auto">
          <a:xfrm>
            <a:off x="7908339" y="3202771"/>
            <a:ext cx="3238500" cy="3073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Line 11">
            <a:extLst>
              <a:ext uri="{FF2B5EF4-FFF2-40B4-BE49-F238E27FC236}">
                <a16:creationId xmlns:a16="http://schemas.microsoft.com/office/drawing/2014/main" id="{86B4C984-46A5-C043-8ED7-4BFCACE5EF20}"/>
              </a:ext>
            </a:extLst>
          </p:cNvPr>
          <p:cNvSpPr>
            <a:spLocks noChangeShapeType="1"/>
          </p:cNvSpPr>
          <p:nvPr/>
        </p:nvSpPr>
        <p:spPr bwMode="auto">
          <a:xfrm flipV="1">
            <a:off x="1567314" y="5094521"/>
            <a:ext cx="6544225" cy="81279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p:txBody>
      </p:sp>
      <p:sp>
        <p:nvSpPr>
          <p:cNvPr id="22" name="Text Box 13">
            <a:extLst>
              <a:ext uri="{FF2B5EF4-FFF2-40B4-BE49-F238E27FC236}">
                <a16:creationId xmlns:a16="http://schemas.microsoft.com/office/drawing/2014/main" id="{C5431D6F-96A3-734C-8517-99FCE98FAD76}"/>
              </a:ext>
            </a:extLst>
          </p:cNvPr>
          <p:cNvSpPr txBox="1">
            <a:spLocks noChangeArrowheads="1"/>
          </p:cNvSpPr>
          <p:nvPr/>
        </p:nvSpPr>
        <p:spPr bwMode="auto">
          <a:xfrm>
            <a:off x="11272252" y="3537734"/>
            <a:ext cx="7921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blank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p:txBody>
      </p:sp>
      <p:sp>
        <p:nvSpPr>
          <p:cNvPr id="23" name="Line 14">
            <a:extLst>
              <a:ext uri="{FF2B5EF4-FFF2-40B4-BE49-F238E27FC236}">
                <a16:creationId xmlns:a16="http://schemas.microsoft.com/office/drawing/2014/main" id="{EC853BB6-31B4-4243-A729-4094617E6DF8}"/>
              </a:ext>
            </a:extLst>
          </p:cNvPr>
          <p:cNvSpPr>
            <a:spLocks noChangeShapeType="1"/>
          </p:cNvSpPr>
          <p:nvPr/>
        </p:nvSpPr>
        <p:spPr bwMode="auto">
          <a:xfrm flipH="1">
            <a:off x="10384839" y="3977471"/>
            <a:ext cx="96520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 name="Straight Arrow Connector 3">
            <a:extLst>
              <a:ext uri="{FF2B5EF4-FFF2-40B4-BE49-F238E27FC236}">
                <a16:creationId xmlns:a16="http://schemas.microsoft.com/office/drawing/2014/main" id="{18B4D68C-13CF-8640-BB04-F138B198C88E}"/>
              </a:ext>
            </a:extLst>
          </p:cNvPr>
          <p:cNvCxnSpPr>
            <a:cxnSpLocks/>
          </p:cNvCxnSpPr>
          <p:nvPr/>
        </p:nvCxnSpPr>
        <p:spPr>
          <a:xfrm>
            <a:off x="3614057" y="3531161"/>
            <a:ext cx="442491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3">
            <a:extLst>
              <a:ext uri="{FF2B5EF4-FFF2-40B4-BE49-F238E27FC236}">
                <a16:creationId xmlns:a16="http://schemas.microsoft.com/office/drawing/2014/main" id="{70542D48-C74E-9945-A7DE-1939CC0DD67B}"/>
              </a:ext>
            </a:extLst>
          </p:cNvPr>
          <p:cNvSpPr txBox="1">
            <a:spLocks noChangeArrowheads="1"/>
          </p:cNvSpPr>
          <p:nvPr/>
        </p:nvSpPr>
        <p:spPr>
          <a:xfrm>
            <a:off x="889227" y="3300140"/>
            <a:ext cx="6379126" cy="303415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60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header lines, e.g.,</a:t>
            </a:r>
          </a:p>
          <a:p>
            <a:pPr marL="635000" marR="0" lvl="1" indent="-2238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To:</a:t>
            </a:r>
          </a:p>
          <a:p>
            <a:pPr marL="635000" marR="0" lvl="1" indent="-2238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From:</a:t>
            </a:r>
          </a:p>
          <a:p>
            <a:pPr marL="635000" marR="0" lvl="1" indent="-2238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Subject:</a:t>
            </a:r>
          </a:p>
          <a:p>
            <a:pPr marL="403225" marR="0" lvl="1" indent="0" algn="l" defTabSz="914400" rtl="0" eaLnBrk="1" fontAlgn="auto" latinLnBrk="0" hangingPunct="1">
              <a:lnSpc>
                <a:spcPct val="90000"/>
              </a:lnSpc>
              <a:spcBef>
                <a:spcPts val="500"/>
              </a:spcBef>
              <a:spcAft>
                <a:spcPts val="0"/>
              </a:spcAft>
              <a:buClr>
                <a:srgbClr val="0000A8"/>
              </a:buClr>
              <a:buSzTx/>
              <a:buFont typeface="Wingdings" pitchFamily="2" charset="2"/>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these lines, within the body of the email message area different from </a:t>
            </a:r>
            <a:r>
              <a:rPr kumimoji="0" lang="en-US" altLang="en-US" sz="2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SMTP MAIL FROM:, RCPT TO:</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commands!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Body: the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message” ,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ASCII characters only</a:t>
            </a:r>
            <a:endPar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 name="Slide Number Placeholder 2">
            <a:extLst>
              <a:ext uri="{FF2B5EF4-FFF2-40B4-BE49-F238E27FC236}">
                <a16:creationId xmlns:a16="http://schemas.microsoft.com/office/drawing/2014/main" id="{ED161916-043B-2B40-A2CD-1EB81D81795C}"/>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59</a:t>
            </a:fld>
            <a:endParaRPr lang="en-US" dirty="0"/>
          </a:p>
        </p:txBody>
      </p:sp>
    </p:spTree>
    <p:extLst>
      <p:ext uri="{BB962C8B-B14F-4D97-AF65-F5344CB8AC3E}">
        <p14:creationId xmlns:p14="http://schemas.microsoft.com/office/powerpoint/2010/main" val="82770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dissolve">
                                      <p:cBhvr>
                                        <p:cTn id="12" dur="500"/>
                                        <p:tgtEl>
                                          <p:spTgt spid="12">
                                            <p:txEl>
                                              <p:pRg st="0" end="0"/>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Effect transition="in" filter="dissolve">
                                      <p:cBhvr>
                                        <p:cTn id="15" dur="500"/>
                                        <p:tgtEl>
                                          <p:spTgt spid="12">
                                            <p:txEl>
                                              <p:pRg st="1" end="1"/>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2">
                                            <p:txEl>
                                              <p:pRg st="2" end="2"/>
                                            </p:txEl>
                                          </p:spTgt>
                                        </p:tgtEl>
                                        <p:attrNameLst>
                                          <p:attrName>style.visibility</p:attrName>
                                        </p:attrNameLst>
                                      </p:cBhvr>
                                      <p:to>
                                        <p:strVal val="visible"/>
                                      </p:to>
                                    </p:set>
                                    <p:animEffect transition="in" filter="dissolve">
                                      <p:cBhvr>
                                        <p:cTn id="18" dur="500"/>
                                        <p:tgtEl>
                                          <p:spTgt spid="12">
                                            <p:txEl>
                                              <p:pRg st="2" end="2"/>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animEffect transition="in" filter="dissolve">
                                      <p:cBhvr>
                                        <p:cTn id="21" dur="500"/>
                                        <p:tgtEl>
                                          <p:spTgt spid="12">
                                            <p:txEl>
                                              <p:pRg st="3" end="3"/>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2">
                                            <p:txEl>
                                              <p:pRg st="4" end="4"/>
                                            </p:txEl>
                                          </p:spTgt>
                                        </p:tgtEl>
                                        <p:attrNameLst>
                                          <p:attrName>style.visibility</p:attrName>
                                        </p:attrNameLst>
                                      </p:cBhvr>
                                      <p:to>
                                        <p:strVal val="visible"/>
                                      </p:to>
                                    </p:set>
                                    <p:animEffect transition="in" filter="dissolve">
                                      <p:cBhvr>
                                        <p:cTn id="24" dur="500"/>
                                        <p:tgtEl>
                                          <p:spTgt spid="12">
                                            <p:txEl>
                                              <p:pRg st="4" end="4"/>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500"/>
                                        <p:tgtEl>
                                          <p:spTgt spid="17"/>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dissolve">
                                      <p:cBhvr>
                                        <p:cTn id="30" dur="500"/>
                                        <p:tgtEl>
                                          <p:spTgt spid="19"/>
                                        </p:tgtEl>
                                      </p:cBhvr>
                                    </p:animEffect>
                                  </p:childTnLst>
                                </p:cTn>
                              </p:par>
                              <p:par>
                                <p:cTn id="31" presetID="9"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dissolve">
                                      <p:cBhvr>
                                        <p:cTn id="38" dur="500"/>
                                        <p:tgtEl>
                                          <p:spTgt spid="22"/>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dissolve">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2">
                                            <p:txEl>
                                              <p:pRg st="5" end="5"/>
                                            </p:txEl>
                                          </p:spTgt>
                                        </p:tgtEl>
                                        <p:attrNameLst>
                                          <p:attrName>style.visibility</p:attrName>
                                        </p:attrNameLst>
                                      </p:cBhvr>
                                      <p:to>
                                        <p:strVal val="visible"/>
                                      </p:to>
                                    </p:set>
                                    <p:animEffect transition="in" filter="dissolve">
                                      <p:cBhvr>
                                        <p:cTn id="46" dur="500"/>
                                        <p:tgtEl>
                                          <p:spTgt spid="12">
                                            <p:txEl>
                                              <p:pRg st="5" end="5"/>
                                            </p:txEl>
                                          </p:spTgt>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dissolve">
                                      <p:cBhvr>
                                        <p:cTn id="49" dur="500"/>
                                        <p:tgtEl>
                                          <p:spTgt spid="18"/>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dissolve">
                                      <p:cBhvr>
                                        <p:cTn id="52" dur="500"/>
                                        <p:tgtEl>
                                          <p:spTgt spid="23"/>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dissolve">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1" grpId="0" animBg="1"/>
      <p:bldP spid="22" grpId="0"/>
      <p:bldP spid="23" grpId="0" animBg="1"/>
      <p:bldP spid="23"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Retrieving email: mail access protocols</a:t>
            </a:r>
            <a:endParaRPr lang="en-US" sz="4400" dirty="0">
              <a:cs typeface="Calibri" panose="020F0502020204030204" pitchFamily="34" charset="0"/>
            </a:endParaRPr>
          </a:p>
        </p:txBody>
      </p:sp>
      <p:grpSp>
        <p:nvGrpSpPr>
          <p:cNvPr id="262" name="Group 133">
            <a:extLst>
              <a:ext uri="{FF2B5EF4-FFF2-40B4-BE49-F238E27FC236}">
                <a16:creationId xmlns:a16="http://schemas.microsoft.com/office/drawing/2014/main" id="{962D0EED-8EC0-D944-8706-78D65ED758FC}"/>
              </a:ext>
            </a:extLst>
          </p:cNvPr>
          <p:cNvGrpSpPr>
            <a:grpSpLocks/>
          </p:cNvGrpSpPr>
          <p:nvPr/>
        </p:nvGrpSpPr>
        <p:grpSpPr bwMode="auto">
          <a:xfrm>
            <a:off x="4451528" y="1694089"/>
            <a:ext cx="511175" cy="693738"/>
            <a:chOff x="4140" y="429"/>
            <a:chExt cx="1425" cy="2396"/>
          </a:xfrm>
        </p:grpSpPr>
        <p:sp>
          <p:nvSpPr>
            <p:cNvPr id="351" name="Freeform 134">
              <a:extLst>
                <a:ext uri="{FF2B5EF4-FFF2-40B4-BE49-F238E27FC236}">
                  <a16:creationId xmlns:a16="http://schemas.microsoft.com/office/drawing/2014/main" id="{DCB7F2F1-B08C-9D42-9A9B-C0CA8CC2DF57}"/>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135">
              <a:extLst>
                <a:ext uri="{FF2B5EF4-FFF2-40B4-BE49-F238E27FC236}">
                  <a16:creationId xmlns:a16="http://schemas.microsoft.com/office/drawing/2014/main" id="{E057BFF5-9E6F-4743-A805-44D1354D720C}"/>
                </a:ext>
              </a:extLst>
            </p:cNvPr>
            <p:cNvSpPr>
              <a:spLocks noChangeArrowheads="1"/>
            </p:cNvSpPr>
            <p:nvPr/>
          </p:nvSpPr>
          <p:spPr bwMode="auto">
            <a:xfrm>
              <a:off x="4206" y="429"/>
              <a:ext cx="1044" cy="2286"/>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3" name="Freeform 136">
              <a:extLst>
                <a:ext uri="{FF2B5EF4-FFF2-40B4-BE49-F238E27FC236}">
                  <a16:creationId xmlns:a16="http://schemas.microsoft.com/office/drawing/2014/main" id="{794C2025-779C-7143-89C2-171CFB0188B4}"/>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Freeform 137">
              <a:extLst>
                <a:ext uri="{FF2B5EF4-FFF2-40B4-BE49-F238E27FC236}">
                  <a16:creationId xmlns:a16="http://schemas.microsoft.com/office/drawing/2014/main" id="{A80FAE7D-8D21-BC47-907D-F96620BB907E}"/>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5" name="Rectangle 138">
              <a:extLst>
                <a:ext uri="{FF2B5EF4-FFF2-40B4-BE49-F238E27FC236}">
                  <a16:creationId xmlns:a16="http://schemas.microsoft.com/office/drawing/2014/main" id="{616938A0-6228-6140-BCFA-473AB9A592A8}"/>
                </a:ext>
              </a:extLst>
            </p:cNvPr>
            <p:cNvSpPr>
              <a:spLocks noChangeArrowheads="1"/>
            </p:cNvSpPr>
            <p:nvPr/>
          </p:nvSpPr>
          <p:spPr bwMode="auto">
            <a:xfrm>
              <a:off x="4211" y="692"/>
              <a:ext cx="597"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56" name="Group 139">
              <a:extLst>
                <a:ext uri="{FF2B5EF4-FFF2-40B4-BE49-F238E27FC236}">
                  <a16:creationId xmlns:a16="http://schemas.microsoft.com/office/drawing/2014/main" id="{87FBA1B9-AC0E-BF4F-A5C2-F38DA460D10C}"/>
                </a:ext>
              </a:extLst>
            </p:cNvPr>
            <p:cNvGrpSpPr>
              <a:grpSpLocks/>
            </p:cNvGrpSpPr>
            <p:nvPr/>
          </p:nvGrpSpPr>
          <p:grpSpPr bwMode="auto">
            <a:xfrm>
              <a:off x="4749" y="668"/>
              <a:ext cx="581" cy="145"/>
              <a:chOff x="614" y="2568"/>
              <a:chExt cx="725" cy="139"/>
            </a:xfrm>
          </p:grpSpPr>
          <p:sp>
            <p:nvSpPr>
              <p:cNvPr id="381" name="AutoShape 140">
                <a:extLst>
                  <a:ext uri="{FF2B5EF4-FFF2-40B4-BE49-F238E27FC236}">
                    <a16:creationId xmlns:a16="http://schemas.microsoft.com/office/drawing/2014/main" id="{84143FD8-E0F9-DF48-B4AF-0D12414A3C0B}"/>
                  </a:ext>
                </a:extLst>
              </p:cNvPr>
              <p:cNvSpPr>
                <a:spLocks noChangeArrowheads="1"/>
              </p:cNvSpPr>
              <p:nvPr/>
            </p:nvSpPr>
            <p:spPr bwMode="auto">
              <a:xfrm>
                <a:off x="616" y="2570"/>
                <a:ext cx="723"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2" name="AutoShape 141">
                <a:extLst>
                  <a:ext uri="{FF2B5EF4-FFF2-40B4-BE49-F238E27FC236}">
                    <a16:creationId xmlns:a16="http://schemas.microsoft.com/office/drawing/2014/main" id="{F75D69FA-178C-FF48-AF93-8D22328C7050}"/>
                  </a:ext>
                </a:extLst>
              </p:cNvPr>
              <p:cNvSpPr>
                <a:spLocks noChangeArrowheads="1"/>
              </p:cNvSpPr>
              <p:nvPr/>
            </p:nvSpPr>
            <p:spPr bwMode="auto">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57" name="Rectangle 142">
              <a:extLst>
                <a:ext uri="{FF2B5EF4-FFF2-40B4-BE49-F238E27FC236}">
                  <a16:creationId xmlns:a16="http://schemas.microsoft.com/office/drawing/2014/main" id="{79EE47BA-DDCB-AE42-849E-EAA9A961AC1F}"/>
                </a:ext>
              </a:extLst>
            </p:cNvPr>
            <p:cNvSpPr>
              <a:spLocks noChangeArrowheads="1"/>
            </p:cNvSpPr>
            <p:nvPr/>
          </p:nvSpPr>
          <p:spPr bwMode="auto">
            <a:xfrm>
              <a:off x="4224" y="1021"/>
              <a:ext cx="597"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58" name="Group 143">
              <a:extLst>
                <a:ext uri="{FF2B5EF4-FFF2-40B4-BE49-F238E27FC236}">
                  <a16:creationId xmlns:a16="http://schemas.microsoft.com/office/drawing/2014/main" id="{52DF3659-7462-174D-BF79-583260D64939}"/>
                </a:ext>
              </a:extLst>
            </p:cNvPr>
            <p:cNvGrpSpPr>
              <a:grpSpLocks/>
            </p:cNvGrpSpPr>
            <p:nvPr/>
          </p:nvGrpSpPr>
          <p:grpSpPr bwMode="auto">
            <a:xfrm>
              <a:off x="4747" y="994"/>
              <a:ext cx="581" cy="134"/>
              <a:chOff x="614" y="2568"/>
              <a:chExt cx="725" cy="139"/>
            </a:xfrm>
          </p:grpSpPr>
          <p:sp>
            <p:nvSpPr>
              <p:cNvPr id="379" name="AutoShape 144">
                <a:extLst>
                  <a:ext uri="{FF2B5EF4-FFF2-40B4-BE49-F238E27FC236}">
                    <a16:creationId xmlns:a16="http://schemas.microsoft.com/office/drawing/2014/main" id="{9E1E1420-2718-EE4C-9DB5-D20E625D4DAC}"/>
                  </a:ext>
                </a:extLst>
              </p:cNvPr>
              <p:cNvSpPr>
                <a:spLocks noChangeArrowheads="1"/>
              </p:cNvSpPr>
              <p:nvPr/>
            </p:nvSpPr>
            <p:spPr bwMode="auto">
              <a:xfrm>
                <a:off x="613" y="2568"/>
                <a:ext cx="718"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0" name="AutoShape 145">
                <a:extLst>
                  <a:ext uri="{FF2B5EF4-FFF2-40B4-BE49-F238E27FC236}">
                    <a16:creationId xmlns:a16="http://schemas.microsoft.com/office/drawing/2014/main" id="{311E1D1D-C4BA-C14B-AB5E-7D9E9CB99C08}"/>
                  </a:ext>
                </a:extLst>
              </p:cNvPr>
              <p:cNvSpPr>
                <a:spLocks noChangeArrowheads="1"/>
              </p:cNvSpPr>
              <p:nvPr/>
            </p:nvSpPr>
            <p:spPr bwMode="auto">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59" name="Rectangle 146">
              <a:extLst>
                <a:ext uri="{FF2B5EF4-FFF2-40B4-BE49-F238E27FC236}">
                  <a16:creationId xmlns:a16="http://schemas.microsoft.com/office/drawing/2014/main" id="{A208931F-C1D7-4D44-9151-6D63CB811A8B}"/>
                </a:ext>
              </a:extLst>
            </p:cNvPr>
            <p:cNvSpPr>
              <a:spLocks noChangeArrowheads="1"/>
            </p:cNvSpPr>
            <p:nvPr/>
          </p:nvSpPr>
          <p:spPr bwMode="auto">
            <a:xfrm>
              <a:off x="4215" y="1356"/>
              <a:ext cx="597"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Rectangle 147">
              <a:extLst>
                <a:ext uri="{FF2B5EF4-FFF2-40B4-BE49-F238E27FC236}">
                  <a16:creationId xmlns:a16="http://schemas.microsoft.com/office/drawing/2014/main" id="{85597E8B-CF6B-C244-96B8-D967A88BD6FE}"/>
                </a:ext>
              </a:extLst>
            </p:cNvPr>
            <p:cNvSpPr>
              <a:spLocks noChangeArrowheads="1"/>
            </p:cNvSpPr>
            <p:nvPr/>
          </p:nvSpPr>
          <p:spPr bwMode="auto">
            <a:xfrm>
              <a:off x="4229" y="1657"/>
              <a:ext cx="597"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1" name="Group 148">
              <a:extLst>
                <a:ext uri="{FF2B5EF4-FFF2-40B4-BE49-F238E27FC236}">
                  <a16:creationId xmlns:a16="http://schemas.microsoft.com/office/drawing/2014/main" id="{13DDD94F-DFC2-E744-ADF7-A896AEDA93D2}"/>
                </a:ext>
              </a:extLst>
            </p:cNvPr>
            <p:cNvGrpSpPr>
              <a:grpSpLocks/>
            </p:cNvGrpSpPr>
            <p:nvPr/>
          </p:nvGrpSpPr>
          <p:grpSpPr bwMode="auto">
            <a:xfrm>
              <a:off x="4735" y="1627"/>
              <a:ext cx="582" cy="151"/>
              <a:chOff x="614" y="2568"/>
              <a:chExt cx="725" cy="139"/>
            </a:xfrm>
          </p:grpSpPr>
          <p:sp>
            <p:nvSpPr>
              <p:cNvPr id="377" name="AutoShape 149">
                <a:extLst>
                  <a:ext uri="{FF2B5EF4-FFF2-40B4-BE49-F238E27FC236}">
                    <a16:creationId xmlns:a16="http://schemas.microsoft.com/office/drawing/2014/main" id="{3E8C962F-C7BD-B44F-978E-C803F5452586}"/>
                  </a:ext>
                </a:extLst>
              </p:cNvPr>
              <p:cNvSpPr>
                <a:spLocks noChangeArrowheads="1"/>
              </p:cNvSpPr>
              <p:nvPr/>
            </p:nvSpPr>
            <p:spPr bwMode="auto">
              <a:xfrm>
                <a:off x="612" y="2581"/>
                <a:ext cx="728" cy="126"/>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 name="AutoShape 150">
                <a:extLst>
                  <a:ext uri="{FF2B5EF4-FFF2-40B4-BE49-F238E27FC236}">
                    <a16:creationId xmlns:a16="http://schemas.microsoft.com/office/drawing/2014/main" id="{E65F62EE-08D0-BF46-9BB6-23FEA82DDB56}"/>
                  </a:ext>
                </a:extLst>
              </p:cNvPr>
              <p:cNvSpPr>
                <a:spLocks noChangeArrowheads="1"/>
              </p:cNvSpPr>
              <p:nvPr/>
            </p:nvSpPr>
            <p:spPr bwMode="auto">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62" name="Freeform 151">
              <a:extLst>
                <a:ext uri="{FF2B5EF4-FFF2-40B4-BE49-F238E27FC236}">
                  <a16:creationId xmlns:a16="http://schemas.microsoft.com/office/drawing/2014/main" id="{60E83399-FCB4-324A-B4BD-B8F236595967}"/>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63" name="Group 152">
              <a:extLst>
                <a:ext uri="{FF2B5EF4-FFF2-40B4-BE49-F238E27FC236}">
                  <a16:creationId xmlns:a16="http://schemas.microsoft.com/office/drawing/2014/main" id="{87A9E3BB-3D7B-8247-845C-C0F0EBB963AB}"/>
                </a:ext>
              </a:extLst>
            </p:cNvPr>
            <p:cNvGrpSpPr>
              <a:grpSpLocks/>
            </p:cNvGrpSpPr>
            <p:nvPr/>
          </p:nvGrpSpPr>
          <p:grpSpPr bwMode="auto">
            <a:xfrm>
              <a:off x="4739" y="1327"/>
              <a:ext cx="582" cy="139"/>
              <a:chOff x="614" y="2568"/>
              <a:chExt cx="725" cy="139"/>
            </a:xfrm>
          </p:grpSpPr>
          <p:sp>
            <p:nvSpPr>
              <p:cNvPr id="375" name="AutoShape 153">
                <a:extLst>
                  <a:ext uri="{FF2B5EF4-FFF2-40B4-BE49-F238E27FC236}">
                    <a16:creationId xmlns:a16="http://schemas.microsoft.com/office/drawing/2014/main" id="{7C75A8D8-585C-B74B-A8B7-1BE5B537853B}"/>
                  </a:ext>
                </a:extLst>
              </p:cNvPr>
              <p:cNvSpPr>
                <a:spLocks noChangeArrowheads="1"/>
              </p:cNvSpPr>
              <p:nvPr/>
            </p:nvSpPr>
            <p:spPr bwMode="auto">
              <a:xfrm>
                <a:off x="612" y="2569"/>
                <a:ext cx="728"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6" name="AutoShape 154">
                <a:extLst>
                  <a:ext uri="{FF2B5EF4-FFF2-40B4-BE49-F238E27FC236}">
                    <a16:creationId xmlns:a16="http://schemas.microsoft.com/office/drawing/2014/main" id="{22C9496F-6ACA-5348-BD7C-54B2C4BDD199}"/>
                  </a:ext>
                </a:extLst>
              </p:cNvPr>
              <p:cNvSpPr>
                <a:spLocks noChangeArrowheads="1"/>
              </p:cNvSpPr>
              <p:nvPr/>
            </p:nvSpPr>
            <p:spPr bwMode="auto">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64" name="Rectangle 155">
              <a:extLst>
                <a:ext uri="{FF2B5EF4-FFF2-40B4-BE49-F238E27FC236}">
                  <a16:creationId xmlns:a16="http://schemas.microsoft.com/office/drawing/2014/main" id="{3A93ED27-82F2-8540-8D23-33AD2D2EE47A}"/>
                </a:ext>
              </a:extLst>
            </p:cNvPr>
            <p:cNvSpPr>
              <a:spLocks noChangeArrowheads="1"/>
            </p:cNvSpPr>
            <p:nvPr/>
          </p:nvSpPr>
          <p:spPr bwMode="auto">
            <a:xfrm>
              <a:off x="5251" y="429"/>
              <a:ext cx="66"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Freeform 156">
              <a:extLst>
                <a:ext uri="{FF2B5EF4-FFF2-40B4-BE49-F238E27FC236}">
                  <a16:creationId xmlns:a16="http://schemas.microsoft.com/office/drawing/2014/main" id="{0292C05A-662A-5445-B8CB-FAA09E805A6A}"/>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Freeform 157">
              <a:extLst>
                <a:ext uri="{FF2B5EF4-FFF2-40B4-BE49-F238E27FC236}">
                  <a16:creationId xmlns:a16="http://schemas.microsoft.com/office/drawing/2014/main" id="{4AA45BB6-3C27-E64E-8383-C80FAEA53A38}"/>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7" name="Oval 158">
              <a:extLst>
                <a:ext uri="{FF2B5EF4-FFF2-40B4-BE49-F238E27FC236}">
                  <a16:creationId xmlns:a16="http://schemas.microsoft.com/office/drawing/2014/main" id="{95B86A35-1D75-5C49-936B-687C0ACE7FDE}"/>
                </a:ext>
              </a:extLst>
            </p:cNvPr>
            <p:cNvSpPr>
              <a:spLocks noChangeArrowheads="1"/>
            </p:cNvSpPr>
            <p:nvPr/>
          </p:nvSpPr>
          <p:spPr bwMode="auto">
            <a:xfrm>
              <a:off x="5516" y="2611"/>
              <a:ext cx="49" cy="9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8" name="Freeform 159">
              <a:extLst>
                <a:ext uri="{FF2B5EF4-FFF2-40B4-BE49-F238E27FC236}">
                  <a16:creationId xmlns:a16="http://schemas.microsoft.com/office/drawing/2014/main" id="{1EEE46FE-29EC-9D4E-A9F0-12F15C389E7D}"/>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9" name="AutoShape 160">
              <a:extLst>
                <a:ext uri="{FF2B5EF4-FFF2-40B4-BE49-F238E27FC236}">
                  <a16:creationId xmlns:a16="http://schemas.microsoft.com/office/drawing/2014/main" id="{77C78D76-E4BF-FC4E-85A3-25D74AAE0F1C}"/>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0" name="AutoShape 161">
              <a:extLst>
                <a:ext uri="{FF2B5EF4-FFF2-40B4-BE49-F238E27FC236}">
                  <a16:creationId xmlns:a16="http://schemas.microsoft.com/office/drawing/2014/main" id="{1A647E10-4CD3-9C49-9E7D-932D48250838}"/>
                </a:ext>
              </a:extLst>
            </p:cNvPr>
            <p:cNvSpPr>
              <a:spLocks noChangeArrowheads="1"/>
            </p:cNvSpPr>
            <p:nvPr/>
          </p:nvSpPr>
          <p:spPr bwMode="auto">
            <a:xfrm>
              <a:off x="4206" y="2710"/>
              <a:ext cx="1071"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Oval 162">
              <a:extLst>
                <a:ext uri="{FF2B5EF4-FFF2-40B4-BE49-F238E27FC236}">
                  <a16:creationId xmlns:a16="http://schemas.microsoft.com/office/drawing/2014/main" id="{43EFA142-8DAD-3D46-A09E-08B75C8DFF62}"/>
                </a:ext>
              </a:extLst>
            </p:cNvPr>
            <p:cNvSpPr>
              <a:spLocks noChangeArrowheads="1"/>
            </p:cNvSpPr>
            <p:nvPr/>
          </p:nvSpPr>
          <p:spPr bwMode="auto">
            <a:xfrm>
              <a:off x="4308" y="2381"/>
              <a:ext cx="159"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Oval 163">
              <a:extLst>
                <a:ext uri="{FF2B5EF4-FFF2-40B4-BE49-F238E27FC236}">
                  <a16:creationId xmlns:a16="http://schemas.microsoft.com/office/drawing/2014/main" id="{A31EBF34-4197-3041-BA0D-DA86EAB8CBC9}"/>
                </a:ext>
              </a:extLst>
            </p:cNvPr>
            <p:cNvSpPr>
              <a:spLocks noChangeArrowheads="1"/>
            </p:cNvSpPr>
            <p:nvPr/>
          </p:nvSpPr>
          <p:spPr bwMode="auto">
            <a:xfrm>
              <a:off x="4485" y="2386"/>
              <a:ext cx="159"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73" name="Oval 164">
              <a:extLst>
                <a:ext uri="{FF2B5EF4-FFF2-40B4-BE49-F238E27FC236}">
                  <a16:creationId xmlns:a16="http://schemas.microsoft.com/office/drawing/2014/main" id="{C69F2F21-A598-194E-8061-42E20C132913}"/>
                </a:ext>
              </a:extLst>
            </p:cNvPr>
            <p:cNvSpPr>
              <a:spLocks noChangeArrowheads="1"/>
            </p:cNvSpPr>
            <p:nvPr/>
          </p:nvSpPr>
          <p:spPr bwMode="auto">
            <a:xfrm>
              <a:off x="4662" y="2381"/>
              <a:ext cx="159"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4" name="Rectangle 165">
              <a:extLst>
                <a:ext uri="{FF2B5EF4-FFF2-40B4-BE49-F238E27FC236}">
                  <a16:creationId xmlns:a16="http://schemas.microsoft.com/office/drawing/2014/main" id="{C6C7B11F-80C5-CE4C-8737-FB4903EEBCB3}"/>
                </a:ext>
              </a:extLst>
            </p:cNvPr>
            <p:cNvSpPr>
              <a:spLocks noChangeArrowheads="1"/>
            </p:cNvSpPr>
            <p:nvPr/>
          </p:nvSpPr>
          <p:spPr bwMode="auto">
            <a:xfrm>
              <a:off x="5060" y="1833"/>
              <a:ext cx="89" cy="762"/>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3" name="Group 100">
            <a:extLst>
              <a:ext uri="{FF2B5EF4-FFF2-40B4-BE49-F238E27FC236}">
                <a16:creationId xmlns:a16="http://schemas.microsoft.com/office/drawing/2014/main" id="{425D51F3-48C9-9A40-B992-AE005FAB2C33}"/>
              </a:ext>
            </a:extLst>
          </p:cNvPr>
          <p:cNvGrpSpPr>
            <a:grpSpLocks/>
          </p:cNvGrpSpPr>
          <p:nvPr/>
        </p:nvGrpSpPr>
        <p:grpSpPr bwMode="auto">
          <a:xfrm>
            <a:off x="6137453" y="1703614"/>
            <a:ext cx="511175" cy="693738"/>
            <a:chOff x="4140" y="429"/>
            <a:chExt cx="1425" cy="2396"/>
          </a:xfrm>
        </p:grpSpPr>
        <p:sp>
          <p:nvSpPr>
            <p:cNvPr id="319" name="Freeform 101">
              <a:extLst>
                <a:ext uri="{FF2B5EF4-FFF2-40B4-BE49-F238E27FC236}">
                  <a16:creationId xmlns:a16="http://schemas.microsoft.com/office/drawing/2014/main" id="{4DE11FE1-ABE4-5449-9F07-FF92B1203733}"/>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Rectangle 102">
              <a:extLst>
                <a:ext uri="{FF2B5EF4-FFF2-40B4-BE49-F238E27FC236}">
                  <a16:creationId xmlns:a16="http://schemas.microsoft.com/office/drawing/2014/main" id="{F28617B4-246C-4142-9D1A-885008483BCB}"/>
                </a:ext>
              </a:extLst>
            </p:cNvPr>
            <p:cNvSpPr>
              <a:spLocks noChangeArrowheads="1"/>
            </p:cNvSpPr>
            <p:nvPr/>
          </p:nvSpPr>
          <p:spPr bwMode="auto">
            <a:xfrm>
              <a:off x="4206" y="429"/>
              <a:ext cx="1044" cy="2286"/>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1" name="Freeform 103">
              <a:extLst>
                <a:ext uri="{FF2B5EF4-FFF2-40B4-BE49-F238E27FC236}">
                  <a16:creationId xmlns:a16="http://schemas.microsoft.com/office/drawing/2014/main" id="{695E4127-E30B-0140-BBC3-EE8AA864D60A}"/>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Freeform 104">
              <a:extLst>
                <a:ext uri="{FF2B5EF4-FFF2-40B4-BE49-F238E27FC236}">
                  <a16:creationId xmlns:a16="http://schemas.microsoft.com/office/drawing/2014/main" id="{107A5B24-681B-3348-B947-27500FBE7EF5}"/>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3" name="Rectangle 105">
              <a:extLst>
                <a:ext uri="{FF2B5EF4-FFF2-40B4-BE49-F238E27FC236}">
                  <a16:creationId xmlns:a16="http://schemas.microsoft.com/office/drawing/2014/main" id="{3B9FBC9B-DB47-3440-A3A7-D9397DA36DF3}"/>
                </a:ext>
              </a:extLst>
            </p:cNvPr>
            <p:cNvSpPr>
              <a:spLocks noChangeArrowheads="1"/>
            </p:cNvSpPr>
            <p:nvPr/>
          </p:nvSpPr>
          <p:spPr bwMode="auto">
            <a:xfrm>
              <a:off x="4211" y="692"/>
              <a:ext cx="597"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4" name="Group 106">
              <a:extLst>
                <a:ext uri="{FF2B5EF4-FFF2-40B4-BE49-F238E27FC236}">
                  <a16:creationId xmlns:a16="http://schemas.microsoft.com/office/drawing/2014/main" id="{D4DB1272-AC30-B740-A818-112B7B016159}"/>
                </a:ext>
              </a:extLst>
            </p:cNvPr>
            <p:cNvGrpSpPr>
              <a:grpSpLocks/>
            </p:cNvGrpSpPr>
            <p:nvPr/>
          </p:nvGrpSpPr>
          <p:grpSpPr bwMode="auto">
            <a:xfrm>
              <a:off x="4749" y="668"/>
              <a:ext cx="581" cy="145"/>
              <a:chOff x="614" y="2568"/>
              <a:chExt cx="725" cy="139"/>
            </a:xfrm>
          </p:grpSpPr>
          <p:sp>
            <p:nvSpPr>
              <p:cNvPr id="349" name="AutoShape 107">
                <a:extLst>
                  <a:ext uri="{FF2B5EF4-FFF2-40B4-BE49-F238E27FC236}">
                    <a16:creationId xmlns:a16="http://schemas.microsoft.com/office/drawing/2014/main" id="{E4E7D8BF-C451-2149-AB56-5952A4BC1ECD}"/>
                  </a:ext>
                </a:extLst>
              </p:cNvPr>
              <p:cNvSpPr>
                <a:spLocks noChangeArrowheads="1"/>
              </p:cNvSpPr>
              <p:nvPr/>
            </p:nvSpPr>
            <p:spPr bwMode="auto">
              <a:xfrm>
                <a:off x="616" y="2570"/>
                <a:ext cx="723"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AutoShape 108">
                <a:extLst>
                  <a:ext uri="{FF2B5EF4-FFF2-40B4-BE49-F238E27FC236}">
                    <a16:creationId xmlns:a16="http://schemas.microsoft.com/office/drawing/2014/main" id="{CA9F9DDC-D2E0-9445-8E09-E2A450486D51}"/>
                  </a:ext>
                </a:extLst>
              </p:cNvPr>
              <p:cNvSpPr>
                <a:spLocks noChangeArrowheads="1"/>
              </p:cNvSpPr>
              <p:nvPr/>
            </p:nvSpPr>
            <p:spPr bwMode="auto">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25" name="Rectangle 109">
              <a:extLst>
                <a:ext uri="{FF2B5EF4-FFF2-40B4-BE49-F238E27FC236}">
                  <a16:creationId xmlns:a16="http://schemas.microsoft.com/office/drawing/2014/main" id="{8B4A1DB1-B64D-E342-AC38-F13AC2BB24CB}"/>
                </a:ext>
              </a:extLst>
            </p:cNvPr>
            <p:cNvSpPr>
              <a:spLocks noChangeArrowheads="1"/>
            </p:cNvSpPr>
            <p:nvPr/>
          </p:nvSpPr>
          <p:spPr bwMode="auto">
            <a:xfrm>
              <a:off x="4224" y="1021"/>
              <a:ext cx="597"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6" name="Group 110">
              <a:extLst>
                <a:ext uri="{FF2B5EF4-FFF2-40B4-BE49-F238E27FC236}">
                  <a16:creationId xmlns:a16="http://schemas.microsoft.com/office/drawing/2014/main" id="{8699E1EB-58F7-EB4A-BE56-52A7A29FB724}"/>
                </a:ext>
              </a:extLst>
            </p:cNvPr>
            <p:cNvGrpSpPr>
              <a:grpSpLocks/>
            </p:cNvGrpSpPr>
            <p:nvPr/>
          </p:nvGrpSpPr>
          <p:grpSpPr bwMode="auto">
            <a:xfrm>
              <a:off x="4747" y="994"/>
              <a:ext cx="581" cy="134"/>
              <a:chOff x="614" y="2568"/>
              <a:chExt cx="725" cy="139"/>
            </a:xfrm>
          </p:grpSpPr>
          <p:sp>
            <p:nvSpPr>
              <p:cNvPr id="347" name="AutoShape 111">
                <a:extLst>
                  <a:ext uri="{FF2B5EF4-FFF2-40B4-BE49-F238E27FC236}">
                    <a16:creationId xmlns:a16="http://schemas.microsoft.com/office/drawing/2014/main" id="{8755B864-D5D9-3F48-B106-5195BC479755}"/>
                  </a:ext>
                </a:extLst>
              </p:cNvPr>
              <p:cNvSpPr>
                <a:spLocks noChangeArrowheads="1"/>
              </p:cNvSpPr>
              <p:nvPr/>
            </p:nvSpPr>
            <p:spPr bwMode="auto">
              <a:xfrm>
                <a:off x="613" y="2568"/>
                <a:ext cx="718"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AutoShape 112">
                <a:extLst>
                  <a:ext uri="{FF2B5EF4-FFF2-40B4-BE49-F238E27FC236}">
                    <a16:creationId xmlns:a16="http://schemas.microsoft.com/office/drawing/2014/main" id="{5EA94929-40C1-1844-A278-8A7EB9C8F32E}"/>
                  </a:ext>
                </a:extLst>
              </p:cNvPr>
              <p:cNvSpPr>
                <a:spLocks noChangeArrowheads="1"/>
              </p:cNvSpPr>
              <p:nvPr/>
            </p:nvSpPr>
            <p:spPr bwMode="auto">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27" name="Rectangle 113">
              <a:extLst>
                <a:ext uri="{FF2B5EF4-FFF2-40B4-BE49-F238E27FC236}">
                  <a16:creationId xmlns:a16="http://schemas.microsoft.com/office/drawing/2014/main" id="{C3CA31E7-43E9-C54B-B13E-E2E8356B1BD2}"/>
                </a:ext>
              </a:extLst>
            </p:cNvPr>
            <p:cNvSpPr>
              <a:spLocks noChangeArrowheads="1"/>
            </p:cNvSpPr>
            <p:nvPr/>
          </p:nvSpPr>
          <p:spPr bwMode="auto">
            <a:xfrm>
              <a:off x="4215" y="1356"/>
              <a:ext cx="597" cy="49"/>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8" name="Rectangle 114">
              <a:extLst>
                <a:ext uri="{FF2B5EF4-FFF2-40B4-BE49-F238E27FC236}">
                  <a16:creationId xmlns:a16="http://schemas.microsoft.com/office/drawing/2014/main" id="{70DE4D48-FE2E-9C45-9782-5C8939C4A5DF}"/>
                </a:ext>
              </a:extLst>
            </p:cNvPr>
            <p:cNvSpPr>
              <a:spLocks noChangeArrowheads="1"/>
            </p:cNvSpPr>
            <p:nvPr/>
          </p:nvSpPr>
          <p:spPr bwMode="auto">
            <a:xfrm>
              <a:off x="4229" y="1657"/>
              <a:ext cx="597" cy="44"/>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9" name="Group 115">
              <a:extLst>
                <a:ext uri="{FF2B5EF4-FFF2-40B4-BE49-F238E27FC236}">
                  <a16:creationId xmlns:a16="http://schemas.microsoft.com/office/drawing/2014/main" id="{BEDE8AC0-C09D-314C-9CF4-3B49C79D8309}"/>
                </a:ext>
              </a:extLst>
            </p:cNvPr>
            <p:cNvGrpSpPr>
              <a:grpSpLocks/>
            </p:cNvGrpSpPr>
            <p:nvPr/>
          </p:nvGrpSpPr>
          <p:grpSpPr bwMode="auto">
            <a:xfrm>
              <a:off x="4735" y="1627"/>
              <a:ext cx="582" cy="151"/>
              <a:chOff x="614" y="2568"/>
              <a:chExt cx="725" cy="139"/>
            </a:xfrm>
          </p:grpSpPr>
          <p:sp>
            <p:nvSpPr>
              <p:cNvPr id="345" name="AutoShape 116">
                <a:extLst>
                  <a:ext uri="{FF2B5EF4-FFF2-40B4-BE49-F238E27FC236}">
                    <a16:creationId xmlns:a16="http://schemas.microsoft.com/office/drawing/2014/main" id="{53CFCEA6-E422-E24C-91CC-6AB2DA5B984C}"/>
                  </a:ext>
                </a:extLst>
              </p:cNvPr>
              <p:cNvSpPr>
                <a:spLocks noChangeArrowheads="1"/>
              </p:cNvSpPr>
              <p:nvPr/>
            </p:nvSpPr>
            <p:spPr bwMode="auto">
              <a:xfrm>
                <a:off x="612" y="2581"/>
                <a:ext cx="728" cy="126"/>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6" name="AutoShape 117">
                <a:extLst>
                  <a:ext uri="{FF2B5EF4-FFF2-40B4-BE49-F238E27FC236}">
                    <a16:creationId xmlns:a16="http://schemas.microsoft.com/office/drawing/2014/main" id="{FEFA7192-E9ED-D345-AC92-ED008077B392}"/>
                  </a:ext>
                </a:extLst>
              </p:cNvPr>
              <p:cNvSpPr>
                <a:spLocks noChangeArrowheads="1"/>
              </p:cNvSpPr>
              <p:nvPr/>
            </p:nvSpPr>
            <p:spPr bwMode="auto">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0" name="Freeform 118">
              <a:extLst>
                <a:ext uri="{FF2B5EF4-FFF2-40B4-BE49-F238E27FC236}">
                  <a16:creationId xmlns:a16="http://schemas.microsoft.com/office/drawing/2014/main" id="{5FD6018C-4C2B-5147-9A4D-0850B214BBCC}"/>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1" name="Group 119">
              <a:extLst>
                <a:ext uri="{FF2B5EF4-FFF2-40B4-BE49-F238E27FC236}">
                  <a16:creationId xmlns:a16="http://schemas.microsoft.com/office/drawing/2014/main" id="{0147FEBF-9B07-DB4D-80F0-28CFAFB17548}"/>
                </a:ext>
              </a:extLst>
            </p:cNvPr>
            <p:cNvGrpSpPr>
              <a:grpSpLocks/>
            </p:cNvGrpSpPr>
            <p:nvPr/>
          </p:nvGrpSpPr>
          <p:grpSpPr bwMode="auto">
            <a:xfrm>
              <a:off x="4739" y="1327"/>
              <a:ext cx="582" cy="139"/>
              <a:chOff x="614" y="2568"/>
              <a:chExt cx="725" cy="139"/>
            </a:xfrm>
          </p:grpSpPr>
          <p:sp>
            <p:nvSpPr>
              <p:cNvPr id="343" name="AutoShape 120">
                <a:extLst>
                  <a:ext uri="{FF2B5EF4-FFF2-40B4-BE49-F238E27FC236}">
                    <a16:creationId xmlns:a16="http://schemas.microsoft.com/office/drawing/2014/main" id="{6BEC5FCB-A0E4-2B4D-99A9-AF75102E8932}"/>
                  </a:ext>
                </a:extLst>
              </p:cNvPr>
              <p:cNvSpPr>
                <a:spLocks noChangeArrowheads="1"/>
              </p:cNvSpPr>
              <p:nvPr/>
            </p:nvSpPr>
            <p:spPr bwMode="auto">
              <a:xfrm>
                <a:off x="612" y="2569"/>
                <a:ext cx="728"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4" name="AutoShape 121">
                <a:extLst>
                  <a:ext uri="{FF2B5EF4-FFF2-40B4-BE49-F238E27FC236}">
                    <a16:creationId xmlns:a16="http://schemas.microsoft.com/office/drawing/2014/main" id="{DFB1EE8C-1279-5544-ADC0-B00F802A675B}"/>
                  </a:ext>
                </a:extLst>
              </p:cNvPr>
              <p:cNvSpPr>
                <a:spLocks noChangeArrowheads="1"/>
              </p:cNvSpPr>
              <p:nvPr/>
            </p:nvSpPr>
            <p:spPr bwMode="auto">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32" name="Rectangle 122">
              <a:extLst>
                <a:ext uri="{FF2B5EF4-FFF2-40B4-BE49-F238E27FC236}">
                  <a16:creationId xmlns:a16="http://schemas.microsoft.com/office/drawing/2014/main" id="{24E8BD47-F206-7A48-B906-69B10A9FFC1B}"/>
                </a:ext>
              </a:extLst>
            </p:cNvPr>
            <p:cNvSpPr>
              <a:spLocks noChangeArrowheads="1"/>
            </p:cNvSpPr>
            <p:nvPr/>
          </p:nvSpPr>
          <p:spPr bwMode="auto">
            <a:xfrm>
              <a:off x="5251" y="429"/>
              <a:ext cx="66"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Freeform 123">
              <a:extLst>
                <a:ext uri="{FF2B5EF4-FFF2-40B4-BE49-F238E27FC236}">
                  <a16:creationId xmlns:a16="http://schemas.microsoft.com/office/drawing/2014/main" id="{3A63ACAE-F7D6-334D-BAC6-EB19E7953C38}"/>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4" name="Freeform 124">
              <a:extLst>
                <a:ext uri="{FF2B5EF4-FFF2-40B4-BE49-F238E27FC236}">
                  <a16:creationId xmlns:a16="http://schemas.microsoft.com/office/drawing/2014/main" id="{DBB6882F-25A8-7942-8AB7-E4F1E8EF4C68}"/>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5" name="Oval 125">
              <a:extLst>
                <a:ext uri="{FF2B5EF4-FFF2-40B4-BE49-F238E27FC236}">
                  <a16:creationId xmlns:a16="http://schemas.microsoft.com/office/drawing/2014/main" id="{1A751CBC-1E6B-3447-89A8-B6CA0042228F}"/>
                </a:ext>
              </a:extLst>
            </p:cNvPr>
            <p:cNvSpPr>
              <a:spLocks noChangeArrowheads="1"/>
            </p:cNvSpPr>
            <p:nvPr/>
          </p:nvSpPr>
          <p:spPr bwMode="auto">
            <a:xfrm>
              <a:off x="5516" y="2611"/>
              <a:ext cx="49" cy="9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6" name="Freeform 126">
              <a:extLst>
                <a:ext uri="{FF2B5EF4-FFF2-40B4-BE49-F238E27FC236}">
                  <a16:creationId xmlns:a16="http://schemas.microsoft.com/office/drawing/2014/main" id="{EC930019-7A9E-2D4F-9037-E4F5C26D8937}"/>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7" name="AutoShape 127">
              <a:extLst>
                <a:ext uri="{FF2B5EF4-FFF2-40B4-BE49-F238E27FC236}">
                  <a16:creationId xmlns:a16="http://schemas.microsoft.com/office/drawing/2014/main" id="{7F4290BB-A0B2-F146-87B4-626DAAD2FA0E}"/>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AutoShape 128">
              <a:extLst>
                <a:ext uri="{FF2B5EF4-FFF2-40B4-BE49-F238E27FC236}">
                  <a16:creationId xmlns:a16="http://schemas.microsoft.com/office/drawing/2014/main" id="{DE6D89A2-6ADB-E042-9FB2-932318D01D74}"/>
                </a:ext>
              </a:extLst>
            </p:cNvPr>
            <p:cNvSpPr>
              <a:spLocks noChangeArrowheads="1"/>
            </p:cNvSpPr>
            <p:nvPr/>
          </p:nvSpPr>
          <p:spPr bwMode="auto">
            <a:xfrm>
              <a:off x="4206" y="2710"/>
              <a:ext cx="1071"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9" name="Oval 129">
              <a:extLst>
                <a:ext uri="{FF2B5EF4-FFF2-40B4-BE49-F238E27FC236}">
                  <a16:creationId xmlns:a16="http://schemas.microsoft.com/office/drawing/2014/main" id="{8747708C-8EE0-5C44-BC67-5ACC5185A5DD}"/>
                </a:ext>
              </a:extLst>
            </p:cNvPr>
            <p:cNvSpPr>
              <a:spLocks noChangeArrowheads="1"/>
            </p:cNvSpPr>
            <p:nvPr/>
          </p:nvSpPr>
          <p:spPr bwMode="auto">
            <a:xfrm>
              <a:off x="4308" y="2381"/>
              <a:ext cx="159"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0" name="Oval 130">
              <a:extLst>
                <a:ext uri="{FF2B5EF4-FFF2-40B4-BE49-F238E27FC236}">
                  <a16:creationId xmlns:a16="http://schemas.microsoft.com/office/drawing/2014/main" id="{7C3FDD54-230D-8547-8BCF-E82A9284247B}"/>
                </a:ext>
              </a:extLst>
            </p:cNvPr>
            <p:cNvSpPr>
              <a:spLocks noChangeArrowheads="1"/>
            </p:cNvSpPr>
            <p:nvPr/>
          </p:nvSpPr>
          <p:spPr bwMode="auto">
            <a:xfrm>
              <a:off x="4485" y="2386"/>
              <a:ext cx="159"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1" name="Oval 131">
              <a:extLst>
                <a:ext uri="{FF2B5EF4-FFF2-40B4-BE49-F238E27FC236}">
                  <a16:creationId xmlns:a16="http://schemas.microsoft.com/office/drawing/2014/main" id="{42133DC7-7C21-C149-A374-F81A9E0D91A4}"/>
                </a:ext>
              </a:extLst>
            </p:cNvPr>
            <p:cNvSpPr>
              <a:spLocks noChangeArrowheads="1"/>
            </p:cNvSpPr>
            <p:nvPr/>
          </p:nvSpPr>
          <p:spPr bwMode="auto">
            <a:xfrm>
              <a:off x="4662" y="2381"/>
              <a:ext cx="159"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2" name="Rectangle 132">
              <a:extLst>
                <a:ext uri="{FF2B5EF4-FFF2-40B4-BE49-F238E27FC236}">
                  <a16:creationId xmlns:a16="http://schemas.microsoft.com/office/drawing/2014/main" id="{9CA18ACF-5AE2-944A-999A-0A4945D54CB6}"/>
                </a:ext>
              </a:extLst>
            </p:cNvPr>
            <p:cNvSpPr>
              <a:spLocks noChangeArrowheads="1"/>
            </p:cNvSpPr>
            <p:nvPr/>
          </p:nvSpPr>
          <p:spPr bwMode="auto">
            <a:xfrm>
              <a:off x="5060" y="1833"/>
              <a:ext cx="89" cy="762"/>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4" name="Group 158">
            <a:extLst>
              <a:ext uri="{FF2B5EF4-FFF2-40B4-BE49-F238E27FC236}">
                <a16:creationId xmlns:a16="http://schemas.microsoft.com/office/drawing/2014/main" id="{989EFA5C-2337-B14C-91A8-83B54EA43E37}"/>
              </a:ext>
            </a:extLst>
          </p:cNvPr>
          <p:cNvGrpSpPr>
            <a:grpSpLocks/>
          </p:cNvGrpSpPr>
          <p:nvPr/>
        </p:nvGrpSpPr>
        <p:grpSpPr bwMode="auto">
          <a:xfrm>
            <a:off x="4159429" y="2103665"/>
            <a:ext cx="1689101" cy="1133476"/>
            <a:chOff x="1716" y="1206"/>
            <a:chExt cx="1064" cy="714"/>
          </a:xfrm>
        </p:grpSpPr>
        <p:sp>
          <p:nvSpPr>
            <p:cNvPr id="303" name="Text Box 95">
              <a:extLst>
                <a:ext uri="{FF2B5EF4-FFF2-40B4-BE49-F238E27FC236}">
                  <a16:creationId xmlns:a16="http://schemas.microsoft.com/office/drawing/2014/main" id="{C009C226-FBA8-DB48-ABF5-333250A76D3C}"/>
                </a:ext>
              </a:extLst>
            </p:cNvPr>
            <p:cNvSpPr txBox="1">
              <a:spLocks noChangeArrowheads="1"/>
            </p:cNvSpPr>
            <p:nvPr/>
          </p:nvSpPr>
          <p:spPr bwMode="auto">
            <a:xfrm>
              <a:off x="1716" y="1583"/>
              <a:ext cx="1064"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r>
                <a:rPr kumimoji="0" lang="ja-JP"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 e-mail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4" name="Group 157">
              <a:extLst>
                <a:ext uri="{FF2B5EF4-FFF2-40B4-BE49-F238E27FC236}">
                  <a16:creationId xmlns:a16="http://schemas.microsoft.com/office/drawing/2014/main" id="{619BE879-9F0A-604B-B005-9F7E471C1729}"/>
                </a:ext>
              </a:extLst>
            </p:cNvPr>
            <p:cNvGrpSpPr>
              <a:grpSpLocks/>
            </p:cNvGrpSpPr>
            <p:nvPr/>
          </p:nvGrpSpPr>
          <p:grpSpPr bwMode="auto">
            <a:xfrm>
              <a:off x="1992" y="1206"/>
              <a:ext cx="510" cy="354"/>
              <a:chOff x="2070" y="2004"/>
              <a:chExt cx="510" cy="354"/>
            </a:xfrm>
          </p:grpSpPr>
          <p:sp>
            <p:nvSpPr>
              <p:cNvPr id="305" name="Rectangle 94">
                <a:extLst>
                  <a:ext uri="{FF2B5EF4-FFF2-40B4-BE49-F238E27FC236}">
                    <a16:creationId xmlns:a16="http://schemas.microsoft.com/office/drawing/2014/main" id="{5B36F236-9C70-9F4F-A0BB-DDEC73A67767}"/>
                  </a:ext>
                </a:extLst>
              </p:cNvPr>
              <p:cNvSpPr>
                <a:spLocks noChangeArrowheads="1"/>
              </p:cNvSpPr>
              <p:nvPr/>
            </p:nvSpPr>
            <p:spPr bwMode="auto">
              <a:xfrm>
                <a:off x="2070" y="2004"/>
                <a:ext cx="510" cy="354"/>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06" name="Rectangle 96">
                <a:extLst>
                  <a:ext uri="{FF2B5EF4-FFF2-40B4-BE49-F238E27FC236}">
                    <a16:creationId xmlns:a16="http://schemas.microsoft.com/office/drawing/2014/main" id="{474FF8AD-41AD-5B4D-B9AF-317E0320017A}"/>
                  </a:ext>
                </a:extLst>
              </p:cNvPr>
              <p:cNvSpPr>
                <a:spLocks noChangeArrowheads="1"/>
              </p:cNvSpPr>
              <p:nvPr/>
            </p:nvSpPr>
            <p:spPr bwMode="auto">
              <a:xfrm>
                <a:off x="2094" y="207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07" name="Line 97">
                <a:extLst>
                  <a:ext uri="{FF2B5EF4-FFF2-40B4-BE49-F238E27FC236}">
                    <a16:creationId xmlns:a16="http://schemas.microsoft.com/office/drawing/2014/main" id="{A863854B-58B3-0746-BB05-4CC473ACCC27}"/>
                  </a:ext>
                </a:extLst>
              </p:cNvPr>
              <p:cNvSpPr>
                <a:spLocks noChangeShapeType="1"/>
              </p:cNvSpPr>
              <p:nvPr/>
            </p:nvSpPr>
            <p:spPr bwMode="auto">
              <a:xfrm>
                <a:off x="2143" y="210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8" name="Line 98">
                <a:extLst>
                  <a:ext uri="{FF2B5EF4-FFF2-40B4-BE49-F238E27FC236}">
                    <a16:creationId xmlns:a16="http://schemas.microsoft.com/office/drawing/2014/main" id="{45A3AD01-9B9C-1044-8CC4-2FA6945C9D88}"/>
                  </a:ext>
                </a:extLst>
              </p:cNvPr>
              <p:cNvSpPr>
                <a:spLocks noChangeShapeType="1"/>
              </p:cNvSpPr>
              <p:nvPr/>
            </p:nvSpPr>
            <p:spPr bwMode="auto">
              <a:xfrm>
                <a:off x="2252" y="210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Line 99">
                <a:extLst>
                  <a:ext uri="{FF2B5EF4-FFF2-40B4-BE49-F238E27FC236}">
                    <a16:creationId xmlns:a16="http://schemas.microsoft.com/office/drawing/2014/main" id="{A8A7F303-C29D-8048-8A22-5E010224F782}"/>
                  </a:ext>
                </a:extLst>
              </p:cNvPr>
              <p:cNvSpPr>
                <a:spLocks noChangeShapeType="1"/>
              </p:cNvSpPr>
              <p:nvPr/>
            </p:nvSpPr>
            <p:spPr bwMode="auto">
              <a:xfrm>
                <a:off x="2307" y="210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Line 100">
                <a:extLst>
                  <a:ext uri="{FF2B5EF4-FFF2-40B4-BE49-F238E27FC236}">
                    <a16:creationId xmlns:a16="http://schemas.microsoft.com/office/drawing/2014/main" id="{7423CFF1-7D3B-404B-908C-EF2DF44B8A4F}"/>
                  </a:ext>
                </a:extLst>
              </p:cNvPr>
              <p:cNvSpPr>
                <a:spLocks noChangeShapeType="1"/>
              </p:cNvSpPr>
              <p:nvPr/>
            </p:nvSpPr>
            <p:spPr bwMode="auto">
              <a:xfrm>
                <a:off x="2364" y="210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1" name="Line 101">
                <a:extLst>
                  <a:ext uri="{FF2B5EF4-FFF2-40B4-BE49-F238E27FC236}">
                    <a16:creationId xmlns:a16="http://schemas.microsoft.com/office/drawing/2014/main" id="{9B55CC56-B162-3641-8907-ACAE4544ACEF}"/>
                  </a:ext>
                </a:extLst>
              </p:cNvPr>
              <p:cNvSpPr>
                <a:spLocks noChangeShapeType="1"/>
              </p:cNvSpPr>
              <p:nvPr/>
            </p:nvSpPr>
            <p:spPr bwMode="auto">
              <a:xfrm>
                <a:off x="2425" y="210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2" name="Line 102">
                <a:extLst>
                  <a:ext uri="{FF2B5EF4-FFF2-40B4-BE49-F238E27FC236}">
                    <a16:creationId xmlns:a16="http://schemas.microsoft.com/office/drawing/2014/main" id="{E4EF0706-3A6D-5C49-AA93-B27D0DBD3D28}"/>
                  </a:ext>
                </a:extLst>
              </p:cNvPr>
              <p:cNvSpPr>
                <a:spLocks noChangeShapeType="1"/>
              </p:cNvSpPr>
              <p:nvPr/>
            </p:nvSpPr>
            <p:spPr bwMode="auto">
              <a:xfrm>
                <a:off x="2481" y="210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Line 103">
                <a:extLst>
                  <a:ext uri="{FF2B5EF4-FFF2-40B4-BE49-F238E27FC236}">
                    <a16:creationId xmlns:a16="http://schemas.microsoft.com/office/drawing/2014/main" id="{43AD1883-A082-A241-BB8E-52956E25AC3E}"/>
                  </a:ext>
                </a:extLst>
              </p:cNvPr>
              <p:cNvSpPr>
                <a:spLocks noChangeShapeType="1"/>
              </p:cNvSpPr>
              <p:nvPr/>
            </p:nvSpPr>
            <p:spPr bwMode="auto">
              <a:xfrm>
                <a:off x="2196" y="210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Rectangle 104">
                <a:extLst>
                  <a:ext uri="{FF2B5EF4-FFF2-40B4-BE49-F238E27FC236}">
                    <a16:creationId xmlns:a16="http://schemas.microsoft.com/office/drawing/2014/main" id="{CB654EBC-DFE6-7844-BECE-DAF45E418A4E}"/>
                  </a:ext>
                </a:extLst>
              </p:cNvPr>
              <p:cNvSpPr>
                <a:spLocks noChangeArrowheads="1"/>
              </p:cNvSpPr>
              <p:nvPr/>
            </p:nvSpPr>
            <p:spPr bwMode="auto">
              <a:xfrm>
                <a:off x="2102" y="224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15" name="Rectangle 105">
                <a:extLst>
                  <a:ext uri="{FF2B5EF4-FFF2-40B4-BE49-F238E27FC236}">
                    <a16:creationId xmlns:a16="http://schemas.microsoft.com/office/drawing/2014/main" id="{43DD0923-D124-3D47-A27E-DA7522CBC5D6}"/>
                  </a:ext>
                </a:extLst>
              </p:cNvPr>
              <p:cNvSpPr>
                <a:spLocks noChangeArrowheads="1"/>
              </p:cNvSpPr>
              <p:nvPr/>
            </p:nvSpPr>
            <p:spPr bwMode="auto">
              <a:xfrm>
                <a:off x="2188" y="224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16" name="Rectangle 106">
                <a:extLst>
                  <a:ext uri="{FF2B5EF4-FFF2-40B4-BE49-F238E27FC236}">
                    <a16:creationId xmlns:a16="http://schemas.microsoft.com/office/drawing/2014/main" id="{0CC3197A-47DF-3249-89A6-6A5C29D7B5C6}"/>
                  </a:ext>
                </a:extLst>
              </p:cNvPr>
              <p:cNvSpPr>
                <a:spLocks noChangeArrowheads="1"/>
              </p:cNvSpPr>
              <p:nvPr/>
            </p:nvSpPr>
            <p:spPr bwMode="auto">
              <a:xfrm>
                <a:off x="2274" y="224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17" name="Rectangle 107">
                <a:extLst>
                  <a:ext uri="{FF2B5EF4-FFF2-40B4-BE49-F238E27FC236}">
                    <a16:creationId xmlns:a16="http://schemas.microsoft.com/office/drawing/2014/main" id="{B9DC67EE-6FEB-9E4F-91F2-78466630CE2F}"/>
                  </a:ext>
                </a:extLst>
              </p:cNvPr>
              <p:cNvSpPr>
                <a:spLocks noChangeArrowheads="1"/>
              </p:cNvSpPr>
              <p:nvPr/>
            </p:nvSpPr>
            <p:spPr bwMode="auto">
              <a:xfrm>
                <a:off x="2371" y="224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18" name="Rectangle 108">
                <a:extLst>
                  <a:ext uri="{FF2B5EF4-FFF2-40B4-BE49-F238E27FC236}">
                    <a16:creationId xmlns:a16="http://schemas.microsoft.com/office/drawing/2014/main" id="{C7A7D96F-C671-7844-AFFA-9CA6B5108AAA}"/>
                  </a:ext>
                </a:extLst>
              </p:cNvPr>
              <p:cNvSpPr>
                <a:spLocks noChangeArrowheads="1"/>
              </p:cNvSpPr>
              <p:nvPr/>
            </p:nvSpPr>
            <p:spPr bwMode="auto">
              <a:xfrm>
                <a:off x="2467" y="224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grpSp>
      <p:sp>
        <p:nvSpPr>
          <p:cNvPr id="265" name="Text Box 121">
            <a:extLst>
              <a:ext uri="{FF2B5EF4-FFF2-40B4-BE49-F238E27FC236}">
                <a16:creationId xmlns:a16="http://schemas.microsoft.com/office/drawing/2014/main" id="{C86F78FC-21D9-8E40-B3EC-9E551DA5CBAD}"/>
              </a:ext>
            </a:extLst>
          </p:cNvPr>
          <p:cNvSpPr txBox="1">
            <a:spLocks noChangeArrowheads="1"/>
          </p:cNvSpPr>
          <p:nvPr/>
        </p:nvSpPr>
        <p:spPr bwMode="auto">
          <a:xfrm>
            <a:off x="3510141" y="1582964"/>
            <a:ext cx="890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SMTP</a:t>
            </a:r>
          </a:p>
        </p:txBody>
      </p:sp>
      <p:sp>
        <p:nvSpPr>
          <p:cNvPr id="266" name="Rectangle 153">
            <a:extLst>
              <a:ext uri="{FF2B5EF4-FFF2-40B4-BE49-F238E27FC236}">
                <a16:creationId xmlns:a16="http://schemas.microsoft.com/office/drawing/2014/main" id="{C9F65152-882D-5B49-B9E9-532D284A81D5}"/>
              </a:ext>
            </a:extLst>
          </p:cNvPr>
          <p:cNvSpPr>
            <a:spLocks noChangeArrowheads="1"/>
          </p:cNvSpPr>
          <p:nvPr/>
        </p:nvSpPr>
        <p:spPr bwMode="auto">
          <a:xfrm>
            <a:off x="5270678" y="1573439"/>
            <a:ext cx="857250" cy="3048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267" name="Text Box 154">
            <a:extLst>
              <a:ext uri="{FF2B5EF4-FFF2-40B4-BE49-F238E27FC236}">
                <a16:creationId xmlns:a16="http://schemas.microsoft.com/office/drawing/2014/main" id="{53E42ABE-038D-0049-93D4-9EC2E3234B13}"/>
              </a:ext>
            </a:extLst>
          </p:cNvPr>
          <p:cNvSpPr txBox="1">
            <a:spLocks noChangeArrowheads="1"/>
          </p:cNvSpPr>
          <p:nvPr/>
        </p:nvSpPr>
        <p:spPr bwMode="auto">
          <a:xfrm>
            <a:off x="5111928" y="1594077"/>
            <a:ext cx="890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SMTP</a:t>
            </a:r>
          </a:p>
        </p:txBody>
      </p:sp>
      <p:sp>
        <p:nvSpPr>
          <p:cNvPr id="269" name="Text Box 160">
            <a:extLst>
              <a:ext uri="{FF2B5EF4-FFF2-40B4-BE49-F238E27FC236}">
                <a16:creationId xmlns:a16="http://schemas.microsoft.com/office/drawing/2014/main" id="{629C8856-7516-C14B-9215-6EA637A93BF1}"/>
              </a:ext>
            </a:extLst>
          </p:cNvPr>
          <p:cNvSpPr txBox="1">
            <a:spLocks noChangeArrowheads="1"/>
          </p:cNvSpPr>
          <p:nvPr/>
        </p:nvSpPr>
        <p:spPr bwMode="auto">
          <a:xfrm>
            <a:off x="5734133" y="2714852"/>
            <a:ext cx="179247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r>
              <a:rPr kumimoji="0" lang="ja-JP"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 e-mail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0" name="Group 161">
            <a:extLst>
              <a:ext uri="{FF2B5EF4-FFF2-40B4-BE49-F238E27FC236}">
                <a16:creationId xmlns:a16="http://schemas.microsoft.com/office/drawing/2014/main" id="{D048FD00-5924-9447-B3B8-0AC35A063FA1}"/>
              </a:ext>
            </a:extLst>
          </p:cNvPr>
          <p:cNvGrpSpPr>
            <a:grpSpLocks/>
          </p:cNvGrpSpPr>
          <p:nvPr/>
        </p:nvGrpSpPr>
        <p:grpSpPr bwMode="auto">
          <a:xfrm>
            <a:off x="6289853" y="2116364"/>
            <a:ext cx="809625" cy="561975"/>
            <a:chOff x="2070" y="2004"/>
            <a:chExt cx="510" cy="354"/>
          </a:xfrm>
        </p:grpSpPr>
        <p:sp>
          <p:nvSpPr>
            <p:cNvPr id="289" name="Rectangle 162">
              <a:extLst>
                <a:ext uri="{FF2B5EF4-FFF2-40B4-BE49-F238E27FC236}">
                  <a16:creationId xmlns:a16="http://schemas.microsoft.com/office/drawing/2014/main" id="{F2A0FCDF-5941-FB4C-9E1D-DFD5B6C69CE5}"/>
                </a:ext>
              </a:extLst>
            </p:cNvPr>
            <p:cNvSpPr>
              <a:spLocks noChangeArrowheads="1"/>
            </p:cNvSpPr>
            <p:nvPr/>
          </p:nvSpPr>
          <p:spPr bwMode="auto">
            <a:xfrm>
              <a:off x="2070" y="2004"/>
              <a:ext cx="510" cy="354"/>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290" name="Rectangle 163">
              <a:extLst>
                <a:ext uri="{FF2B5EF4-FFF2-40B4-BE49-F238E27FC236}">
                  <a16:creationId xmlns:a16="http://schemas.microsoft.com/office/drawing/2014/main" id="{A6B8C913-36F9-824E-8C78-BFC7B3CDCFBE}"/>
                </a:ext>
              </a:extLst>
            </p:cNvPr>
            <p:cNvSpPr>
              <a:spLocks noChangeArrowheads="1"/>
            </p:cNvSpPr>
            <p:nvPr/>
          </p:nvSpPr>
          <p:spPr bwMode="auto">
            <a:xfrm>
              <a:off x="2094" y="2076"/>
              <a:ext cx="450" cy="120"/>
            </a:xfrm>
            <a:prstGeom prst="rect">
              <a:avLst/>
            </a:prstGeom>
            <a:solidFill>
              <a:srgbClr val="00FF00"/>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291" name="Line 164">
              <a:extLst>
                <a:ext uri="{FF2B5EF4-FFF2-40B4-BE49-F238E27FC236}">
                  <a16:creationId xmlns:a16="http://schemas.microsoft.com/office/drawing/2014/main" id="{3013A95D-A281-0C49-810B-3C864F7A46CB}"/>
                </a:ext>
              </a:extLst>
            </p:cNvPr>
            <p:cNvSpPr>
              <a:spLocks noChangeShapeType="1"/>
            </p:cNvSpPr>
            <p:nvPr/>
          </p:nvSpPr>
          <p:spPr bwMode="auto">
            <a:xfrm>
              <a:off x="2143" y="210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2" name="Line 165">
              <a:extLst>
                <a:ext uri="{FF2B5EF4-FFF2-40B4-BE49-F238E27FC236}">
                  <a16:creationId xmlns:a16="http://schemas.microsoft.com/office/drawing/2014/main" id="{7277D88A-E3AC-5446-9FCD-10B5C085D77E}"/>
                </a:ext>
              </a:extLst>
            </p:cNvPr>
            <p:cNvSpPr>
              <a:spLocks noChangeShapeType="1"/>
            </p:cNvSpPr>
            <p:nvPr/>
          </p:nvSpPr>
          <p:spPr bwMode="auto">
            <a:xfrm>
              <a:off x="2252" y="210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3" name="Line 166">
              <a:extLst>
                <a:ext uri="{FF2B5EF4-FFF2-40B4-BE49-F238E27FC236}">
                  <a16:creationId xmlns:a16="http://schemas.microsoft.com/office/drawing/2014/main" id="{04850398-3936-B842-A3EB-78E3F18C8D23}"/>
                </a:ext>
              </a:extLst>
            </p:cNvPr>
            <p:cNvSpPr>
              <a:spLocks noChangeShapeType="1"/>
            </p:cNvSpPr>
            <p:nvPr/>
          </p:nvSpPr>
          <p:spPr bwMode="auto">
            <a:xfrm>
              <a:off x="2307" y="2105"/>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Line 167">
              <a:extLst>
                <a:ext uri="{FF2B5EF4-FFF2-40B4-BE49-F238E27FC236}">
                  <a16:creationId xmlns:a16="http://schemas.microsoft.com/office/drawing/2014/main" id="{E54B2FAE-3B2C-BA4E-89DE-F17808A8501D}"/>
                </a:ext>
              </a:extLst>
            </p:cNvPr>
            <p:cNvSpPr>
              <a:spLocks noChangeShapeType="1"/>
            </p:cNvSpPr>
            <p:nvPr/>
          </p:nvSpPr>
          <p:spPr bwMode="auto">
            <a:xfrm>
              <a:off x="2364" y="210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Line 168">
              <a:extLst>
                <a:ext uri="{FF2B5EF4-FFF2-40B4-BE49-F238E27FC236}">
                  <a16:creationId xmlns:a16="http://schemas.microsoft.com/office/drawing/2014/main" id="{0321206D-71C9-A044-BC0F-A09851EF7838}"/>
                </a:ext>
              </a:extLst>
            </p:cNvPr>
            <p:cNvSpPr>
              <a:spLocks noChangeShapeType="1"/>
            </p:cNvSpPr>
            <p:nvPr/>
          </p:nvSpPr>
          <p:spPr bwMode="auto">
            <a:xfrm>
              <a:off x="2425" y="210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Line 169">
              <a:extLst>
                <a:ext uri="{FF2B5EF4-FFF2-40B4-BE49-F238E27FC236}">
                  <a16:creationId xmlns:a16="http://schemas.microsoft.com/office/drawing/2014/main" id="{74EEC85C-DBEF-B746-945E-539B17DF96AF}"/>
                </a:ext>
              </a:extLst>
            </p:cNvPr>
            <p:cNvSpPr>
              <a:spLocks noChangeShapeType="1"/>
            </p:cNvSpPr>
            <p:nvPr/>
          </p:nvSpPr>
          <p:spPr bwMode="auto">
            <a:xfrm>
              <a:off x="2481" y="2103"/>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Line 170">
              <a:extLst>
                <a:ext uri="{FF2B5EF4-FFF2-40B4-BE49-F238E27FC236}">
                  <a16:creationId xmlns:a16="http://schemas.microsoft.com/office/drawing/2014/main" id="{A1C2C0B2-5E64-FE46-9C1E-5AB91616FB79}"/>
                </a:ext>
              </a:extLst>
            </p:cNvPr>
            <p:cNvSpPr>
              <a:spLocks noChangeShapeType="1"/>
            </p:cNvSpPr>
            <p:nvPr/>
          </p:nvSpPr>
          <p:spPr bwMode="auto">
            <a:xfrm>
              <a:off x="2196" y="2104"/>
              <a:ext cx="0"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8" name="Rectangle 171">
              <a:extLst>
                <a:ext uri="{FF2B5EF4-FFF2-40B4-BE49-F238E27FC236}">
                  <a16:creationId xmlns:a16="http://schemas.microsoft.com/office/drawing/2014/main" id="{18F1DECA-4FA1-D549-80DB-068E1D6FF772}"/>
                </a:ext>
              </a:extLst>
            </p:cNvPr>
            <p:cNvSpPr>
              <a:spLocks noChangeArrowheads="1"/>
            </p:cNvSpPr>
            <p:nvPr/>
          </p:nvSpPr>
          <p:spPr bwMode="auto">
            <a:xfrm>
              <a:off x="2102" y="224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299" name="Rectangle 172">
              <a:extLst>
                <a:ext uri="{FF2B5EF4-FFF2-40B4-BE49-F238E27FC236}">
                  <a16:creationId xmlns:a16="http://schemas.microsoft.com/office/drawing/2014/main" id="{6B4E18DF-65E1-F447-8367-4528F7700FAA}"/>
                </a:ext>
              </a:extLst>
            </p:cNvPr>
            <p:cNvSpPr>
              <a:spLocks noChangeArrowheads="1"/>
            </p:cNvSpPr>
            <p:nvPr/>
          </p:nvSpPr>
          <p:spPr bwMode="auto">
            <a:xfrm>
              <a:off x="2188" y="2243"/>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00" name="Rectangle 173">
              <a:extLst>
                <a:ext uri="{FF2B5EF4-FFF2-40B4-BE49-F238E27FC236}">
                  <a16:creationId xmlns:a16="http://schemas.microsoft.com/office/drawing/2014/main" id="{BE1B5DC5-88E8-A649-93B6-EBAE42FDEF75}"/>
                </a:ext>
              </a:extLst>
            </p:cNvPr>
            <p:cNvSpPr>
              <a:spLocks noChangeArrowheads="1"/>
            </p:cNvSpPr>
            <p:nvPr/>
          </p:nvSpPr>
          <p:spPr bwMode="auto">
            <a:xfrm>
              <a:off x="2274" y="2242"/>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01" name="Rectangle 174">
              <a:extLst>
                <a:ext uri="{FF2B5EF4-FFF2-40B4-BE49-F238E27FC236}">
                  <a16:creationId xmlns:a16="http://schemas.microsoft.com/office/drawing/2014/main" id="{EEC64261-B933-2A4B-B45A-6E28963DC504}"/>
                </a:ext>
              </a:extLst>
            </p:cNvPr>
            <p:cNvSpPr>
              <a:spLocks noChangeArrowheads="1"/>
            </p:cNvSpPr>
            <p:nvPr/>
          </p:nvSpPr>
          <p:spPr bwMode="auto">
            <a:xfrm>
              <a:off x="2371" y="224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302" name="Rectangle 175">
              <a:extLst>
                <a:ext uri="{FF2B5EF4-FFF2-40B4-BE49-F238E27FC236}">
                  <a16:creationId xmlns:a16="http://schemas.microsoft.com/office/drawing/2014/main" id="{EE1004C2-A311-414F-8E80-B4092CDDCD64}"/>
                </a:ext>
              </a:extLst>
            </p:cNvPr>
            <p:cNvSpPr>
              <a:spLocks noChangeArrowheads="1"/>
            </p:cNvSpPr>
            <p:nvPr/>
          </p:nvSpPr>
          <p:spPr bwMode="auto">
            <a:xfrm>
              <a:off x="2467" y="2240"/>
              <a:ext cx="64" cy="93"/>
            </a:xfrm>
            <a:prstGeom prst="rect">
              <a:avLst/>
            </a:prstGeom>
            <a:solidFill>
              <a:srgbClr val="FFFF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pic>
        <p:nvPicPr>
          <p:cNvPr id="271" name="Picture 176" descr="Alice">
            <a:extLst>
              <a:ext uri="{FF2B5EF4-FFF2-40B4-BE49-F238E27FC236}">
                <a16:creationId xmlns:a16="http://schemas.microsoft.com/office/drawing/2014/main" id="{D76D5E82-5D05-6842-89F0-A930ADA6FC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3753" y="1673452"/>
            <a:ext cx="56197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2" name="Picture 179" descr="Bob">
            <a:extLst>
              <a:ext uri="{FF2B5EF4-FFF2-40B4-BE49-F238E27FC236}">
                <a16:creationId xmlns:a16="http://schemas.microsoft.com/office/drawing/2014/main" id="{8989F6E0-4E76-1C42-A3BD-A635A4955F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02953" y="1687739"/>
            <a:ext cx="676275"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Line 94">
            <a:extLst>
              <a:ext uri="{FF2B5EF4-FFF2-40B4-BE49-F238E27FC236}">
                <a16:creationId xmlns:a16="http://schemas.microsoft.com/office/drawing/2014/main" id="{29F99540-FD3E-AE4C-A57E-1A20C6E30EED}"/>
              </a:ext>
            </a:extLst>
          </p:cNvPr>
          <p:cNvSpPr>
            <a:spLocks noChangeShapeType="1"/>
          </p:cNvSpPr>
          <p:nvPr/>
        </p:nvSpPr>
        <p:spPr bwMode="auto">
          <a:xfrm>
            <a:off x="3492678" y="2021114"/>
            <a:ext cx="903288"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Line 95">
            <a:extLst>
              <a:ext uri="{FF2B5EF4-FFF2-40B4-BE49-F238E27FC236}">
                <a16:creationId xmlns:a16="http://schemas.microsoft.com/office/drawing/2014/main" id="{C981B998-3615-AE47-86C8-57BFFA2D7D78}"/>
              </a:ext>
            </a:extLst>
          </p:cNvPr>
          <p:cNvSpPr>
            <a:spLocks noChangeShapeType="1"/>
          </p:cNvSpPr>
          <p:nvPr/>
        </p:nvSpPr>
        <p:spPr bwMode="auto">
          <a:xfrm>
            <a:off x="5123041" y="2017939"/>
            <a:ext cx="903287"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 name="Group 1">
            <a:extLst>
              <a:ext uri="{FF2B5EF4-FFF2-40B4-BE49-F238E27FC236}">
                <a16:creationId xmlns:a16="http://schemas.microsoft.com/office/drawing/2014/main" id="{B91F516F-20AF-DB4E-A31F-6C9548243DF2}"/>
              </a:ext>
            </a:extLst>
          </p:cNvPr>
          <p:cNvGrpSpPr/>
          <p:nvPr/>
        </p:nvGrpSpPr>
        <p:grpSpPr>
          <a:xfrm>
            <a:off x="6699252" y="1424214"/>
            <a:ext cx="1816276" cy="1182356"/>
            <a:chOff x="6699252" y="1424214"/>
            <a:chExt cx="1816276" cy="1182356"/>
          </a:xfrm>
        </p:grpSpPr>
        <p:sp>
          <p:nvSpPr>
            <p:cNvPr id="268" name="Text Box 156">
              <a:extLst>
                <a:ext uri="{FF2B5EF4-FFF2-40B4-BE49-F238E27FC236}">
                  <a16:creationId xmlns:a16="http://schemas.microsoft.com/office/drawing/2014/main" id="{7317FD5B-CED0-1249-AB7C-DF94D681537A}"/>
                </a:ext>
              </a:extLst>
            </p:cNvPr>
            <p:cNvSpPr txBox="1">
              <a:spLocks noChangeArrowheads="1"/>
            </p:cNvSpPr>
            <p:nvPr/>
          </p:nvSpPr>
          <p:spPr bwMode="auto">
            <a:xfrm>
              <a:off x="6699252" y="1424214"/>
              <a:ext cx="178611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000" b="0" i="1"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e-mail access</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000" b="0" i="1"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protocol</a:t>
              </a:r>
              <a:endPar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275" name="Line 96">
              <a:extLst>
                <a:ext uri="{FF2B5EF4-FFF2-40B4-BE49-F238E27FC236}">
                  <a16:creationId xmlns:a16="http://schemas.microsoft.com/office/drawing/2014/main" id="{CF977160-74FD-0442-823B-6C2520914C43}"/>
                </a:ext>
              </a:extLst>
            </p:cNvPr>
            <p:cNvSpPr>
              <a:spLocks noChangeShapeType="1"/>
            </p:cNvSpPr>
            <p:nvPr/>
          </p:nvSpPr>
          <p:spPr bwMode="auto">
            <a:xfrm>
              <a:off x="6742291" y="2014764"/>
              <a:ext cx="1697037" cy="1588"/>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6" name="Text Box 156">
              <a:extLst>
                <a:ext uri="{FF2B5EF4-FFF2-40B4-BE49-F238E27FC236}">
                  <a16:creationId xmlns:a16="http://schemas.microsoft.com/office/drawing/2014/main" id="{FA9F06E0-5873-0E44-A9D6-E6DD02F2E350}"/>
                </a:ext>
              </a:extLst>
            </p:cNvPr>
            <p:cNvSpPr txBox="1">
              <a:spLocks noChangeArrowheads="1"/>
            </p:cNvSpPr>
            <p:nvPr/>
          </p:nvSpPr>
          <p:spPr bwMode="auto">
            <a:xfrm>
              <a:off x="7064731" y="2043339"/>
              <a:ext cx="1450797"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1800" b="0" i="1"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(e.g.,</a:t>
              </a:r>
              <a:r>
                <a:rPr kumimoji="0" lang="en-US" altLang="en-US" sz="1600" b="0" i="1"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 IMAP, HTTP</a:t>
              </a:r>
              <a:r>
                <a:rPr kumimoji="0" lang="en-US" altLang="en-US" sz="1800" b="0" i="1"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a:t>
              </a:r>
            </a:p>
          </p:txBody>
        </p:sp>
      </p:grpSp>
      <p:grpSp>
        <p:nvGrpSpPr>
          <p:cNvPr id="277" name="Group 166">
            <a:extLst>
              <a:ext uri="{FF2B5EF4-FFF2-40B4-BE49-F238E27FC236}">
                <a16:creationId xmlns:a16="http://schemas.microsoft.com/office/drawing/2014/main" id="{F8002D43-E860-6845-AF7E-87A1A94D62F3}"/>
              </a:ext>
            </a:extLst>
          </p:cNvPr>
          <p:cNvGrpSpPr>
            <a:grpSpLocks/>
          </p:cNvGrpSpPr>
          <p:nvPr/>
        </p:nvGrpSpPr>
        <p:grpSpPr bwMode="auto">
          <a:xfrm>
            <a:off x="2556053" y="1535339"/>
            <a:ext cx="912813" cy="1054100"/>
            <a:chOff x="3574" y="550"/>
            <a:chExt cx="575" cy="664"/>
          </a:xfrm>
        </p:grpSpPr>
        <p:grpSp>
          <p:nvGrpSpPr>
            <p:cNvPr id="284" name="Group 167">
              <a:extLst>
                <a:ext uri="{FF2B5EF4-FFF2-40B4-BE49-F238E27FC236}">
                  <a16:creationId xmlns:a16="http://schemas.microsoft.com/office/drawing/2014/main" id="{BE8CFCE0-FC41-0748-A6E7-4600DF924D55}"/>
                </a:ext>
              </a:extLst>
            </p:cNvPr>
            <p:cNvGrpSpPr>
              <a:grpSpLocks/>
            </p:cNvGrpSpPr>
            <p:nvPr/>
          </p:nvGrpSpPr>
          <p:grpSpPr bwMode="auto">
            <a:xfrm>
              <a:off x="3588" y="692"/>
              <a:ext cx="561" cy="522"/>
              <a:chOff x="-44" y="1473"/>
              <a:chExt cx="981" cy="1105"/>
            </a:xfrm>
          </p:grpSpPr>
          <p:pic>
            <p:nvPicPr>
              <p:cNvPr id="287" name="Picture 168" descr="desktop_computer_stylized_medium">
                <a:extLst>
                  <a:ext uri="{FF2B5EF4-FFF2-40B4-BE49-F238E27FC236}">
                    <a16:creationId xmlns:a16="http://schemas.microsoft.com/office/drawing/2014/main" id="{C00F7CE5-DF44-7248-ABAB-405A73E21C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8" name="Freeform 169">
                <a:extLst>
                  <a:ext uri="{FF2B5EF4-FFF2-40B4-BE49-F238E27FC236}">
                    <a16:creationId xmlns:a16="http://schemas.microsoft.com/office/drawing/2014/main" id="{B502B1B8-E322-AA40-A3FB-263ECFA0F833}"/>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85" name="Rectangle 115">
              <a:extLst>
                <a:ext uri="{FF2B5EF4-FFF2-40B4-BE49-F238E27FC236}">
                  <a16:creationId xmlns:a16="http://schemas.microsoft.com/office/drawing/2014/main" id="{39E4CD50-3462-8441-ACC2-01559D9DDDAC}"/>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Text Box 116">
              <a:extLst>
                <a:ext uri="{FF2B5EF4-FFF2-40B4-BE49-F238E27FC236}">
                  <a16:creationId xmlns:a16="http://schemas.microsoft.com/office/drawing/2014/main" id="{7198B7C8-8E18-3B4E-9F4D-DCC4D4D7D2A6}"/>
                </a:ext>
              </a:extLst>
            </p:cNvPr>
            <p:cNvSpPr txBox="1">
              <a:spLocks noChangeArrowheads="1"/>
            </p:cNvSpPr>
            <p:nvPr/>
          </p:nvSpPr>
          <p:spPr bwMode="auto">
            <a:xfrm>
              <a:off x="3574" y="550"/>
              <a:ext cx="43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agent</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8" name="Group 172">
            <a:extLst>
              <a:ext uri="{FF2B5EF4-FFF2-40B4-BE49-F238E27FC236}">
                <a16:creationId xmlns:a16="http://schemas.microsoft.com/office/drawing/2014/main" id="{2F25B33E-FEB9-404E-8162-D03D8D9966E3}"/>
              </a:ext>
            </a:extLst>
          </p:cNvPr>
          <p:cNvGrpSpPr>
            <a:grpSpLocks/>
          </p:cNvGrpSpPr>
          <p:nvPr/>
        </p:nvGrpSpPr>
        <p:grpSpPr bwMode="auto">
          <a:xfrm>
            <a:off x="8456791" y="1538514"/>
            <a:ext cx="912812" cy="1054100"/>
            <a:chOff x="3574" y="550"/>
            <a:chExt cx="575" cy="664"/>
          </a:xfrm>
        </p:grpSpPr>
        <p:grpSp>
          <p:nvGrpSpPr>
            <p:cNvPr id="279" name="Group 173">
              <a:extLst>
                <a:ext uri="{FF2B5EF4-FFF2-40B4-BE49-F238E27FC236}">
                  <a16:creationId xmlns:a16="http://schemas.microsoft.com/office/drawing/2014/main" id="{375D5E0D-2C70-F544-89E4-5E4F1AA9FD3A}"/>
                </a:ext>
              </a:extLst>
            </p:cNvPr>
            <p:cNvGrpSpPr>
              <a:grpSpLocks/>
            </p:cNvGrpSpPr>
            <p:nvPr/>
          </p:nvGrpSpPr>
          <p:grpSpPr bwMode="auto">
            <a:xfrm>
              <a:off x="3588" y="692"/>
              <a:ext cx="561" cy="522"/>
              <a:chOff x="-44" y="1473"/>
              <a:chExt cx="981" cy="1105"/>
            </a:xfrm>
          </p:grpSpPr>
          <p:pic>
            <p:nvPicPr>
              <p:cNvPr id="282" name="Picture 174" descr="desktop_computer_stylized_medium">
                <a:extLst>
                  <a:ext uri="{FF2B5EF4-FFF2-40B4-BE49-F238E27FC236}">
                    <a16:creationId xmlns:a16="http://schemas.microsoft.com/office/drawing/2014/main" id="{B288CD06-BF42-AC48-84ED-106FF7671F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Freeform 175">
                <a:extLst>
                  <a:ext uri="{FF2B5EF4-FFF2-40B4-BE49-F238E27FC236}">
                    <a16:creationId xmlns:a16="http://schemas.microsoft.com/office/drawing/2014/main" id="{4067DFC9-14ED-1F46-8DB5-99B637F8720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80" name="Rectangle 115">
              <a:extLst>
                <a:ext uri="{FF2B5EF4-FFF2-40B4-BE49-F238E27FC236}">
                  <a16:creationId xmlns:a16="http://schemas.microsoft.com/office/drawing/2014/main" id="{37808C5A-E4DA-234C-AD81-DC4AD2416C75}"/>
                </a:ext>
              </a:extLst>
            </p:cNvPr>
            <p:cNvSpPr>
              <a:spLocks noChangeArrowheads="1"/>
            </p:cNvSpPr>
            <p:nvPr/>
          </p:nvSpPr>
          <p:spPr bwMode="auto">
            <a:xfrm>
              <a:off x="3611" y="576"/>
              <a:ext cx="381" cy="330"/>
            </a:xfrm>
            <a:prstGeom prst="rect">
              <a:avLst/>
            </a:prstGeom>
            <a:solidFill>
              <a:srgbClr val="CCCCFF"/>
            </a:solidFill>
            <a:ln w="19050">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1" name="Text Box 116">
              <a:extLst>
                <a:ext uri="{FF2B5EF4-FFF2-40B4-BE49-F238E27FC236}">
                  <a16:creationId xmlns:a16="http://schemas.microsoft.com/office/drawing/2014/main" id="{BE906C48-2C97-234D-A7D2-2162D242FA15}"/>
                </a:ext>
              </a:extLst>
            </p:cNvPr>
            <p:cNvSpPr txBox="1">
              <a:spLocks noChangeArrowheads="1"/>
            </p:cNvSpPr>
            <p:nvPr/>
          </p:nvSpPr>
          <p:spPr bwMode="auto">
            <a:xfrm>
              <a:off x="3574" y="550"/>
              <a:ext cx="43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user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agent</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84" name="Rectangle 3">
            <a:extLst>
              <a:ext uri="{FF2B5EF4-FFF2-40B4-BE49-F238E27FC236}">
                <a16:creationId xmlns:a16="http://schemas.microsoft.com/office/drawing/2014/main" id="{34528512-2985-154D-9CDE-10220B10DEDE}"/>
              </a:ext>
            </a:extLst>
          </p:cNvPr>
          <p:cNvSpPr txBox="1">
            <a:spLocks noChangeArrowheads="1"/>
          </p:cNvSpPr>
          <p:nvPr/>
        </p:nvSpPr>
        <p:spPr>
          <a:xfrm>
            <a:off x="478971" y="3418624"/>
            <a:ext cx="11248571" cy="315005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SMTP:</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delivery/storage of e-mail messages to receiver’</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server</a:t>
            </a: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mail access protocol: retrieval from server</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IMAP:</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Internet Mail Access Protocol [RFC 3501]: messages stored on server, IMAP provides retrieval, deletion, folders of stored messages on server</a:t>
            </a:r>
          </a:p>
          <a:p>
            <a:pPr marL="346075" marR="0" lvl="0" indent="-288925"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HTTP:</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gmail, Hotmail, Yahoo!Mail, etc. provides web-based interface on top of STMP (to send), IMAP (or POP) to retrieve e-mail messages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26" name="Slide Number Placeholder 2">
            <a:extLst>
              <a:ext uri="{FF2B5EF4-FFF2-40B4-BE49-F238E27FC236}">
                <a16:creationId xmlns:a16="http://schemas.microsoft.com/office/drawing/2014/main" id="{741D895B-EE03-5544-883F-BDFD215AF982}"/>
              </a:ext>
            </a:extLst>
          </p:cNvPr>
          <p:cNvSpPr>
            <a:spLocks noGrp="1"/>
          </p:cNvSpPr>
          <p:nvPr>
            <p:ph type="sldNum" sz="quarter" idx="4"/>
          </p:nvPr>
        </p:nvSpPr>
        <p:spPr>
          <a:xfrm>
            <a:off x="9219616" y="6443089"/>
            <a:ext cx="2743200" cy="365125"/>
          </a:xfrm>
        </p:spPr>
        <p:txBody>
          <a:bodyPr/>
          <a:lstStyle/>
          <a:p>
            <a:r>
              <a:rPr lang="en-US" dirty="0"/>
              <a:t>Application Layer: 2-</a:t>
            </a:r>
            <a:fld id="{C4204591-24BD-A542-B9D5-F8D8A88D2FEE}" type="slidenum">
              <a:rPr lang="en-US" smtClean="0"/>
              <a:pPr/>
              <a:t>60</a:t>
            </a:fld>
            <a:endParaRPr lang="en-US" dirty="0"/>
          </a:p>
        </p:txBody>
      </p:sp>
    </p:spTree>
    <p:extLst>
      <p:ext uri="{BB962C8B-B14F-4D97-AF65-F5344CB8AC3E}">
        <p14:creationId xmlns:p14="http://schemas.microsoft.com/office/powerpoint/2010/main" val="285890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nodeType="withEffect">
                                  <p:stCondLst>
                                    <p:cond delay="0"/>
                                  </p:stCondLst>
                                  <p:childTnLst>
                                    <p:set>
                                      <p:cBhvr>
                                        <p:cTn id="9" dur="1" fill="hold">
                                          <p:stCondLst>
                                            <p:cond delay="0"/>
                                          </p:stCondLst>
                                        </p:cTn>
                                        <p:tgtEl>
                                          <p:spTgt spid="384">
                                            <p:txEl>
                                              <p:pRg st="1" end="1"/>
                                            </p:txEl>
                                          </p:spTgt>
                                        </p:tgtEl>
                                        <p:attrNameLst>
                                          <p:attrName>style.visibility</p:attrName>
                                        </p:attrNameLst>
                                      </p:cBhvr>
                                      <p:to>
                                        <p:strVal val="visible"/>
                                      </p:to>
                                    </p:set>
                                    <p:animEffect transition="in" filter="dissolve">
                                      <p:cBhvr>
                                        <p:cTn id="10" dur="500"/>
                                        <p:tgtEl>
                                          <p:spTgt spid="384">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84">
                                            <p:txEl>
                                              <p:pRg st="2" end="2"/>
                                            </p:txEl>
                                          </p:spTgt>
                                        </p:tgtEl>
                                        <p:attrNameLst>
                                          <p:attrName>style.visibility</p:attrName>
                                        </p:attrNameLst>
                                      </p:cBhvr>
                                      <p:to>
                                        <p:strVal val="visible"/>
                                      </p:to>
                                    </p:set>
                                    <p:animEffect transition="in" filter="dissolve">
                                      <p:cBhvr>
                                        <p:cTn id="13" dur="500"/>
                                        <p:tgtEl>
                                          <p:spTgt spid="38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84">
                                            <p:txEl>
                                              <p:pRg st="3" end="3"/>
                                            </p:txEl>
                                          </p:spTgt>
                                        </p:tgtEl>
                                        <p:attrNameLst>
                                          <p:attrName>style.visibility</p:attrName>
                                        </p:attrNameLst>
                                      </p:cBhvr>
                                      <p:to>
                                        <p:strVal val="visible"/>
                                      </p:to>
                                    </p:set>
                                    <p:animEffect transition="in" filter="dissolve">
                                      <p:cBhvr>
                                        <p:cTn id="18" dur="500"/>
                                        <p:tgtEl>
                                          <p:spTgt spid="3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Application Layer: Overview</a:t>
            </a:r>
            <a:endParaRPr lang="en-US" dirty="0"/>
          </a:p>
        </p:txBody>
      </p:sp>
      <p:sp>
        <p:nvSpPr>
          <p:cNvPr id="10" name="Content Placeholder 3">
            <a:extLst>
              <a:ext uri="{FF2B5EF4-FFF2-40B4-BE49-F238E27FC236}">
                <a16:creationId xmlns:a16="http://schemas.microsoft.com/office/drawing/2014/main" id="{80CCA17D-ECA8-CE46-82AC-A0AF8C3B62BD}"/>
              </a:ext>
            </a:extLst>
          </p:cNvPr>
          <p:cNvSpPr txBox="1">
            <a:spLocks/>
          </p:cNvSpPr>
          <p:nvPr/>
        </p:nvSpPr>
        <p:spPr>
          <a:xfrm>
            <a:off x="809242" y="1870563"/>
            <a:ext cx="5309184" cy="4351338"/>
          </a:xfrm>
          <a:prstGeom prst="rect">
            <a:avLst/>
          </a:prstGeom>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1638" indent="-401638">
              <a:buClr>
                <a:schemeClr val="bg1">
                  <a:lumMod val="75000"/>
                </a:schemeClr>
              </a:buClr>
              <a:defRPr/>
            </a:pPr>
            <a:r>
              <a:rPr lang="en-US" sz="3200" dirty="0">
                <a:solidFill>
                  <a:schemeClr val="bg1">
                    <a:lumMod val="75000"/>
                  </a:schemeClr>
                </a:solidFill>
                <a:latin typeface="Calibri" panose="020F0502020204030204" pitchFamily="34" charset="0"/>
                <a:cs typeface="Calibri" panose="020F0502020204030204" pitchFamily="34" charset="0"/>
              </a:rPr>
              <a:t>Principles of network applications</a:t>
            </a:r>
          </a:p>
          <a:p>
            <a:pPr marL="401638" indent="-401638">
              <a:buClr>
                <a:schemeClr val="bg1">
                  <a:lumMod val="75000"/>
                </a:schemeClr>
              </a:buClr>
              <a:defRPr/>
            </a:pPr>
            <a:r>
              <a:rPr lang="en-US" sz="3200" dirty="0">
                <a:solidFill>
                  <a:schemeClr val="bg1">
                    <a:lumMod val="75000"/>
                  </a:schemeClr>
                </a:solidFill>
                <a:latin typeface="Calibri" panose="020F0502020204030204" pitchFamily="34" charset="0"/>
                <a:cs typeface="Calibri" panose="020F0502020204030204" pitchFamily="34" charset="0"/>
              </a:rPr>
              <a:t>Web and HTTP</a:t>
            </a:r>
          </a:p>
          <a:p>
            <a:pPr marL="401638" indent="-401638">
              <a:buClr>
                <a:schemeClr val="bg1">
                  <a:lumMod val="75000"/>
                </a:schemeClr>
              </a:buClr>
              <a:defRPr/>
            </a:pPr>
            <a:r>
              <a:rPr lang="en-US" sz="3200" dirty="0">
                <a:solidFill>
                  <a:schemeClr val="bg1">
                    <a:lumMod val="75000"/>
                  </a:schemeClr>
                </a:solidFill>
                <a:latin typeface="Calibri" panose="020F0502020204030204" pitchFamily="34" charset="0"/>
                <a:cs typeface="Calibri" panose="020F0502020204030204" pitchFamily="34" charset="0"/>
              </a:rPr>
              <a:t>E-mail, SMTP, IMAP</a:t>
            </a:r>
          </a:p>
          <a:p>
            <a:pPr marL="401638" indent="-401638">
              <a:buClr>
                <a:srgbClr val="0000A8"/>
              </a:buClr>
              <a:defRPr/>
            </a:pPr>
            <a:r>
              <a:rPr lang="en-US" sz="3200" dirty="0">
                <a:latin typeface="Calibri" panose="020F0502020204030204" pitchFamily="34" charset="0"/>
                <a:cs typeface="Calibri" panose="020F0502020204030204" pitchFamily="34" charset="0"/>
              </a:rPr>
              <a:t>The Domain Name System DNS</a:t>
            </a:r>
          </a:p>
          <a:p>
            <a:endParaRPr lang="en-US" dirty="0"/>
          </a:p>
        </p:txBody>
      </p:sp>
      <p:sp>
        <p:nvSpPr>
          <p:cNvPr id="11" name="Rectangle 4">
            <a:extLst>
              <a:ext uri="{FF2B5EF4-FFF2-40B4-BE49-F238E27FC236}">
                <a16:creationId xmlns:a16="http://schemas.microsoft.com/office/drawing/2014/main" id="{5FE695BD-369F-8C4A-ACAD-42671E1C0719}"/>
              </a:ext>
            </a:extLst>
          </p:cNvPr>
          <p:cNvSpPr txBox="1">
            <a:spLocks noChangeArrowheads="1"/>
          </p:cNvSpPr>
          <p:nvPr/>
        </p:nvSpPr>
        <p:spPr>
          <a:xfrm>
            <a:off x="6557554" y="1422888"/>
            <a:ext cx="5405262" cy="4799013"/>
          </a:xfrm>
          <a:prstGeom prst="rect">
            <a:avLst/>
          </a:prstGeom>
        </p:spPr>
        <p:txBody>
          <a:bodyPr>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9250" indent="-349250">
              <a:buClr>
                <a:schemeClr val="bg1">
                  <a:lumMod val="75000"/>
                </a:schemeClr>
              </a:buClr>
            </a:pPr>
            <a:r>
              <a:rPr lang="en-US" altLang="en-US" sz="3200" dirty="0">
                <a:solidFill>
                  <a:schemeClr val="bg1">
                    <a:lumMod val="75000"/>
                  </a:schemeClr>
                </a:solidFill>
                <a:ea typeface="ＭＳ Ｐゴシック" panose="020B0600070205080204" pitchFamily="34" charset="-128"/>
              </a:rPr>
              <a:t>P2P applications</a:t>
            </a:r>
          </a:p>
          <a:p>
            <a:pPr marL="349250" indent="-349250">
              <a:buClr>
                <a:schemeClr val="bg1">
                  <a:lumMod val="75000"/>
                </a:schemeClr>
              </a:buClr>
            </a:pPr>
            <a:r>
              <a:rPr lang="en-US" altLang="en-US" sz="3200" dirty="0">
                <a:solidFill>
                  <a:schemeClr val="bg1">
                    <a:lumMod val="75000"/>
                  </a:schemeClr>
                </a:solidFill>
                <a:ea typeface="ＭＳ Ｐゴシック" panose="020B0600070205080204" pitchFamily="34" charset="-128"/>
              </a:rPr>
              <a:t>video streaming and content distribution networks</a:t>
            </a:r>
          </a:p>
          <a:p>
            <a:pPr marL="349250" indent="-349250">
              <a:buClr>
                <a:schemeClr val="bg1">
                  <a:lumMod val="75000"/>
                </a:schemeClr>
              </a:buClr>
            </a:pPr>
            <a:r>
              <a:rPr lang="en-US" altLang="en-US" sz="3200" dirty="0">
                <a:solidFill>
                  <a:schemeClr val="bg1">
                    <a:lumMod val="75000"/>
                  </a:schemeClr>
                </a:solidFill>
                <a:ea typeface="ＭＳ Ｐゴシック" panose="020B0600070205080204" pitchFamily="34" charset="-128"/>
              </a:rPr>
              <a:t>socket programming with UDP and TCP</a:t>
            </a:r>
          </a:p>
          <a:p>
            <a:pPr>
              <a:buFont typeface="Wingdings" pitchFamily="2" charset="2"/>
              <a:buNone/>
            </a:pPr>
            <a:endParaRPr lang="en-US" altLang="en-US" sz="2400" dirty="0"/>
          </a:p>
        </p:txBody>
      </p:sp>
      <p:sp>
        <p:nvSpPr>
          <p:cNvPr id="3" name="Slide Number Placeholder 2">
            <a:extLst>
              <a:ext uri="{FF2B5EF4-FFF2-40B4-BE49-F238E27FC236}">
                <a16:creationId xmlns:a16="http://schemas.microsoft.com/office/drawing/2014/main" id="{3B8A7DC3-C885-F84E-9572-316B746437B7}"/>
              </a:ext>
            </a:extLst>
          </p:cNvPr>
          <p:cNvSpPr>
            <a:spLocks noGrp="1"/>
          </p:cNvSpPr>
          <p:nvPr>
            <p:ph type="sldNum" sz="quarter" idx="4"/>
          </p:nvPr>
        </p:nvSpPr>
        <p:spPr/>
        <p:txBody>
          <a:bodyPr/>
          <a:lstStyle/>
          <a:p>
            <a:r>
              <a:rPr lang="en-US" dirty="0"/>
              <a:t>Application Layer: 2-</a:t>
            </a:r>
            <a:fld id="{C4204591-24BD-A542-B9D5-F8D8A88D2FEE}" type="slidenum">
              <a:rPr lang="en-US" smtClean="0"/>
              <a:pPr/>
              <a:t>61</a:t>
            </a:fld>
            <a:endParaRPr lang="en-US" dirty="0"/>
          </a:p>
        </p:txBody>
      </p:sp>
      <p:pic>
        <p:nvPicPr>
          <p:cNvPr id="7" name="Picture 6" descr="Kurose&amp;Ross 8th edition photo">
            <a:extLst>
              <a:ext uri="{FF2B5EF4-FFF2-40B4-BE49-F238E27FC236}">
                <a16:creationId xmlns:a16="http://schemas.microsoft.com/office/drawing/2014/main" id="{0FE4D197-C068-7641-A580-4366899835BC}"/>
              </a:ext>
            </a:extLst>
          </p:cNvPr>
          <p:cNvPicPr>
            <a:picLocks noChangeAspect="1"/>
          </p:cNvPicPr>
          <p:nvPr/>
        </p:nvPicPr>
        <p:blipFill>
          <a:blip r:embed="rId3"/>
          <a:stretch>
            <a:fillRect/>
          </a:stretch>
        </p:blipFill>
        <p:spPr>
          <a:xfrm>
            <a:off x="6957391" y="4125913"/>
            <a:ext cx="3087757" cy="2315818"/>
          </a:xfrm>
          <a:prstGeom prst="rect">
            <a:avLst/>
          </a:prstGeom>
        </p:spPr>
      </p:pic>
    </p:spTree>
    <p:extLst>
      <p:ext uri="{BB962C8B-B14F-4D97-AF65-F5344CB8AC3E}">
        <p14:creationId xmlns:p14="http://schemas.microsoft.com/office/powerpoint/2010/main" val="13156480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Domain Name System</a:t>
            </a:r>
            <a:endParaRPr lang="en-US" sz="4400" dirty="0">
              <a:cs typeface="Calibri" panose="020F0502020204030204" pitchFamily="34" charset="0"/>
            </a:endParaRPr>
          </a:p>
        </p:txBody>
      </p:sp>
      <p:sp>
        <p:nvSpPr>
          <p:cNvPr id="127" name="Rectangle 3">
            <a:extLst>
              <a:ext uri="{FF2B5EF4-FFF2-40B4-BE49-F238E27FC236}">
                <a16:creationId xmlns:a16="http://schemas.microsoft.com/office/drawing/2014/main" id="{35F7BF1A-0385-C246-9EE3-5E4E54C86490}"/>
              </a:ext>
            </a:extLst>
          </p:cNvPr>
          <p:cNvSpPr txBox="1">
            <a:spLocks noChangeArrowheads="1"/>
          </p:cNvSpPr>
          <p:nvPr/>
        </p:nvSpPr>
        <p:spPr>
          <a:xfrm>
            <a:off x="753721" y="1340962"/>
            <a:ext cx="4901973"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people: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many identifiers: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SSN, name, passport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Internet hosts,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IP address (32 bit) - used for addressing datagrams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“name”, e.g., cs.umass.edu - used by humans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1" u="sng"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how to map between IP address and name, and vice versa ?</a:t>
            </a:r>
          </a:p>
        </p:txBody>
      </p:sp>
      <p:sp>
        <p:nvSpPr>
          <p:cNvPr id="128" name="Rectangle 4">
            <a:extLst>
              <a:ext uri="{FF2B5EF4-FFF2-40B4-BE49-F238E27FC236}">
                <a16:creationId xmlns:a16="http://schemas.microsoft.com/office/drawing/2014/main" id="{3851BC29-45CA-8744-BD4D-21254F83A516}"/>
              </a:ext>
            </a:extLst>
          </p:cNvPr>
          <p:cNvSpPr txBox="1">
            <a:spLocks noChangeArrowheads="1"/>
          </p:cNvSpPr>
          <p:nvPr/>
        </p:nvSpPr>
        <p:spPr>
          <a:xfrm>
            <a:off x="5592033" y="1281002"/>
            <a:ext cx="6088112" cy="500697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Domain Name System (DNS):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distributed database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implemented in hierarchy of many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name servers</a:t>
            </a:r>
            <a:endPar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application-layer protocol:</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hosts, DNS servers communicate to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resolve</a:t>
            </a:r>
            <a:r>
              <a:rPr kumimoji="0" lang="en-US" altLang="en-US" sz="28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names (address/name translation)</a:t>
            </a:r>
          </a:p>
          <a:p>
            <a:pPr marL="695325" marR="0" lvl="1" indent="-231775" algn="l" defTabSz="914400" rtl="0" eaLnBrk="1" fontAlgn="auto" latinLnBrk="0" hangingPunct="1">
              <a:lnSpc>
                <a:spcPct val="90000"/>
              </a:lnSpc>
              <a:spcBef>
                <a:spcPts val="10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note: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core Internet function, </a:t>
            </a: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implemented as application-layer protocol</a:t>
            </a:r>
          </a:p>
          <a:p>
            <a:pPr marL="695325" marR="0" lvl="1" indent="-231775" algn="l" defTabSz="914400" rtl="0" eaLnBrk="1" fontAlgn="auto" latinLnBrk="0" hangingPunct="1">
              <a:lnSpc>
                <a:spcPct val="90000"/>
              </a:lnSpc>
              <a:spcBef>
                <a:spcPts val="10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complexity at network’</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“edge”</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id="{49189B4D-1C2B-F245-A96D-9F110BA47DA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856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7">
                                            <p:txEl>
                                              <p:pRg st="2" end="2"/>
                                            </p:txEl>
                                          </p:spTgt>
                                        </p:tgtEl>
                                        <p:attrNameLst>
                                          <p:attrName>style.visibility</p:attrName>
                                        </p:attrNameLst>
                                      </p:cBhvr>
                                      <p:to>
                                        <p:strVal val="visible"/>
                                      </p:to>
                                    </p:set>
                                    <p:animEffect transition="in" filter="dissolve">
                                      <p:cBhvr>
                                        <p:cTn id="7" dur="500"/>
                                        <p:tgtEl>
                                          <p:spTgt spid="127">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27">
                                            <p:txEl>
                                              <p:pRg st="3" end="3"/>
                                            </p:txEl>
                                          </p:spTgt>
                                        </p:tgtEl>
                                        <p:attrNameLst>
                                          <p:attrName>style.visibility</p:attrName>
                                        </p:attrNameLst>
                                      </p:cBhvr>
                                      <p:to>
                                        <p:strVal val="visible"/>
                                      </p:to>
                                    </p:set>
                                    <p:animEffect transition="in" filter="dissolve">
                                      <p:cBhvr>
                                        <p:cTn id="10" dur="500"/>
                                        <p:tgtEl>
                                          <p:spTgt spid="127">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27">
                                            <p:txEl>
                                              <p:pRg st="4" end="4"/>
                                            </p:txEl>
                                          </p:spTgt>
                                        </p:tgtEl>
                                        <p:attrNameLst>
                                          <p:attrName>style.visibility</p:attrName>
                                        </p:attrNameLst>
                                      </p:cBhvr>
                                      <p:to>
                                        <p:strVal val="visible"/>
                                      </p:to>
                                    </p:set>
                                    <p:animEffect transition="in" filter="dissolve">
                                      <p:cBhvr>
                                        <p:cTn id="13" dur="500"/>
                                        <p:tgtEl>
                                          <p:spTgt spid="12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27">
                                            <p:txEl>
                                              <p:pRg st="5" end="5"/>
                                            </p:txEl>
                                          </p:spTgt>
                                        </p:tgtEl>
                                        <p:attrNameLst>
                                          <p:attrName>style.visibility</p:attrName>
                                        </p:attrNameLst>
                                      </p:cBhvr>
                                      <p:to>
                                        <p:strVal val="visible"/>
                                      </p:to>
                                    </p:set>
                                    <p:animEffect transition="in" filter="dissolve">
                                      <p:cBhvr>
                                        <p:cTn id="18" dur="500"/>
                                        <p:tgtEl>
                                          <p:spTgt spid="127">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28">
                                            <p:txEl>
                                              <p:pRg st="0" end="0"/>
                                            </p:txEl>
                                          </p:spTgt>
                                        </p:tgtEl>
                                        <p:attrNameLst>
                                          <p:attrName>style.visibility</p:attrName>
                                        </p:attrNameLst>
                                      </p:cBhvr>
                                      <p:to>
                                        <p:strVal val="visible"/>
                                      </p:to>
                                    </p:set>
                                    <p:animEffect transition="in" filter="dissolve">
                                      <p:cBhvr>
                                        <p:cTn id="23" dur="500"/>
                                        <p:tgtEl>
                                          <p:spTgt spid="12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28">
                                            <p:txEl>
                                              <p:pRg st="1" end="1"/>
                                            </p:txEl>
                                          </p:spTgt>
                                        </p:tgtEl>
                                        <p:attrNameLst>
                                          <p:attrName>style.visibility</p:attrName>
                                        </p:attrNameLst>
                                      </p:cBhvr>
                                      <p:to>
                                        <p:strVal val="visible"/>
                                      </p:to>
                                    </p:set>
                                    <p:animEffect transition="in" filter="dissolve">
                                      <p:cBhvr>
                                        <p:cTn id="28" dur="500"/>
                                        <p:tgtEl>
                                          <p:spTgt spid="128">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28">
                                            <p:txEl>
                                              <p:pRg st="2" end="2"/>
                                            </p:txEl>
                                          </p:spTgt>
                                        </p:tgtEl>
                                        <p:attrNameLst>
                                          <p:attrName>style.visibility</p:attrName>
                                        </p:attrNameLst>
                                      </p:cBhvr>
                                      <p:to>
                                        <p:strVal val="visible"/>
                                      </p:to>
                                    </p:set>
                                    <p:animEffect transition="in" filter="dissolve">
                                      <p:cBhvr>
                                        <p:cTn id="33" dur="500"/>
                                        <p:tgtEl>
                                          <p:spTgt spid="128">
                                            <p:txEl>
                                              <p:pRg st="2" end="2"/>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28">
                                            <p:txEl>
                                              <p:pRg st="3" end="3"/>
                                            </p:txEl>
                                          </p:spTgt>
                                        </p:tgtEl>
                                        <p:attrNameLst>
                                          <p:attrName>style.visibility</p:attrName>
                                        </p:attrNameLst>
                                      </p:cBhvr>
                                      <p:to>
                                        <p:strVal val="visible"/>
                                      </p:to>
                                    </p:set>
                                    <p:animEffect transition="in" filter="dissolve">
                                      <p:cBhvr>
                                        <p:cTn id="36" dur="500"/>
                                        <p:tgtEl>
                                          <p:spTgt spid="128">
                                            <p:txEl>
                                              <p:pRg st="3" end="3"/>
                                            </p:txEl>
                                          </p:spTgt>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28">
                                            <p:txEl>
                                              <p:pRg st="4" end="4"/>
                                            </p:txEl>
                                          </p:spTgt>
                                        </p:tgtEl>
                                        <p:attrNameLst>
                                          <p:attrName>style.visibility</p:attrName>
                                        </p:attrNameLst>
                                      </p:cBhvr>
                                      <p:to>
                                        <p:strVal val="visible"/>
                                      </p:to>
                                    </p:set>
                                    <p:animEffect transition="in" filter="dissolve">
                                      <p:cBhvr>
                                        <p:cTn id="39" dur="500"/>
                                        <p:tgtEl>
                                          <p:spTgt spid="1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services, structure</a:t>
            </a:r>
            <a:endParaRPr lang="en-US" sz="4400" dirty="0">
              <a:cs typeface="Calibri" panose="020F0502020204030204" pitchFamily="34" charset="0"/>
            </a:endParaRPr>
          </a:p>
        </p:txBody>
      </p:sp>
      <p:sp>
        <p:nvSpPr>
          <p:cNvPr id="6" name="Rectangle 4">
            <a:extLst>
              <a:ext uri="{FF2B5EF4-FFF2-40B4-BE49-F238E27FC236}">
                <a16:creationId xmlns:a16="http://schemas.microsoft.com/office/drawing/2014/main" id="{84A8BD0F-3C0D-E143-B2CB-EB155AB75267}"/>
              </a:ext>
            </a:extLst>
          </p:cNvPr>
          <p:cNvSpPr txBox="1">
            <a:spLocks noChangeArrowheads="1"/>
          </p:cNvSpPr>
          <p:nvPr/>
        </p:nvSpPr>
        <p:spPr>
          <a:xfrm>
            <a:off x="6618515" y="1271135"/>
            <a:ext cx="4978400" cy="226377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Q: Why not centralize DNS?</a:t>
            </a:r>
          </a:p>
          <a:p>
            <a:pPr marL="582613" marR="0" lvl="0" indent="-233363"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single point of failure</a:t>
            </a:r>
          </a:p>
          <a:p>
            <a:pPr marL="582613" marR="0" lvl="0" indent="-233363"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traffic volume</a:t>
            </a:r>
          </a:p>
          <a:p>
            <a:pPr marL="582613" marR="0" lvl="0" indent="-233363"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distant centralized database</a:t>
            </a:r>
          </a:p>
          <a:p>
            <a:pPr marL="582613" marR="0" lvl="0" indent="-233363"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maintenance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7" name="Rectangle 5">
            <a:extLst>
              <a:ext uri="{FF2B5EF4-FFF2-40B4-BE49-F238E27FC236}">
                <a16:creationId xmlns:a16="http://schemas.microsoft.com/office/drawing/2014/main" id="{B7F0F378-5315-734B-B54E-DEAB8A692F94}"/>
              </a:ext>
            </a:extLst>
          </p:cNvPr>
          <p:cNvSpPr txBox="1">
            <a:spLocks noChangeArrowheads="1"/>
          </p:cNvSpPr>
          <p:nvPr/>
        </p:nvSpPr>
        <p:spPr>
          <a:xfrm>
            <a:off x="731837" y="1300163"/>
            <a:ext cx="5808663"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DNS services:</a:t>
            </a:r>
          </a:p>
          <a:p>
            <a:pPr marL="460375"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hostname-to-IP-address translation</a:t>
            </a:r>
          </a:p>
          <a:p>
            <a:pPr marL="460375"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 aliasing</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canonical, alias names</a:t>
            </a:r>
          </a:p>
          <a:p>
            <a:pPr marL="460375"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mail server aliasing</a:t>
            </a:r>
          </a:p>
          <a:p>
            <a:pPr marL="460375"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load distribution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replicated Web servers: many IP addresses correspond to one name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8" name="Text Box 11">
            <a:extLst>
              <a:ext uri="{FF2B5EF4-FFF2-40B4-BE49-F238E27FC236}">
                <a16:creationId xmlns:a16="http://schemas.microsoft.com/office/drawing/2014/main" id="{53ABE19B-9E03-F747-BF91-159D30C79AFD}"/>
              </a:ext>
            </a:extLst>
          </p:cNvPr>
          <p:cNvSpPr txBox="1">
            <a:spLocks noChangeArrowheads="1"/>
          </p:cNvSpPr>
          <p:nvPr/>
        </p:nvSpPr>
        <p:spPr bwMode="auto">
          <a:xfrm>
            <a:off x="6777862" y="3709428"/>
            <a:ext cx="495693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6075" marR="0" lvl="0" indent="-331788" algn="l"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C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 </a:t>
            </a:r>
            <a:r>
              <a:rPr kumimoji="0" lang="en-US" altLang="en-US" sz="32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doesn‘t</a:t>
            </a:r>
            <a:r>
              <a:rPr kumimoji="0" lang="en-US" altLang="ja-JP" sz="3200" b="0" i="1" u="none" strike="noStrike" kern="1200" cap="none" spc="0" normalizeH="0" baseline="0" noProof="0" dirty="0">
                <a:ln>
                  <a:noFill/>
                </a:ln>
                <a:solidFill>
                  <a:srgbClr val="CC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 scale!</a:t>
            </a:r>
          </a:p>
          <a:p>
            <a:pPr marL="466725" marR="0" lvl="0" indent="-292100" algn="l" defTabSz="914400" rtl="0" eaLnBrk="1" fontAlgn="auto" latinLnBrk="0" hangingPunct="1">
              <a:lnSpc>
                <a:spcPct val="100000"/>
              </a:lnSpc>
              <a:spcBef>
                <a:spcPts val="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Comcast DNS servers alone: 600B DNS queries/day</a:t>
            </a:r>
          </a:p>
          <a:p>
            <a:pPr marL="466725" marR="0" lvl="0" indent="-292100" algn="l" defTabSz="914400" rtl="0" eaLnBrk="1" fontAlgn="auto" latinLnBrk="0" hangingPunct="1">
              <a:lnSpc>
                <a:spcPct val="100000"/>
              </a:lnSpc>
              <a:spcBef>
                <a:spcPts val="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Akamai DNS servers alone: 2.2T DNS queries/day</a:t>
            </a:r>
          </a:p>
        </p:txBody>
      </p:sp>
      <p:sp>
        <p:nvSpPr>
          <p:cNvPr id="10" name="Slide Number Placeholder 2">
            <a:extLst>
              <a:ext uri="{FF2B5EF4-FFF2-40B4-BE49-F238E27FC236}">
                <a16:creationId xmlns:a16="http://schemas.microsoft.com/office/drawing/2014/main" id="{8C5D9A65-B07F-4447-BD43-21050C29FFDE}"/>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023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dissolve">
                                      <p:cBhvr>
                                        <p:cTn id="7" dur="500"/>
                                        <p:tgtEl>
                                          <p:spTgt spid="7">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dissolve">
                                      <p:cBhvr>
                                        <p:cTn id="10" dur="500"/>
                                        <p:tgtEl>
                                          <p:spTgt spid="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Effect transition="in" filter="dissolve">
                                      <p:cBhvr>
                                        <p:cTn id="15" dur="500"/>
                                        <p:tgtEl>
                                          <p:spTgt spid="7">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7">
                                            <p:txEl>
                                              <p:pRg st="5" end="5"/>
                                            </p:txEl>
                                          </p:spTgt>
                                        </p:tgtEl>
                                        <p:attrNameLst>
                                          <p:attrName>style.visibility</p:attrName>
                                        </p:attrNameLst>
                                      </p:cBhvr>
                                      <p:to>
                                        <p:strVal val="visible"/>
                                      </p:to>
                                    </p:set>
                                    <p:animEffect transition="in" filter="dissolve">
                                      <p:cBhvr>
                                        <p:cTn id="20" dur="500"/>
                                        <p:tgtEl>
                                          <p:spTgt spid="7">
                                            <p:txEl>
                                              <p:pRg st="5" end="5"/>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animEffect transition="in" filter="dissolve">
                                      <p:cBhvr>
                                        <p:cTn id="23" dur="500"/>
                                        <p:tgtEl>
                                          <p:spTgt spid="7">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dissolv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dissolv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BBFF02B-F80A-47FB-5A10-F7605936F58A}"/>
              </a:ext>
            </a:extLst>
          </p:cNvPr>
          <p:cNvSpPr>
            <a:spLocks noGrp="1"/>
          </p:cNvSpPr>
          <p:nvPr>
            <p:ph idx="1"/>
          </p:nvPr>
        </p:nvSpPr>
        <p:spPr/>
        <p:txBody>
          <a:bodyPr/>
          <a:lstStyle/>
          <a:p>
            <a:r>
              <a:rPr lang="en-US" b="1" dirty="0"/>
              <a:t>Host aliasing</a:t>
            </a:r>
            <a:r>
              <a:rPr lang="en-US" dirty="0"/>
              <a:t> in DNS (Domain Name System) is typically achieved using </a:t>
            </a:r>
            <a:r>
              <a:rPr lang="en-US" b="1" dirty="0"/>
              <a:t>CNAME (Canonical Name)</a:t>
            </a:r>
            <a:r>
              <a:rPr lang="en-US" dirty="0"/>
              <a:t> records.</a:t>
            </a:r>
          </a:p>
          <a:p>
            <a:r>
              <a:rPr lang="en-US" dirty="0"/>
              <a:t>This allows one domain name to be an alias for another, meaning that one domain points to the canonical (true) name or another domain, rather than an IP address directly.</a:t>
            </a:r>
          </a:p>
          <a:p>
            <a:endParaRPr lang="en-US" dirty="0"/>
          </a:p>
        </p:txBody>
      </p:sp>
      <p:sp>
        <p:nvSpPr>
          <p:cNvPr id="4" name="Title 3">
            <a:extLst>
              <a:ext uri="{FF2B5EF4-FFF2-40B4-BE49-F238E27FC236}">
                <a16:creationId xmlns:a16="http://schemas.microsoft.com/office/drawing/2014/main" id="{AFD9FC94-81BC-B011-1DE6-EB433AE12EDA}"/>
              </a:ext>
            </a:extLst>
          </p:cNvPr>
          <p:cNvSpPr>
            <a:spLocks noGrp="1"/>
          </p:cNvSpPr>
          <p:nvPr>
            <p:ph type="title"/>
          </p:nvPr>
        </p:nvSpPr>
        <p:spPr/>
        <p:txBody>
          <a:bodyPr/>
          <a:lstStyle/>
          <a:p>
            <a:r>
              <a:rPr lang="en-US" dirty="0"/>
              <a:t>Host aliasing</a:t>
            </a:r>
          </a:p>
        </p:txBody>
      </p:sp>
      <p:sp>
        <p:nvSpPr>
          <p:cNvPr id="3" name="Slide Number Placeholder 2">
            <a:extLst>
              <a:ext uri="{FF2B5EF4-FFF2-40B4-BE49-F238E27FC236}">
                <a16:creationId xmlns:a16="http://schemas.microsoft.com/office/drawing/2014/main" id="{50799E26-5797-BB74-7563-C72D39067C12}"/>
              </a:ext>
            </a:extLst>
          </p:cNvPr>
          <p:cNvSpPr>
            <a:spLocks noGrp="1"/>
          </p:cNvSpPr>
          <p:nvPr>
            <p:ph type="sldNum" sz="quarter" idx="4"/>
          </p:nvPr>
        </p:nvSpPr>
        <p:spPr/>
        <p:txBody>
          <a:bodyPr/>
          <a:lstStyle/>
          <a:p>
            <a:r>
              <a:rPr lang="en-US"/>
              <a:t>Application Layer: 2-</a:t>
            </a:r>
            <a:fld id="{C4204591-24BD-A542-B9D5-F8D8A88D2FEE}" type="slidenum">
              <a:rPr lang="en-US" smtClean="0"/>
              <a:pPr/>
              <a:t>64</a:t>
            </a:fld>
            <a:endParaRPr lang="en-US"/>
          </a:p>
        </p:txBody>
      </p:sp>
    </p:spTree>
    <p:extLst>
      <p:ext uri="{BB962C8B-B14F-4D97-AF65-F5344CB8AC3E}">
        <p14:creationId xmlns:p14="http://schemas.microsoft.com/office/powerpoint/2010/main" val="33184469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9EECB9-E3CD-23F0-E1ED-F669F0F4B15A}"/>
              </a:ext>
            </a:extLst>
          </p:cNvPr>
          <p:cNvSpPr>
            <a:spLocks noGrp="1"/>
          </p:cNvSpPr>
          <p:nvPr>
            <p:ph idx="1"/>
          </p:nvPr>
        </p:nvSpPr>
        <p:spPr/>
        <p:txBody>
          <a:bodyPr/>
          <a:lstStyle/>
          <a:p>
            <a:r>
              <a:rPr lang="en-US" b="1" dirty="0"/>
              <a:t>CNAME Record</a:t>
            </a:r>
            <a:r>
              <a:rPr lang="en-US" dirty="0"/>
              <a:t>: A CNAME record is used to map an alias (or alternative name) to a true or canonical domain name.</a:t>
            </a:r>
          </a:p>
          <a:p>
            <a:pPr lvl="1"/>
            <a:r>
              <a:rPr lang="en-US" dirty="0"/>
              <a:t>Example: Suppose you have two domain names, </a:t>
            </a:r>
            <a:r>
              <a:rPr lang="en-US" i="1" dirty="0"/>
              <a:t>example.com </a:t>
            </a:r>
            <a:r>
              <a:rPr lang="en-US" dirty="0"/>
              <a:t>(canonical name) and </a:t>
            </a:r>
            <a:r>
              <a:rPr lang="en-US" i="1" dirty="0"/>
              <a:t>www.example.com </a:t>
            </a:r>
            <a:r>
              <a:rPr lang="en-US" dirty="0"/>
              <a:t>(alias). The </a:t>
            </a:r>
            <a:r>
              <a:rPr lang="en-US" b="1" dirty="0"/>
              <a:t>CNAME</a:t>
            </a:r>
            <a:r>
              <a:rPr lang="en-US" dirty="0"/>
              <a:t> record for </a:t>
            </a:r>
            <a:r>
              <a:rPr lang="en-US" i="1" dirty="0"/>
              <a:t>www.example.com </a:t>
            </a:r>
            <a:r>
              <a:rPr lang="en-US" dirty="0"/>
              <a:t>could point to </a:t>
            </a:r>
            <a:r>
              <a:rPr lang="en-US" i="1" dirty="0"/>
              <a:t>example.com</a:t>
            </a:r>
            <a:r>
              <a:rPr lang="en-US" dirty="0"/>
              <a:t>, meaning </a:t>
            </a:r>
            <a:r>
              <a:rPr lang="en-US" i="1" dirty="0"/>
              <a:t>www.example.com </a:t>
            </a:r>
            <a:r>
              <a:rPr lang="en-US" dirty="0"/>
              <a:t>is an alias for </a:t>
            </a:r>
            <a:r>
              <a:rPr lang="en-US" i="1" dirty="0"/>
              <a:t>example.com</a:t>
            </a:r>
            <a:r>
              <a:rPr lang="en-US" dirty="0"/>
              <a:t>.</a:t>
            </a:r>
          </a:p>
        </p:txBody>
      </p:sp>
      <p:sp>
        <p:nvSpPr>
          <p:cNvPr id="3" name="Title 2">
            <a:extLst>
              <a:ext uri="{FF2B5EF4-FFF2-40B4-BE49-F238E27FC236}">
                <a16:creationId xmlns:a16="http://schemas.microsoft.com/office/drawing/2014/main" id="{0424C0BA-7623-E72C-7266-E108D6AE70C6}"/>
              </a:ext>
            </a:extLst>
          </p:cNvPr>
          <p:cNvSpPr>
            <a:spLocks noGrp="1"/>
          </p:cNvSpPr>
          <p:nvPr>
            <p:ph type="title"/>
          </p:nvPr>
        </p:nvSpPr>
        <p:spPr/>
        <p:txBody>
          <a:bodyPr/>
          <a:lstStyle/>
          <a:p>
            <a:r>
              <a:rPr lang="en-US" dirty="0"/>
              <a:t>How Host Aliasing Works</a:t>
            </a:r>
          </a:p>
        </p:txBody>
      </p:sp>
      <p:sp>
        <p:nvSpPr>
          <p:cNvPr id="4" name="Slide Number Placeholder 3">
            <a:extLst>
              <a:ext uri="{FF2B5EF4-FFF2-40B4-BE49-F238E27FC236}">
                <a16:creationId xmlns:a16="http://schemas.microsoft.com/office/drawing/2014/main" id="{F352245E-BC41-D6AD-B270-CEE18CD3C127}"/>
              </a:ext>
            </a:extLst>
          </p:cNvPr>
          <p:cNvSpPr>
            <a:spLocks noGrp="1"/>
          </p:cNvSpPr>
          <p:nvPr>
            <p:ph type="sldNum" sz="quarter" idx="4"/>
          </p:nvPr>
        </p:nvSpPr>
        <p:spPr/>
        <p:txBody>
          <a:bodyPr/>
          <a:lstStyle/>
          <a:p>
            <a:r>
              <a:rPr lang="en-US"/>
              <a:t>Application Layer: 2-</a:t>
            </a:r>
            <a:fld id="{C4204591-24BD-A542-B9D5-F8D8A88D2FEE}" type="slidenum">
              <a:rPr lang="en-US" smtClean="0"/>
              <a:pPr/>
              <a:t>65</a:t>
            </a:fld>
            <a:endParaRPr lang="en-US"/>
          </a:p>
        </p:txBody>
      </p:sp>
    </p:spTree>
    <p:extLst>
      <p:ext uri="{BB962C8B-B14F-4D97-AF65-F5344CB8AC3E}">
        <p14:creationId xmlns:p14="http://schemas.microsoft.com/office/powerpoint/2010/main" val="13564707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3FDD3C-B1B0-2602-3397-D363BA4932B8}"/>
              </a:ext>
            </a:extLst>
          </p:cNvPr>
          <p:cNvSpPr>
            <a:spLocks noGrp="1"/>
          </p:cNvSpPr>
          <p:nvPr>
            <p:ph idx="1"/>
          </p:nvPr>
        </p:nvSpPr>
        <p:spPr/>
        <p:txBody>
          <a:bodyPr/>
          <a:lstStyle/>
          <a:p>
            <a:pPr marL="644525" indent="-514350">
              <a:buFont typeface="+mj-lt"/>
              <a:buAutoNum type="arabicPeriod"/>
            </a:pPr>
            <a:r>
              <a:rPr lang="en-US" b="1" dirty="0"/>
              <a:t>Flexibility</a:t>
            </a:r>
            <a:r>
              <a:rPr lang="en-US" dirty="0"/>
              <a:t>: If the canonical domain's IP changes, you only need to update the DNS record for the canonical domain. All aliases (CNAMEs) will automatically resolve to the new IP.</a:t>
            </a:r>
          </a:p>
          <a:p>
            <a:pPr marL="644525" indent="-514350">
              <a:buFont typeface="+mj-lt"/>
              <a:buAutoNum type="arabicPeriod"/>
            </a:pPr>
            <a:r>
              <a:rPr lang="en-US" b="1" dirty="0"/>
              <a:t>Ease of Management</a:t>
            </a:r>
            <a:r>
              <a:rPr lang="en-US" dirty="0"/>
              <a:t>: It's easier to manage multiple domain names or subdomains pointing to the same service (like a website or application) by using a single canonical name.</a:t>
            </a:r>
          </a:p>
          <a:p>
            <a:pPr marL="644525" indent="-514350">
              <a:buFont typeface="+mj-lt"/>
              <a:buAutoNum type="arabicPeriod"/>
            </a:pPr>
            <a:r>
              <a:rPr lang="en-US" b="1" dirty="0"/>
              <a:t>Load Distribution</a:t>
            </a:r>
            <a:r>
              <a:rPr lang="en-US" dirty="0"/>
              <a:t>: CNAMEs can be used with load balancers or content delivery networks (CDNs) to distribute traffic across multiple servers.</a:t>
            </a:r>
          </a:p>
        </p:txBody>
      </p:sp>
      <p:sp>
        <p:nvSpPr>
          <p:cNvPr id="3" name="Title 2">
            <a:extLst>
              <a:ext uri="{FF2B5EF4-FFF2-40B4-BE49-F238E27FC236}">
                <a16:creationId xmlns:a16="http://schemas.microsoft.com/office/drawing/2014/main" id="{C7BE399D-2B65-D6CC-C9F3-B7F5CAC8F82F}"/>
              </a:ext>
            </a:extLst>
          </p:cNvPr>
          <p:cNvSpPr>
            <a:spLocks noGrp="1"/>
          </p:cNvSpPr>
          <p:nvPr>
            <p:ph type="title"/>
          </p:nvPr>
        </p:nvSpPr>
        <p:spPr/>
        <p:txBody>
          <a:bodyPr/>
          <a:lstStyle/>
          <a:p>
            <a:r>
              <a:rPr lang="en-US" dirty="0"/>
              <a:t>Benefits of Host Aliasing</a:t>
            </a:r>
          </a:p>
        </p:txBody>
      </p:sp>
      <p:sp>
        <p:nvSpPr>
          <p:cNvPr id="4" name="Slide Number Placeholder 3">
            <a:extLst>
              <a:ext uri="{FF2B5EF4-FFF2-40B4-BE49-F238E27FC236}">
                <a16:creationId xmlns:a16="http://schemas.microsoft.com/office/drawing/2014/main" id="{639EE9D5-3BD2-FEEA-21AD-EA5FCAC7DD30}"/>
              </a:ext>
            </a:extLst>
          </p:cNvPr>
          <p:cNvSpPr>
            <a:spLocks noGrp="1"/>
          </p:cNvSpPr>
          <p:nvPr>
            <p:ph type="sldNum" sz="quarter" idx="4"/>
          </p:nvPr>
        </p:nvSpPr>
        <p:spPr/>
        <p:txBody>
          <a:bodyPr/>
          <a:lstStyle/>
          <a:p>
            <a:r>
              <a:rPr lang="en-US"/>
              <a:t>Application Layer: 2-</a:t>
            </a:r>
            <a:fld id="{C4204591-24BD-A542-B9D5-F8D8A88D2FEE}" type="slidenum">
              <a:rPr lang="en-US" smtClean="0"/>
              <a:pPr/>
              <a:t>66</a:t>
            </a:fld>
            <a:endParaRPr lang="en-US"/>
          </a:p>
        </p:txBody>
      </p:sp>
    </p:spTree>
    <p:extLst>
      <p:ext uri="{BB962C8B-B14F-4D97-AF65-F5344CB8AC3E}">
        <p14:creationId xmlns:p14="http://schemas.microsoft.com/office/powerpoint/2010/main" val="9557811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7F8A0E-173A-95A8-291B-9036A697B070}"/>
              </a:ext>
            </a:extLst>
          </p:cNvPr>
          <p:cNvSpPr>
            <a:spLocks noGrp="1"/>
          </p:cNvSpPr>
          <p:nvPr>
            <p:ph idx="1"/>
          </p:nvPr>
        </p:nvSpPr>
        <p:spPr/>
        <p:txBody>
          <a:bodyPr/>
          <a:lstStyle/>
          <a:p>
            <a:r>
              <a:rPr lang="en-US" dirty="0"/>
              <a:t>Let’s say you have:</a:t>
            </a:r>
          </a:p>
          <a:p>
            <a:pPr lvl="1"/>
            <a:r>
              <a:rPr lang="en-US" i="1" dirty="0"/>
              <a:t>www.example.com </a:t>
            </a:r>
            <a:r>
              <a:rPr lang="en-US" dirty="0"/>
              <a:t>(the alias)</a:t>
            </a:r>
          </a:p>
          <a:p>
            <a:pPr lvl="1"/>
            <a:r>
              <a:rPr lang="en-US" i="1" dirty="0"/>
              <a:t>server1.example.com </a:t>
            </a:r>
            <a:r>
              <a:rPr lang="en-US" dirty="0"/>
              <a:t>(the canonical name)</a:t>
            </a:r>
          </a:p>
          <a:p>
            <a:r>
              <a:rPr lang="en-US" dirty="0"/>
              <a:t>If you set a CNAME record like this:</a:t>
            </a:r>
          </a:p>
          <a:p>
            <a:endParaRPr lang="en-US" dirty="0"/>
          </a:p>
          <a:p>
            <a:endParaRPr lang="en-US" dirty="0"/>
          </a:p>
          <a:p>
            <a:r>
              <a:rPr lang="en-US" dirty="0"/>
              <a:t>When someone accesses </a:t>
            </a:r>
            <a:r>
              <a:rPr lang="en-US" i="1" dirty="0"/>
              <a:t>www.example.com</a:t>
            </a:r>
            <a:r>
              <a:rPr lang="en-US" dirty="0"/>
              <a:t>, DNS will resolve it to </a:t>
            </a:r>
            <a:r>
              <a:rPr lang="en-US" i="1" dirty="0"/>
              <a:t>server1.example.com</a:t>
            </a:r>
            <a:r>
              <a:rPr lang="en-US" dirty="0"/>
              <a:t>, and then it resolves </a:t>
            </a:r>
            <a:r>
              <a:rPr lang="en-US" i="1" dirty="0"/>
              <a:t>server1.example.com </a:t>
            </a:r>
            <a:r>
              <a:rPr lang="en-US" dirty="0"/>
              <a:t>to its actual IP address (e.g., 192.0.2.1</a:t>
            </a:r>
          </a:p>
          <a:p>
            <a:endParaRPr lang="en-US" dirty="0"/>
          </a:p>
        </p:txBody>
      </p:sp>
      <p:sp>
        <p:nvSpPr>
          <p:cNvPr id="3" name="Title 2">
            <a:extLst>
              <a:ext uri="{FF2B5EF4-FFF2-40B4-BE49-F238E27FC236}">
                <a16:creationId xmlns:a16="http://schemas.microsoft.com/office/drawing/2014/main" id="{B17B1483-174E-6EDA-FF9A-38D79D9207BD}"/>
              </a:ext>
            </a:extLst>
          </p:cNvPr>
          <p:cNvSpPr>
            <a:spLocks noGrp="1"/>
          </p:cNvSpPr>
          <p:nvPr>
            <p:ph type="title"/>
          </p:nvPr>
        </p:nvSpPr>
        <p:spPr/>
        <p:txBody>
          <a:bodyPr/>
          <a:lstStyle/>
          <a:p>
            <a:r>
              <a:rPr lang="en-US" dirty="0"/>
              <a:t>Example</a:t>
            </a:r>
          </a:p>
        </p:txBody>
      </p:sp>
      <p:sp>
        <p:nvSpPr>
          <p:cNvPr id="4" name="Slide Number Placeholder 3">
            <a:extLst>
              <a:ext uri="{FF2B5EF4-FFF2-40B4-BE49-F238E27FC236}">
                <a16:creationId xmlns:a16="http://schemas.microsoft.com/office/drawing/2014/main" id="{905CA077-395C-2977-6F20-130AAFBF718B}"/>
              </a:ext>
            </a:extLst>
          </p:cNvPr>
          <p:cNvSpPr>
            <a:spLocks noGrp="1"/>
          </p:cNvSpPr>
          <p:nvPr>
            <p:ph type="sldNum" sz="quarter" idx="4"/>
          </p:nvPr>
        </p:nvSpPr>
        <p:spPr/>
        <p:txBody>
          <a:bodyPr/>
          <a:lstStyle/>
          <a:p>
            <a:r>
              <a:rPr lang="en-US"/>
              <a:t>Application Layer: 2-</a:t>
            </a:r>
            <a:fld id="{C4204591-24BD-A542-B9D5-F8D8A88D2FEE}" type="slidenum">
              <a:rPr lang="en-US" smtClean="0"/>
              <a:pPr/>
              <a:t>67</a:t>
            </a:fld>
            <a:endParaRPr lang="en-US"/>
          </a:p>
        </p:txBody>
      </p:sp>
      <p:pic>
        <p:nvPicPr>
          <p:cNvPr id="9" name="Picture 8">
            <a:extLst>
              <a:ext uri="{FF2B5EF4-FFF2-40B4-BE49-F238E27FC236}">
                <a16:creationId xmlns:a16="http://schemas.microsoft.com/office/drawing/2014/main" id="{918D9E2B-6D8E-8561-447B-E27EF6020616}"/>
              </a:ext>
            </a:extLst>
          </p:cNvPr>
          <p:cNvPicPr>
            <a:picLocks noChangeAspect="1"/>
          </p:cNvPicPr>
          <p:nvPr/>
        </p:nvPicPr>
        <p:blipFill>
          <a:blip r:embed="rId2"/>
          <a:stretch>
            <a:fillRect/>
          </a:stretch>
        </p:blipFill>
        <p:spPr>
          <a:xfrm>
            <a:off x="2350909" y="3668998"/>
            <a:ext cx="3551228" cy="739204"/>
          </a:xfrm>
          <a:prstGeom prst="rect">
            <a:avLst/>
          </a:prstGeom>
        </p:spPr>
      </p:pic>
    </p:spTree>
    <p:extLst>
      <p:ext uri="{BB962C8B-B14F-4D97-AF65-F5344CB8AC3E}">
        <p14:creationId xmlns:p14="http://schemas.microsoft.com/office/powerpoint/2010/main" val="13345532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697091" y="306258"/>
            <a:ext cx="10515600" cy="894622"/>
          </a:xfrm>
        </p:spPr>
        <p:txBody>
          <a:bodyPr>
            <a:normAutofit/>
          </a:bodyPr>
          <a:lstStyle/>
          <a:p>
            <a:r>
              <a:rPr lang="en-US" dirty="0">
                <a:ea typeface="ＭＳ Ｐゴシック" panose="020B0600070205080204" pitchFamily="34" charset="-128"/>
                <a:cs typeface="Calibri" panose="020F0502020204030204" pitchFamily="34" charset="0"/>
              </a:rPr>
              <a:t>Thinking about the DNS</a:t>
            </a:r>
            <a:endParaRPr lang="en-US" sz="4400" dirty="0">
              <a:cs typeface="Calibri" panose="020F0502020204030204" pitchFamily="34" charset="0"/>
            </a:endParaRPr>
          </a:p>
        </p:txBody>
      </p:sp>
      <p:sp>
        <p:nvSpPr>
          <p:cNvPr id="7" name="Rectangle 5">
            <a:extLst>
              <a:ext uri="{FF2B5EF4-FFF2-40B4-BE49-F238E27FC236}">
                <a16:creationId xmlns:a16="http://schemas.microsoft.com/office/drawing/2014/main" id="{B7F0F378-5315-734B-B54E-DEAB8A692F94}"/>
              </a:ext>
            </a:extLst>
          </p:cNvPr>
          <p:cNvSpPr txBox="1">
            <a:spLocks noChangeArrowheads="1"/>
          </p:cNvSpPr>
          <p:nvPr/>
        </p:nvSpPr>
        <p:spPr>
          <a:xfrm>
            <a:off x="731837" y="1300163"/>
            <a:ext cx="6338434" cy="105357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humongous distributed database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p>
          <a:p>
            <a:pPr marL="350838" marR="0" lvl="0" indent="-234950" algn="l" defTabSz="914400" rtl="0" eaLnBrk="1" fontAlgn="auto" latinLnBrk="0" hangingPunct="1">
              <a:lnSpc>
                <a:spcPct val="90000"/>
              </a:lnSpc>
              <a:spcBef>
                <a:spcPts val="400"/>
              </a:spcBef>
              <a:spcAft>
                <a:spcPts val="0"/>
              </a:spcAft>
              <a:buClr>
                <a:srgbClr val="0000A3"/>
              </a:buClr>
              <a:buSzTx/>
              <a:buFont typeface="Wingdings" pitchFamily="2" charset="2"/>
              <a:buChar char="§"/>
              <a:tabLst>
                <a:tab pos="49213" algn="l"/>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billion records, each simple</a:t>
            </a:r>
          </a:p>
        </p:txBody>
      </p:sp>
      <p:sp>
        <p:nvSpPr>
          <p:cNvPr id="10" name="Rectangle 5">
            <a:extLst>
              <a:ext uri="{FF2B5EF4-FFF2-40B4-BE49-F238E27FC236}">
                <a16:creationId xmlns:a16="http://schemas.microsoft.com/office/drawing/2014/main" id="{D59926F4-E2F6-1848-9764-95A9708A0595}"/>
              </a:ext>
            </a:extLst>
          </p:cNvPr>
          <p:cNvSpPr txBox="1">
            <a:spLocks noChangeArrowheads="1"/>
          </p:cNvSpPr>
          <p:nvPr/>
        </p:nvSpPr>
        <p:spPr>
          <a:xfrm>
            <a:off x="716718" y="2281087"/>
            <a:ext cx="5971949" cy="2307847"/>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handles many </a:t>
            </a:r>
            <a:r>
              <a:rPr kumimoji="0" lang="en-US" altLang="en-US"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trillions</a:t>
            </a: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 of queries/day:</a:t>
            </a:r>
          </a:p>
          <a:p>
            <a:pPr marL="350838" marR="0" lvl="0" indent="-21748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many</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more reads than writes</a:t>
            </a:r>
          </a:p>
          <a:p>
            <a:pPr marL="350838" marR="0" lvl="0" indent="-21748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performance matters: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almost every Internet transaction interacts with DNS - msecs count!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12" name="Rectangle 5">
            <a:extLst>
              <a:ext uri="{FF2B5EF4-FFF2-40B4-BE49-F238E27FC236}">
                <a16:creationId xmlns:a16="http://schemas.microsoft.com/office/drawing/2014/main" id="{E3BA487B-2F58-E448-B437-CA4351F78A23}"/>
              </a:ext>
            </a:extLst>
          </p:cNvPr>
          <p:cNvSpPr txBox="1">
            <a:spLocks noChangeArrowheads="1"/>
          </p:cNvSpPr>
          <p:nvPr/>
        </p:nvSpPr>
        <p:spPr>
          <a:xfrm>
            <a:off x="716717" y="4432300"/>
            <a:ext cx="7038749" cy="1358901"/>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organizationally, physically decentralized:</a:t>
            </a:r>
          </a:p>
          <a:p>
            <a:pPr marL="460375" marR="0" lvl="0" indent="-21590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millions of different organizations responsible for their records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13" name="Rectangle 5">
            <a:extLst>
              <a:ext uri="{FF2B5EF4-FFF2-40B4-BE49-F238E27FC236}">
                <a16:creationId xmlns:a16="http://schemas.microsoft.com/office/drawing/2014/main" id="{E516052B-584F-8049-894E-365DF65A8B5A}"/>
              </a:ext>
            </a:extLst>
          </p:cNvPr>
          <p:cNvSpPr txBox="1">
            <a:spLocks noChangeArrowheads="1"/>
          </p:cNvSpPr>
          <p:nvPr/>
        </p:nvSpPr>
        <p:spPr>
          <a:xfrm>
            <a:off x="750584" y="5871634"/>
            <a:ext cx="7038749" cy="563034"/>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“bulletproof”: reliability, security</a:t>
            </a:r>
            <a:endPar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pic>
        <p:nvPicPr>
          <p:cNvPr id="1026" name="Picture 2" descr="SEC Says That It's Not Easy Determining Whether Teva Whistleblowers Are  Deserving Of A Bounty - FCPA Professor">
            <a:extLst>
              <a:ext uri="{FF2B5EF4-FFF2-40B4-BE49-F238E27FC236}">
                <a16:creationId xmlns:a16="http://schemas.microsoft.com/office/drawing/2014/main" id="{C4E09384-BA5E-E74E-8F77-28797AFC91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7866" y="4143022"/>
            <a:ext cx="2937933" cy="2448278"/>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2">
            <a:extLst>
              <a:ext uri="{FF2B5EF4-FFF2-40B4-BE49-F238E27FC236}">
                <a16:creationId xmlns:a16="http://schemas.microsoft.com/office/drawing/2014/main" id="{0A6AE1E9-B3D7-7642-9CCD-3E2A0C33B40E}"/>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057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dissolve">
                                      <p:cBhvr>
                                        <p:cTn id="2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2" grpId="0"/>
      <p:bldP spid="1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a distributed, hierarchical </a:t>
            </a:r>
            <a:r>
              <a:rPr lang="en-US" altLang="en-US" dirty="0">
                <a:ea typeface="ＭＳ Ｐゴシック" panose="020B0600070205080204" pitchFamily="34" charset="-128"/>
                <a:cs typeface="Calibri" panose="020F0502020204030204" pitchFamily="34" charset="0"/>
              </a:rPr>
              <a:t>d</a:t>
            </a:r>
            <a:r>
              <a:rPr lang="en-US" altLang="en-US" sz="4400" dirty="0">
                <a:ea typeface="ＭＳ Ｐゴシック" panose="020B0600070205080204" pitchFamily="34" charset="-128"/>
                <a:cs typeface="Calibri" panose="020F0502020204030204" pitchFamily="34" charset="0"/>
              </a:rPr>
              <a:t>atabase</a:t>
            </a:r>
            <a:endParaRPr lang="en-US" sz="4400" dirty="0">
              <a:cs typeface="Calibri" panose="020F0502020204030204" pitchFamily="34" charset="0"/>
            </a:endParaRPr>
          </a:p>
        </p:txBody>
      </p:sp>
      <p:sp>
        <p:nvSpPr>
          <p:cNvPr id="30" name="Rectangle 22">
            <a:extLst>
              <a:ext uri="{FF2B5EF4-FFF2-40B4-BE49-F238E27FC236}">
                <a16:creationId xmlns:a16="http://schemas.microsoft.com/office/drawing/2014/main" id="{A444882F-E18F-DD45-9D52-E80EEEA5B2C4}"/>
              </a:ext>
            </a:extLst>
          </p:cNvPr>
          <p:cNvSpPr txBox="1">
            <a:spLocks noChangeArrowheads="1"/>
          </p:cNvSpPr>
          <p:nvPr/>
        </p:nvSpPr>
        <p:spPr>
          <a:xfrm>
            <a:off x="478971" y="4398565"/>
            <a:ext cx="11713029" cy="21336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Client wants IP address for </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www.amazon.com</a:t>
            </a: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 1</a:t>
            </a:r>
            <a:r>
              <a:rPr kumimoji="0" lang="en-US" altLang="en-US" sz="2800" b="0" i="0" u="none" strike="noStrike" kern="1200" cap="none" spc="0" normalizeH="0" baseline="30000" noProof="0" dirty="0">
                <a:ln>
                  <a:noFill/>
                </a:ln>
                <a:solidFill>
                  <a:srgbClr val="000099"/>
                </a:solidFill>
                <a:effectLst/>
                <a:uLnTx/>
                <a:uFillTx/>
                <a:latin typeface="Calibri" panose="020F0502020204030204"/>
                <a:ea typeface="ＭＳ Ｐゴシック" panose="020B0600070205080204" pitchFamily="34" charset="-128"/>
                <a:cs typeface="+mn-cs"/>
              </a:rPr>
              <a:t>st</a:t>
            </a: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 approximation:</a:t>
            </a:r>
          </a:p>
          <a:p>
            <a:pPr marL="460375"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client queries root server to find .com DNS server</a:t>
            </a:r>
          </a:p>
          <a:p>
            <a:pPr marL="460375"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client queries .com DNS server to get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amazon.com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DNS server</a:t>
            </a:r>
          </a:p>
          <a:p>
            <a:pPr marL="460375"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client queries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amazon.com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DNS server to get  IP address for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www.amazon.com</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86A00663-77DA-9B4C-A51A-04EBC6FBCCA0}"/>
              </a:ext>
            </a:extLst>
          </p:cNvPr>
          <p:cNvGrpSpPr/>
          <p:nvPr/>
        </p:nvGrpSpPr>
        <p:grpSpPr>
          <a:xfrm>
            <a:off x="1321991" y="1815164"/>
            <a:ext cx="10791292" cy="1046691"/>
            <a:chOff x="1321991" y="1815164"/>
            <a:chExt cx="10791292" cy="1046691"/>
          </a:xfrm>
        </p:grpSpPr>
        <p:sp>
          <p:nvSpPr>
            <p:cNvPr id="12" name="Text Box 4">
              <a:extLst>
                <a:ext uri="{FF2B5EF4-FFF2-40B4-BE49-F238E27FC236}">
                  <a16:creationId xmlns:a16="http://schemas.microsoft.com/office/drawing/2014/main" id="{8DB0E7C3-8033-5949-9183-2915D95A7522}"/>
                </a:ext>
              </a:extLst>
            </p:cNvPr>
            <p:cNvSpPr txBox="1">
              <a:spLocks noChangeArrowheads="1"/>
            </p:cNvSpPr>
            <p:nvPr/>
          </p:nvSpPr>
          <p:spPr bwMode="auto">
            <a:xfrm>
              <a:off x="1321991" y="2431570"/>
              <a:ext cx="2057411" cy="368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.com DNS servers</a:t>
              </a:r>
            </a:p>
          </p:txBody>
        </p:sp>
        <p:sp>
          <p:nvSpPr>
            <p:cNvPr id="13" name="Text Box 5">
              <a:extLst>
                <a:ext uri="{FF2B5EF4-FFF2-40B4-BE49-F238E27FC236}">
                  <a16:creationId xmlns:a16="http://schemas.microsoft.com/office/drawing/2014/main" id="{2E5F716F-8E9B-6F4D-879A-CC62D69D957F}"/>
                </a:ext>
              </a:extLst>
            </p:cNvPr>
            <p:cNvSpPr txBox="1">
              <a:spLocks noChangeArrowheads="1"/>
            </p:cNvSpPr>
            <p:nvPr/>
          </p:nvSpPr>
          <p:spPr bwMode="auto">
            <a:xfrm>
              <a:off x="3969789" y="2432961"/>
              <a:ext cx="1954541" cy="368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.org DNS servers</a:t>
              </a:r>
            </a:p>
          </p:txBody>
        </p:sp>
        <p:sp>
          <p:nvSpPr>
            <p:cNvPr id="14" name="Text Box 6">
              <a:extLst>
                <a:ext uri="{FF2B5EF4-FFF2-40B4-BE49-F238E27FC236}">
                  <a16:creationId xmlns:a16="http://schemas.microsoft.com/office/drawing/2014/main" id="{67230760-6F08-C443-A901-7D6991E095B2}"/>
                </a:ext>
              </a:extLst>
            </p:cNvPr>
            <p:cNvSpPr txBox="1">
              <a:spLocks noChangeArrowheads="1"/>
            </p:cNvSpPr>
            <p:nvPr/>
          </p:nvSpPr>
          <p:spPr bwMode="auto">
            <a:xfrm>
              <a:off x="6546026" y="2432961"/>
              <a:ext cx="2005231" cy="368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.edu DNS servers</a:t>
              </a:r>
            </a:p>
          </p:txBody>
        </p:sp>
        <p:sp>
          <p:nvSpPr>
            <p:cNvPr id="15" name="Line 7">
              <a:extLst>
                <a:ext uri="{FF2B5EF4-FFF2-40B4-BE49-F238E27FC236}">
                  <a16:creationId xmlns:a16="http://schemas.microsoft.com/office/drawing/2014/main" id="{BA67319E-9089-5D4D-83FF-3AE2DB5B1314}"/>
                </a:ext>
              </a:extLst>
            </p:cNvPr>
            <p:cNvSpPr>
              <a:spLocks noChangeShapeType="1"/>
            </p:cNvSpPr>
            <p:nvPr/>
          </p:nvSpPr>
          <p:spPr bwMode="auto">
            <a:xfrm flipH="1">
              <a:off x="2538547" y="1831861"/>
              <a:ext cx="2075302" cy="6011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Line 8">
              <a:extLst>
                <a:ext uri="{FF2B5EF4-FFF2-40B4-BE49-F238E27FC236}">
                  <a16:creationId xmlns:a16="http://schemas.microsoft.com/office/drawing/2014/main" id="{64A53551-2118-9045-B6B4-1F713C8B8AD3}"/>
                </a:ext>
              </a:extLst>
            </p:cNvPr>
            <p:cNvSpPr>
              <a:spLocks noChangeShapeType="1"/>
            </p:cNvSpPr>
            <p:nvPr/>
          </p:nvSpPr>
          <p:spPr bwMode="auto">
            <a:xfrm>
              <a:off x="4901588" y="1815164"/>
              <a:ext cx="0" cy="61640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Line 9">
              <a:extLst>
                <a:ext uri="{FF2B5EF4-FFF2-40B4-BE49-F238E27FC236}">
                  <a16:creationId xmlns:a16="http://schemas.microsoft.com/office/drawing/2014/main" id="{B45A6D89-577E-7C44-A516-DED5E6DB81DC}"/>
                </a:ext>
              </a:extLst>
            </p:cNvPr>
            <p:cNvSpPr>
              <a:spLocks noChangeShapeType="1"/>
            </p:cNvSpPr>
            <p:nvPr/>
          </p:nvSpPr>
          <p:spPr bwMode="auto">
            <a:xfrm>
              <a:off x="5257908" y="1831861"/>
              <a:ext cx="2146864" cy="601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Box 29">
              <a:extLst>
                <a:ext uri="{FF2B5EF4-FFF2-40B4-BE49-F238E27FC236}">
                  <a16:creationId xmlns:a16="http://schemas.microsoft.com/office/drawing/2014/main" id="{B9DABBB2-671A-2742-937B-8D9DEE87BF80}"/>
                </a:ext>
              </a:extLst>
            </p:cNvPr>
            <p:cNvSpPr txBox="1">
              <a:spLocks noChangeArrowheads="1"/>
            </p:cNvSpPr>
            <p:nvPr/>
          </p:nvSpPr>
          <p:spPr bwMode="auto">
            <a:xfrm>
              <a:off x="4066204" y="1934852"/>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29" name="Text Box 30">
              <a:extLst>
                <a:ext uri="{FF2B5EF4-FFF2-40B4-BE49-F238E27FC236}">
                  <a16:creationId xmlns:a16="http://schemas.microsoft.com/office/drawing/2014/main" id="{F8EBAC0E-17AF-6147-BA8E-98BDF7436DAD}"/>
                </a:ext>
              </a:extLst>
            </p:cNvPr>
            <p:cNvSpPr txBox="1">
              <a:spLocks noChangeArrowheads="1"/>
            </p:cNvSpPr>
            <p:nvPr/>
          </p:nvSpPr>
          <p:spPr bwMode="auto">
            <a:xfrm>
              <a:off x="5225966" y="1923399"/>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2" name="TextBox 1">
              <a:extLst>
                <a:ext uri="{FF2B5EF4-FFF2-40B4-BE49-F238E27FC236}">
                  <a16:creationId xmlns:a16="http://schemas.microsoft.com/office/drawing/2014/main" id="{47834A79-77AF-0047-9901-2474CA5CB805}"/>
                </a:ext>
              </a:extLst>
            </p:cNvPr>
            <p:cNvSpPr txBox="1"/>
            <p:nvPr/>
          </p:nvSpPr>
          <p:spPr>
            <a:xfrm>
              <a:off x="9724296" y="2400190"/>
              <a:ext cx="238898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Top Level Domain</a:t>
              </a:r>
            </a:p>
          </p:txBody>
        </p:sp>
      </p:grpSp>
      <p:grpSp>
        <p:nvGrpSpPr>
          <p:cNvPr id="4" name="Group 3">
            <a:extLst>
              <a:ext uri="{FF2B5EF4-FFF2-40B4-BE49-F238E27FC236}">
                <a16:creationId xmlns:a16="http://schemas.microsoft.com/office/drawing/2014/main" id="{2A62B1BD-DD42-D845-9BBE-BE085C24631D}"/>
              </a:ext>
            </a:extLst>
          </p:cNvPr>
          <p:cNvGrpSpPr/>
          <p:nvPr/>
        </p:nvGrpSpPr>
        <p:grpSpPr>
          <a:xfrm>
            <a:off x="3874373" y="1407648"/>
            <a:ext cx="7294880" cy="461665"/>
            <a:chOff x="3874373" y="1407648"/>
            <a:chExt cx="7294880" cy="461665"/>
          </a:xfrm>
        </p:grpSpPr>
        <p:sp>
          <p:nvSpPr>
            <p:cNvPr id="11" name="Text Box 2">
              <a:extLst>
                <a:ext uri="{FF2B5EF4-FFF2-40B4-BE49-F238E27FC236}">
                  <a16:creationId xmlns:a16="http://schemas.microsoft.com/office/drawing/2014/main" id="{10CE294D-681E-A241-BD53-A34355A36495}"/>
                </a:ext>
              </a:extLst>
            </p:cNvPr>
            <p:cNvSpPr txBox="1">
              <a:spLocks noChangeArrowheads="1"/>
            </p:cNvSpPr>
            <p:nvPr/>
          </p:nvSpPr>
          <p:spPr bwMode="auto">
            <a:xfrm>
              <a:off x="3874373" y="1432519"/>
              <a:ext cx="2064866" cy="367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Root DNS Servers</a:t>
              </a:r>
            </a:p>
          </p:txBody>
        </p:sp>
        <p:sp>
          <p:nvSpPr>
            <p:cNvPr id="31" name="TextBox 30">
              <a:extLst>
                <a:ext uri="{FF2B5EF4-FFF2-40B4-BE49-F238E27FC236}">
                  <a16:creationId xmlns:a16="http://schemas.microsoft.com/office/drawing/2014/main" id="{306AE851-5852-CE4F-8F0F-42EF70A401C4}"/>
                </a:ext>
              </a:extLst>
            </p:cNvPr>
            <p:cNvSpPr txBox="1"/>
            <p:nvPr/>
          </p:nvSpPr>
          <p:spPr>
            <a:xfrm>
              <a:off x="10397760" y="1407648"/>
              <a:ext cx="77149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Root</a:t>
              </a:r>
            </a:p>
          </p:txBody>
        </p:sp>
      </p:grpSp>
      <p:grpSp>
        <p:nvGrpSpPr>
          <p:cNvPr id="7" name="Group 6">
            <a:extLst>
              <a:ext uri="{FF2B5EF4-FFF2-40B4-BE49-F238E27FC236}">
                <a16:creationId xmlns:a16="http://schemas.microsoft.com/office/drawing/2014/main" id="{CC7CCAC6-2E30-B94C-ABE6-16301CFD8E18}"/>
              </a:ext>
            </a:extLst>
          </p:cNvPr>
          <p:cNvGrpSpPr/>
          <p:nvPr/>
        </p:nvGrpSpPr>
        <p:grpSpPr>
          <a:xfrm>
            <a:off x="877709" y="2766905"/>
            <a:ext cx="10877911" cy="1053317"/>
            <a:chOff x="877709" y="2766905"/>
            <a:chExt cx="10877911" cy="1053317"/>
          </a:xfrm>
        </p:grpSpPr>
        <p:sp>
          <p:nvSpPr>
            <p:cNvPr id="18" name="Text Box 10">
              <a:extLst>
                <a:ext uri="{FF2B5EF4-FFF2-40B4-BE49-F238E27FC236}">
                  <a16:creationId xmlns:a16="http://schemas.microsoft.com/office/drawing/2014/main" id="{48A982BB-AB47-3F43-B500-136E591676A0}"/>
                </a:ext>
              </a:extLst>
            </p:cNvPr>
            <p:cNvSpPr txBox="1">
              <a:spLocks noChangeArrowheads="1"/>
            </p:cNvSpPr>
            <p:nvPr/>
          </p:nvSpPr>
          <p:spPr bwMode="auto">
            <a:xfrm>
              <a:off x="6241887" y="3150942"/>
              <a:ext cx="1478951" cy="64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nyu.edu</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DNS servers</a:t>
              </a:r>
            </a:p>
          </p:txBody>
        </p:sp>
        <p:sp>
          <p:nvSpPr>
            <p:cNvPr id="19" name="Text Box 11">
              <a:extLst>
                <a:ext uri="{FF2B5EF4-FFF2-40B4-BE49-F238E27FC236}">
                  <a16:creationId xmlns:a16="http://schemas.microsoft.com/office/drawing/2014/main" id="{2B6BDDC7-E847-3847-933D-4C32FCB6E8A4}"/>
                </a:ext>
              </a:extLst>
            </p:cNvPr>
            <p:cNvSpPr txBox="1">
              <a:spLocks noChangeArrowheads="1"/>
            </p:cNvSpPr>
            <p:nvPr/>
          </p:nvSpPr>
          <p:spPr bwMode="auto">
            <a:xfrm>
              <a:off x="7813272" y="3150942"/>
              <a:ext cx="1478951" cy="64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umass.edu</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DNS servers</a:t>
              </a:r>
            </a:p>
          </p:txBody>
        </p:sp>
        <p:sp>
          <p:nvSpPr>
            <p:cNvPr id="20" name="Line 12">
              <a:extLst>
                <a:ext uri="{FF2B5EF4-FFF2-40B4-BE49-F238E27FC236}">
                  <a16:creationId xmlns:a16="http://schemas.microsoft.com/office/drawing/2014/main" id="{320DE5FB-B16F-134F-A6AE-3A733BA85D15}"/>
                </a:ext>
              </a:extLst>
            </p:cNvPr>
            <p:cNvSpPr>
              <a:spLocks noChangeShapeType="1"/>
            </p:cNvSpPr>
            <p:nvPr/>
          </p:nvSpPr>
          <p:spPr bwMode="auto">
            <a:xfrm flipH="1">
              <a:off x="6774130" y="2766905"/>
              <a:ext cx="559079" cy="4202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Line 13">
              <a:extLst>
                <a:ext uri="{FF2B5EF4-FFF2-40B4-BE49-F238E27FC236}">
                  <a16:creationId xmlns:a16="http://schemas.microsoft.com/office/drawing/2014/main" id="{083E8C6B-45A7-4E4F-BE58-4778B3424FF8}"/>
                </a:ext>
              </a:extLst>
            </p:cNvPr>
            <p:cNvSpPr>
              <a:spLocks noChangeShapeType="1"/>
            </p:cNvSpPr>
            <p:nvPr/>
          </p:nvSpPr>
          <p:spPr bwMode="auto">
            <a:xfrm>
              <a:off x="7762582" y="2766905"/>
              <a:ext cx="500935" cy="4202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Box 14">
              <a:extLst>
                <a:ext uri="{FF2B5EF4-FFF2-40B4-BE49-F238E27FC236}">
                  <a16:creationId xmlns:a16="http://schemas.microsoft.com/office/drawing/2014/main" id="{36B8F6F2-4690-8E4C-937E-0E9481B1C3A5}"/>
                </a:ext>
              </a:extLst>
            </p:cNvPr>
            <p:cNvSpPr txBox="1">
              <a:spLocks noChangeArrowheads="1"/>
            </p:cNvSpPr>
            <p:nvPr/>
          </p:nvSpPr>
          <p:spPr bwMode="auto">
            <a:xfrm>
              <a:off x="877709" y="3173205"/>
              <a:ext cx="1505787" cy="647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yahoo.com</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DNS servers</a:t>
              </a:r>
            </a:p>
          </p:txBody>
        </p:sp>
        <p:sp>
          <p:nvSpPr>
            <p:cNvPr id="23" name="Text Box 15">
              <a:extLst>
                <a:ext uri="{FF2B5EF4-FFF2-40B4-BE49-F238E27FC236}">
                  <a16:creationId xmlns:a16="http://schemas.microsoft.com/office/drawing/2014/main" id="{550F9EB0-5008-3D46-90EE-C86931D2002E}"/>
                </a:ext>
              </a:extLst>
            </p:cNvPr>
            <p:cNvSpPr txBox="1">
              <a:spLocks noChangeArrowheads="1"/>
            </p:cNvSpPr>
            <p:nvPr/>
          </p:nvSpPr>
          <p:spPr bwMode="auto">
            <a:xfrm>
              <a:off x="2484875" y="3150942"/>
              <a:ext cx="1492369" cy="64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amazon.com</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DNS servers</a:t>
              </a:r>
            </a:p>
          </p:txBody>
        </p:sp>
        <p:sp>
          <p:nvSpPr>
            <p:cNvPr id="24" name="Line 16">
              <a:extLst>
                <a:ext uri="{FF2B5EF4-FFF2-40B4-BE49-F238E27FC236}">
                  <a16:creationId xmlns:a16="http://schemas.microsoft.com/office/drawing/2014/main" id="{369E9B65-3B7C-454D-AB1F-5B2406B160B6}"/>
                </a:ext>
              </a:extLst>
            </p:cNvPr>
            <p:cNvSpPr>
              <a:spLocks noChangeShapeType="1"/>
            </p:cNvSpPr>
            <p:nvPr/>
          </p:nvSpPr>
          <p:spPr bwMode="auto">
            <a:xfrm flipH="1">
              <a:off x="1666383" y="2773863"/>
              <a:ext cx="369738" cy="4132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17">
              <a:extLst>
                <a:ext uri="{FF2B5EF4-FFF2-40B4-BE49-F238E27FC236}">
                  <a16:creationId xmlns:a16="http://schemas.microsoft.com/office/drawing/2014/main" id="{D471AC56-09F2-7C4D-B61A-6CCAD59D7CF4}"/>
                </a:ext>
              </a:extLst>
            </p:cNvPr>
            <p:cNvSpPr>
              <a:spLocks noChangeShapeType="1"/>
            </p:cNvSpPr>
            <p:nvPr/>
          </p:nvSpPr>
          <p:spPr bwMode="auto">
            <a:xfrm>
              <a:off x="2538547" y="2773863"/>
              <a:ext cx="429373" cy="4257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Box 18">
              <a:extLst>
                <a:ext uri="{FF2B5EF4-FFF2-40B4-BE49-F238E27FC236}">
                  <a16:creationId xmlns:a16="http://schemas.microsoft.com/office/drawing/2014/main" id="{1C077A09-1FCB-034D-952A-AD8C28E51F1A}"/>
                </a:ext>
              </a:extLst>
            </p:cNvPr>
            <p:cNvSpPr txBox="1">
              <a:spLocks noChangeArrowheads="1"/>
            </p:cNvSpPr>
            <p:nvPr/>
          </p:nvSpPr>
          <p:spPr bwMode="auto">
            <a:xfrm>
              <a:off x="4312691" y="3132853"/>
              <a:ext cx="1480442" cy="64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pbs.org</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DNS servers</a:t>
              </a:r>
            </a:p>
          </p:txBody>
        </p:sp>
        <p:sp>
          <p:nvSpPr>
            <p:cNvPr id="27" name="Line 19">
              <a:extLst>
                <a:ext uri="{FF2B5EF4-FFF2-40B4-BE49-F238E27FC236}">
                  <a16:creationId xmlns:a16="http://schemas.microsoft.com/office/drawing/2014/main" id="{C40276EB-9757-DA42-B8CE-16A23EEE135D}"/>
                </a:ext>
              </a:extLst>
            </p:cNvPr>
            <p:cNvSpPr>
              <a:spLocks noChangeShapeType="1"/>
            </p:cNvSpPr>
            <p:nvPr/>
          </p:nvSpPr>
          <p:spPr bwMode="auto">
            <a:xfrm>
              <a:off x="4904570" y="2766905"/>
              <a:ext cx="0" cy="41743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A0556E67-E222-8D43-B71A-156691CCA0D4}"/>
                </a:ext>
              </a:extLst>
            </p:cNvPr>
            <p:cNvSpPr txBox="1"/>
            <p:nvPr/>
          </p:nvSpPr>
          <p:spPr>
            <a:xfrm>
              <a:off x="9919925" y="3273362"/>
              <a:ext cx="183569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Authoritative</a:t>
              </a:r>
            </a:p>
          </p:txBody>
        </p:sp>
        <p:sp>
          <p:nvSpPr>
            <p:cNvPr id="33" name="Text Box 30">
              <a:extLst>
                <a:ext uri="{FF2B5EF4-FFF2-40B4-BE49-F238E27FC236}">
                  <a16:creationId xmlns:a16="http://schemas.microsoft.com/office/drawing/2014/main" id="{F5BAA8E7-838D-494A-81C4-58D94A012B59}"/>
                </a:ext>
              </a:extLst>
            </p:cNvPr>
            <p:cNvSpPr txBox="1">
              <a:spLocks noChangeArrowheads="1"/>
            </p:cNvSpPr>
            <p:nvPr/>
          </p:nvSpPr>
          <p:spPr bwMode="auto">
            <a:xfrm>
              <a:off x="7292568" y="2785396"/>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34" name="Text Box 30">
              <a:extLst>
                <a:ext uri="{FF2B5EF4-FFF2-40B4-BE49-F238E27FC236}">
                  <a16:creationId xmlns:a16="http://schemas.microsoft.com/office/drawing/2014/main" id="{2AD59D99-9460-DA4B-AF7A-451CBE5B39FF}"/>
                </a:ext>
              </a:extLst>
            </p:cNvPr>
            <p:cNvSpPr txBox="1">
              <a:spLocks noChangeArrowheads="1"/>
            </p:cNvSpPr>
            <p:nvPr/>
          </p:nvSpPr>
          <p:spPr bwMode="auto">
            <a:xfrm>
              <a:off x="2030793" y="277633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35" name="Text Box 30">
              <a:extLst>
                <a:ext uri="{FF2B5EF4-FFF2-40B4-BE49-F238E27FC236}">
                  <a16:creationId xmlns:a16="http://schemas.microsoft.com/office/drawing/2014/main" id="{2B85C740-28F8-0449-B6AC-74E686461996}"/>
                </a:ext>
              </a:extLst>
            </p:cNvPr>
            <p:cNvSpPr txBox="1">
              <a:spLocks noChangeArrowheads="1"/>
            </p:cNvSpPr>
            <p:nvPr/>
          </p:nvSpPr>
          <p:spPr bwMode="auto">
            <a:xfrm>
              <a:off x="4390346" y="2768742"/>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36" name="Text Box 30">
              <a:extLst>
                <a:ext uri="{FF2B5EF4-FFF2-40B4-BE49-F238E27FC236}">
                  <a16:creationId xmlns:a16="http://schemas.microsoft.com/office/drawing/2014/main" id="{D033AF36-F2BE-7F41-93BB-422A537DEEFF}"/>
                </a:ext>
              </a:extLst>
            </p:cNvPr>
            <p:cNvSpPr txBox="1">
              <a:spLocks noChangeArrowheads="1"/>
            </p:cNvSpPr>
            <p:nvPr/>
          </p:nvSpPr>
          <p:spPr bwMode="auto">
            <a:xfrm>
              <a:off x="4877758" y="2777057"/>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grpSp>
      <p:sp>
        <p:nvSpPr>
          <p:cNvPr id="37" name="Slide Number Placeholder 2">
            <a:extLst>
              <a:ext uri="{FF2B5EF4-FFF2-40B4-BE49-F238E27FC236}">
                <a16:creationId xmlns:a16="http://schemas.microsoft.com/office/drawing/2014/main" id="{E1EB010C-42C7-6E42-AA6D-C225E874AD48}"/>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93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0">
                                            <p:txEl>
                                              <p:pRg st="0" end="0"/>
                                            </p:txEl>
                                          </p:spTgt>
                                        </p:tgtEl>
                                        <p:attrNameLst>
                                          <p:attrName>style.visibility</p:attrName>
                                        </p:attrNameLst>
                                      </p:cBhvr>
                                      <p:to>
                                        <p:strVal val="visible"/>
                                      </p:to>
                                    </p:set>
                                    <p:animEffect transition="in" filter="dissolve">
                                      <p:cBhvr>
                                        <p:cTn id="17" dur="500"/>
                                        <p:tgtEl>
                                          <p:spTgt spid="3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
                                            <p:txEl>
                                              <p:pRg st="1" end="1"/>
                                            </p:txEl>
                                          </p:spTgt>
                                        </p:tgtEl>
                                        <p:attrNameLst>
                                          <p:attrName>style.visibility</p:attrName>
                                        </p:attrNameLst>
                                      </p:cBhvr>
                                      <p:to>
                                        <p:strVal val="visible"/>
                                      </p:to>
                                    </p:set>
                                    <p:animEffect transition="in" filter="dissolve">
                                      <p:cBhvr>
                                        <p:cTn id="22" dur="500"/>
                                        <p:tgtEl>
                                          <p:spTgt spid="3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0">
                                            <p:txEl>
                                              <p:pRg st="2" end="2"/>
                                            </p:txEl>
                                          </p:spTgt>
                                        </p:tgtEl>
                                        <p:attrNameLst>
                                          <p:attrName>style.visibility</p:attrName>
                                        </p:attrNameLst>
                                      </p:cBhvr>
                                      <p:to>
                                        <p:strVal val="visible"/>
                                      </p:to>
                                    </p:set>
                                    <p:animEffect transition="in" filter="dissolve">
                                      <p:cBhvr>
                                        <p:cTn id="27" dur="500"/>
                                        <p:tgtEl>
                                          <p:spTgt spid="3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0">
                                            <p:txEl>
                                              <p:pRg st="3" end="3"/>
                                            </p:txEl>
                                          </p:spTgt>
                                        </p:tgtEl>
                                        <p:attrNameLst>
                                          <p:attrName>style.visibility</p:attrName>
                                        </p:attrNameLst>
                                      </p:cBhvr>
                                      <p:to>
                                        <p:strVal val="visible"/>
                                      </p:to>
                                    </p:set>
                                    <p:animEffect transition="in" filter="dissolve">
                                      <p:cBhvr>
                                        <p:cTn id="3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BC02A27-60D0-5B4D-BD6E-00C279F7F4B7}"/>
              </a:ext>
            </a:extLst>
          </p:cNvPr>
          <p:cNvPicPr>
            <a:picLocks noChangeAspect="1"/>
          </p:cNvPicPr>
          <p:nvPr/>
        </p:nvPicPr>
        <p:blipFill>
          <a:blip r:embed="rId3"/>
          <a:stretch>
            <a:fillRect/>
          </a:stretch>
        </p:blipFill>
        <p:spPr>
          <a:xfrm>
            <a:off x="4886464" y="1529543"/>
            <a:ext cx="7122656" cy="2152001"/>
          </a:xfrm>
          <a:prstGeom prst="rect">
            <a:avLst/>
          </a:prstGeom>
        </p:spPr>
      </p:pic>
      <p:sp>
        <p:nvSpPr>
          <p:cNvPr id="10" name="Rectangle 9">
            <a:extLst>
              <a:ext uri="{FF2B5EF4-FFF2-40B4-BE49-F238E27FC236}">
                <a16:creationId xmlns:a16="http://schemas.microsoft.com/office/drawing/2014/main" id="{462E018F-A8B8-D04F-AA86-E98C6072C4D6}"/>
              </a:ext>
            </a:extLst>
          </p:cNvPr>
          <p:cNvSpPr/>
          <p:nvPr/>
        </p:nvSpPr>
        <p:spPr>
          <a:xfrm>
            <a:off x="6940647" y="1546167"/>
            <a:ext cx="2646699" cy="379307"/>
          </a:xfrm>
          <a:prstGeom prst="rect">
            <a:avLst/>
          </a:prstGeom>
          <a:solidFill>
            <a:srgbClr val="FBBFC7">
              <a:alpha val="4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root </a:t>
            </a:r>
            <a:r>
              <a:rPr lang="en-US" altLang="en-US" dirty="0">
                <a:ea typeface="ＭＳ Ｐゴシック" panose="020B0600070205080204" pitchFamily="34" charset="-128"/>
                <a:cs typeface="Calibri" panose="020F0502020204030204" pitchFamily="34" charset="0"/>
              </a:rPr>
              <a:t>n</a:t>
            </a:r>
            <a:r>
              <a:rPr lang="en-US" altLang="en-US" sz="4400" dirty="0">
                <a:ea typeface="ＭＳ Ｐゴシック" panose="020B0600070205080204" pitchFamily="34" charset="-128"/>
                <a:cs typeface="Calibri" panose="020F0502020204030204" pitchFamily="34" charset="0"/>
              </a:rPr>
              <a:t>ame </a:t>
            </a:r>
            <a:r>
              <a:rPr lang="en-US" altLang="en-US" dirty="0">
                <a:ea typeface="ＭＳ Ｐゴシック" panose="020B0600070205080204" pitchFamily="34" charset="-128"/>
                <a:cs typeface="Calibri" panose="020F0502020204030204" pitchFamily="34" charset="0"/>
              </a:rPr>
              <a:t>s</a:t>
            </a:r>
            <a:r>
              <a:rPr lang="en-US" altLang="en-US" sz="4400" dirty="0">
                <a:ea typeface="ＭＳ Ｐゴシック" panose="020B0600070205080204" pitchFamily="34" charset="-128"/>
                <a:cs typeface="Calibri" panose="020F0502020204030204" pitchFamily="34" charset="0"/>
              </a:rPr>
              <a:t>ervers</a:t>
            </a:r>
            <a:endParaRPr lang="en-US" sz="4400" dirty="0">
              <a:cs typeface="Calibri" panose="020F0502020204030204" pitchFamily="34" charset="0"/>
            </a:endParaRPr>
          </a:p>
        </p:txBody>
      </p:sp>
      <p:sp>
        <p:nvSpPr>
          <p:cNvPr id="31" name="Rectangle 3">
            <a:extLst>
              <a:ext uri="{FF2B5EF4-FFF2-40B4-BE49-F238E27FC236}">
                <a16:creationId xmlns:a16="http://schemas.microsoft.com/office/drawing/2014/main" id="{C4E20309-5EA1-134A-A365-0B330A5879DC}"/>
              </a:ext>
            </a:extLst>
          </p:cNvPr>
          <p:cNvSpPr txBox="1">
            <a:spLocks noChangeArrowheads="1"/>
          </p:cNvSpPr>
          <p:nvPr/>
        </p:nvSpPr>
        <p:spPr>
          <a:xfrm>
            <a:off x="651717" y="1432390"/>
            <a:ext cx="5444283" cy="2455182"/>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marR="0" lvl="0" indent="-2889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official, contact-of-last-resort by name servers that can not resolve name</a:t>
            </a:r>
          </a:p>
        </p:txBody>
      </p:sp>
      <p:sp>
        <p:nvSpPr>
          <p:cNvPr id="6" name="Slide Number Placeholder 2">
            <a:extLst>
              <a:ext uri="{FF2B5EF4-FFF2-40B4-BE49-F238E27FC236}">
                <a16:creationId xmlns:a16="http://schemas.microsoft.com/office/drawing/2014/main" id="{AE8EED64-A600-EB43-865F-526592344FF6}"/>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7583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root </a:t>
            </a:r>
            <a:r>
              <a:rPr lang="en-US" altLang="en-US" dirty="0">
                <a:ea typeface="ＭＳ Ｐゴシック" panose="020B0600070205080204" pitchFamily="34" charset="-128"/>
                <a:cs typeface="Calibri" panose="020F0502020204030204" pitchFamily="34" charset="0"/>
              </a:rPr>
              <a:t>n</a:t>
            </a:r>
            <a:r>
              <a:rPr lang="en-US" altLang="en-US" sz="4400" dirty="0">
                <a:ea typeface="ＭＳ Ｐゴシック" panose="020B0600070205080204" pitchFamily="34" charset="-128"/>
                <a:cs typeface="Calibri" panose="020F0502020204030204" pitchFamily="34" charset="0"/>
              </a:rPr>
              <a:t>ame </a:t>
            </a:r>
            <a:r>
              <a:rPr lang="en-US" altLang="en-US" dirty="0">
                <a:ea typeface="ＭＳ Ｐゴシック" panose="020B0600070205080204" pitchFamily="34" charset="-128"/>
                <a:cs typeface="Calibri" panose="020F0502020204030204" pitchFamily="34" charset="0"/>
              </a:rPr>
              <a:t>s</a:t>
            </a:r>
            <a:r>
              <a:rPr lang="en-US" altLang="en-US" sz="4400" dirty="0">
                <a:ea typeface="ＭＳ Ｐゴシック" panose="020B0600070205080204" pitchFamily="34" charset="-128"/>
                <a:cs typeface="Calibri" panose="020F0502020204030204" pitchFamily="34" charset="0"/>
              </a:rPr>
              <a:t>ervers</a:t>
            </a:r>
            <a:endParaRPr lang="en-US" sz="4400" dirty="0">
              <a:cs typeface="Calibri" panose="020F0502020204030204" pitchFamily="34" charset="0"/>
            </a:endParaRPr>
          </a:p>
        </p:txBody>
      </p:sp>
      <p:pic>
        <p:nvPicPr>
          <p:cNvPr id="2" name="Picture 1">
            <a:extLst>
              <a:ext uri="{FF2B5EF4-FFF2-40B4-BE49-F238E27FC236}">
                <a16:creationId xmlns:a16="http://schemas.microsoft.com/office/drawing/2014/main" id="{AF7EF7A5-82F4-A842-BA4B-88DB1EA46A55}"/>
              </a:ext>
            </a:extLst>
          </p:cNvPr>
          <p:cNvPicPr>
            <a:picLocks noChangeAspect="1"/>
          </p:cNvPicPr>
          <p:nvPr/>
        </p:nvPicPr>
        <p:blipFill>
          <a:blip r:embed="rId3"/>
          <a:stretch>
            <a:fillRect/>
          </a:stretch>
        </p:blipFill>
        <p:spPr>
          <a:xfrm>
            <a:off x="5930900" y="2856025"/>
            <a:ext cx="6261100" cy="3200400"/>
          </a:xfrm>
          <a:prstGeom prst="rect">
            <a:avLst/>
          </a:prstGeom>
        </p:spPr>
      </p:pic>
      <p:sp>
        <p:nvSpPr>
          <p:cNvPr id="31" name="Rectangle 3">
            <a:extLst>
              <a:ext uri="{FF2B5EF4-FFF2-40B4-BE49-F238E27FC236}">
                <a16:creationId xmlns:a16="http://schemas.microsoft.com/office/drawing/2014/main" id="{C4E20309-5EA1-134A-A365-0B330A5879DC}"/>
              </a:ext>
            </a:extLst>
          </p:cNvPr>
          <p:cNvSpPr txBox="1">
            <a:spLocks noChangeArrowheads="1"/>
          </p:cNvSpPr>
          <p:nvPr/>
        </p:nvSpPr>
        <p:spPr>
          <a:xfrm>
            <a:off x="651717" y="1432390"/>
            <a:ext cx="5444283" cy="2455182"/>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marR="0" lvl="0" indent="-2889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official, contact-of-last-resort by name servers that can not resolve name</a:t>
            </a:r>
          </a:p>
          <a:p>
            <a:pPr marL="403225" marR="0" lvl="0" indent="-2889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incredibly important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Internet function</a:t>
            </a:r>
          </a:p>
          <a:p>
            <a:pPr marL="635000" marR="0" lvl="1" indent="-31750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Internet couldn’t function without it!</a:t>
            </a:r>
          </a:p>
          <a:p>
            <a:pPr marL="635000" marR="0" lvl="1" indent="-31750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DNSSEC – provides security (authentication, message integrity)</a:t>
            </a:r>
          </a:p>
          <a:p>
            <a:pPr marL="403225" marR="0" lvl="0" indent="-2889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ICANN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(Internet Corporation for Assigned Names and Numbers)</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manages root DNS domain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angle 20">
            <a:extLst>
              <a:ext uri="{FF2B5EF4-FFF2-40B4-BE49-F238E27FC236}">
                <a16:creationId xmlns:a16="http://schemas.microsoft.com/office/drawing/2014/main" id="{8ADC63BB-C973-3942-8EC6-3C13E2B3867C}"/>
              </a:ext>
            </a:extLst>
          </p:cNvPr>
          <p:cNvSpPr>
            <a:spLocks noChangeArrowheads="1"/>
          </p:cNvSpPr>
          <p:nvPr/>
        </p:nvSpPr>
        <p:spPr bwMode="auto">
          <a:xfrm>
            <a:off x="6423186" y="1752600"/>
            <a:ext cx="5142916" cy="11987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13 logical root name “</a:t>
            </a:r>
            <a:r>
              <a:rPr kumimoji="0" lang="en-US" altLang="ja-JP" sz="24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servers” worldwide each “server” replicated many times (~200 servers in US)</a:t>
            </a:r>
            <a:endParaRPr kumimoji="0" lang="en-US" altLang="ja-JP"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endParaRPr>
          </a:p>
        </p:txBody>
      </p:sp>
      <p:sp>
        <p:nvSpPr>
          <p:cNvPr id="6" name="Slide Number Placeholder 2">
            <a:extLst>
              <a:ext uri="{FF2B5EF4-FFF2-40B4-BE49-F238E27FC236}">
                <a16:creationId xmlns:a16="http://schemas.microsoft.com/office/drawing/2014/main" id="{1527D7C4-251C-EC46-94F4-43E46D282570}"/>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400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animEffect transition="in" filter="dissolve">
                                      <p:cBhvr>
                                        <p:cTn id="7" dur="500"/>
                                        <p:tgtEl>
                                          <p:spTgt spid="31">
                                            <p:txEl>
                                              <p:pRg st="1" end="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1">
                                            <p:txEl>
                                              <p:pRg st="2" end="2"/>
                                            </p:txEl>
                                          </p:spTgt>
                                        </p:tgtEl>
                                        <p:attrNameLst>
                                          <p:attrName>style.visibility</p:attrName>
                                        </p:attrNameLst>
                                      </p:cBhvr>
                                      <p:to>
                                        <p:strVal val="visible"/>
                                      </p:to>
                                    </p:set>
                                    <p:animEffect transition="in" filter="dissolve">
                                      <p:cBhvr>
                                        <p:cTn id="10" dur="500"/>
                                        <p:tgtEl>
                                          <p:spTgt spid="31">
                                            <p:txEl>
                                              <p:pRg st="2" end="2"/>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1">
                                            <p:txEl>
                                              <p:pRg st="3" end="3"/>
                                            </p:txEl>
                                          </p:spTgt>
                                        </p:tgtEl>
                                        <p:attrNameLst>
                                          <p:attrName>style.visibility</p:attrName>
                                        </p:attrNameLst>
                                      </p:cBhvr>
                                      <p:to>
                                        <p:strVal val="visible"/>
                                      </p:to>
                                    </p:set>
                                    <p:animEffect transition="in" filter="dissolve">
                                      <p:cBhvr>
                                        <p:cTn id="13" dur="500"/>
                                        <p:tgtEl>
                                          <p:spTgt spid="3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1">
                                            <p:txEl>
                                              <p:pRg st="4" end="4"/>
                                            </p:txEl>
                                          </p:spTgt>
                                        </p:tgtEl>
                                        <p:attrNameLst>
                                          <p:attrName>style.visibility</p:attrName>
                                        </p:attrNameLst>
                                      </p:cBhvr>
                                      <p:to>
                                        <p:strVal val="visible"/>
                                      </p:to>
                                    </p:set>
                                    <p:animEffect transition="in" filter="dissolve">
                                      <p:cBhvr>
                                        <p:cTn id="18" dur="500"/>
                                        <p:tgtEl>
                                          <p:spTgt spid="31">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dissolve">
                                      <p:cBhvr>
                                        <p:cTn id="2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uiExpand="1" build="p"/>
      <p:bldP spid="3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Top-Level Domain, and </a:t>
            </a:r>
            <a:r>
              <a:rPr lang="en-US" altLang="en-US" dirty="0">
                <a:ea typeface="ＭＳ Ｐゴシック" panose="020B0600070205080204" pitchFamily="34" charset="-128"/>
                <a:cs typeface="Calibri" panose="020F0502020204030204" pitchFamily="34" charset="0"/>
              </a:rPr>
              <a:t>a</a:t>
            </a:r>
            <a:r>
              <a:rPr lang="en-US" altLang="en-US" sz="4400" dirty="0">
                <a:ea typeface="ＭＳ Ｐゴシック" panose="020B0600070205080204" pitchFamily="34" charset="-128"/>
                <a:cs typeface="Calibri" panose="020F0502020204030204" pitchFamily="34" charset="0"/>
              </a:rPr>
              <a:t>uthoritative </a:t>
            </a:r>
            <a:r>
              <a:rPr lang="en-US" altLang="en-US" dirty="0">
                <a:ea typeface="ＭＳ Ｐゴシック" panose="020B0600070205080204" pitchFamily="34" charset="-128"/>
                <a:cs typeface="Calibri" panose="020F0502020204030204" pitchFamily="34" charset="0"/>
              </a:rPr>
              <a:t>s</a:t>
            </a:r>
            <a:r>
              <a:rPr lang="en-US" altLang="en-US" sz="4400" dirty="0">
                <a:ea typeface="ＭＳ Ｐゴシック" panose="020B0600070205080204" pitchFamily="34" charset="-128"/>
                <a:cs typeface="Calibri" panose="020F0502020204030204" pitchFamily="34" charset="0"/>
              </a:rPr>
              <a:t>ervers</a:t>
            </a:r>
            <a:endParaRPr lang="en-US" sz="4400" dirty="0">
              <a:cs typeface="Calibri" panose="020F0502020204030204" pitchFamily="34" charset="0"/>
            </a:endParaRPr>
          </a:p>
        </p:txBody>
      </p:sp>
      <p:sp>
        <p:nvSpPr>
          <p:cNvPr id="7" name="Rectangle 3">
            <a:extLst>
              <a:ext uri="{FF2B5EF4-FFF2-40B4-BE49-F238E27FC236}">
                <a16:creationId xmlns:a16="http://schemas.microsoft.com/office/drawing/2014/main" id="{500E43FE-C520-D344-A4CF-6105B63E22D6}"/>
              </a:ext>
            </a:extLst>
          </p:cNvPr>
          <p:cNvSpPr txBox="1">
            <a:spLocks noChangeArrowheads="1"/>
          </p:cNvSpPr>
          <p:nvPr/>
        </p:nvSpPr>
        <p:spPr>
          <a:xfrm>
            <a:off x="832558" y="1286218"/>
            <a:ext cx="10868375" cy="203271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Top-Level Domain (TLD) servers:</a:t>
            </a:r>
          </a:p>
          <a:p>
            <a:pPr marL="460375" marR="0" lvl="1" indent="-287338" algn="l" defTabSz="914400" rtl="0" eaLnBrk="1" fontAlgn="auto" latinLnBrk="0" hangingPunct="1">
              <a:lnSpc>
                <a:spcPct val="90000"/>
              </a:lnSpc>
              <a:spcBef>
                <a:spcPts val="400"/>
              </a:spcBef>
              <a:spcAft>
                <a:spcPts val="0"/>
              </a:spcAft>
              <a:buClr>
                <a:srgbClr val="0000A8"/>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responsible for .com, .org, .net, .edu, .aero, .jobs, .museums, and all top-level country domains, e.g.: .cn, .uk, .fr, .ca, .jp</a:t>
            </a:r>
          </a:p>
          <a:p>
            <a:pPr marL="460375" marR="0" lvl="1" indent="-287338" algn="l" defTabSz="914400" rtl="0" eaLnBrk="1" fontAlgn="auto" latinLnBrk="0" hangingPunct="1">
              <a:lnSpc>
                <a:spcPct val="90000"/>
              </a:lnSpc>
              <a:spcBef>
                <a:spcPts val="400"/>
              </a:spcBef>
              <a:spcAft>
                <a:spcPts val="0"/>
              </a:spcAft>
              <a:buClr>
                <a:srgbClr val="0000A8"/>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Network Solutions: authoritative registry for .com, .net TLD</a:t>
            </a:r>
          </a:p>
          <a:p>
            <a:pPr marL="460375" marR="0" lvl="1" indent="-287338" algn="l" defTabSz="914400" rtl="0" eaLnBrk="1" fontAlgn="auto" latinLnBrk="0" hangingPunct="1">
              <a:lnSpc>
                <a:spcPct val="90000"/>
              </a:lnSpc>
              <a:spcBef>
                <a:spcPts val="400"/>
              </a:spcBef>
              <a:spcAft>
                <a:spcPts val="0"/>
              </a:spcAft>
              <a:buClr>
                <a:srgbClr val="0000A8"/>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Educause: .edu TLD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Rectangle 3">
            <a:extLst>
              <a:ext uri="{FF2B5EF4-FFF2-40B4-BE49-F238E27FC236}">
                <a16:creationId xmlns:a16="http://schemas.microsoft.com/office/drawing/2014/main" id="{ED24547E-6033-E341-B415-9EEF0C28B3B1}"/>
              </a:ext>
            </a:extLst>
          </p:cNvPr>
          <p:cNvSpPr txBox="1">
            <a:spLocks noChangeArrowheads="1"/>
          </p:cNvSpPr>
          <p:nvPr/>
        </p:nvSpPr>
        <p:spPr>
          <a:xfrm>
            <a:off x="714024" y="4503552"/>
            <a:ext cx="10868375" cy="182951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22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authoritative DNS servers: </a:t>
            </a:r>
          </a:p>
          <a:p>
            <a:pPr marL="460375" marR="0" lvl="1" indent="-287338"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organization’</a:t>
            </a:r>
            <a:r>
              <a:rPr kumimoji="0" lang="en-US" altLang="ja-JP"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s own DNS server(s), providing authoritative hostname to IP mappings for organization’s named hosts </a:t>
            </a:r>
          </a:p>
          <a:p>
            <a:pPr marL="460375" marR="0" lvl="1" indent="-287338"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can be maintained by organization or service provider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2" name="Picture 1">
            <a:extLst>
              <a:ext uri="{FF2B5EF4-FFF2-40B4-BE49-F238E27FC236}">
                <a16:creationId xmlns:a16="http://schemas.microsoft.com/office/drawing/2014/main" id="{0326F0AB-9C7D-C946-94B2-B58E3B0956D7}"/>
              </a:ext>
            </a:extLst>
          </p:cNvPr>
          <p:cNvPicPr>
            <a:picLocks noChangeAspect="1"/>
          </p:cNvPicPr>
          <p:nvPr/>
        </p:nvPicPr>
        <p:blipFill>
          <a:blip r:embed="rId3"/>
          <a:stretch>
            <a:fillRect/>
          </a:stretch>
        </p:blipFill>
        <p:spPr>
          <a:xfrm>
            <a:off x="6265332" y="3122476"/>
            <a:ext cx="5317067" cy="1606470"/>
          </a:xfrm>
          <a:prstGeom prst="rect">
            <a:avLst/>
          </a:prstGeom>
        </p:spPr>
      </p:pic>
      <p:grpSp>
        <p:nvGrpSpPr>
          <p:cNvPr id="12" name="Group 11">
            <a:extLst>
              <a:ext uri="{FF2B5EF4-FFF2-40B4-BE49-F238E27FC236}">
                <a16:creationId xmlns:a16="http://schemas.microsoft.com/office/drawing/2014/main" id="{16353F64-060B-1F4E-AD0A-5FBB20E02BE4}"/>
              </a:ext>
            </a:extLst>
          </p:cNvPr>
          <p:cNvGrpSpPr/>
          <p:nvPr/>
        </p:nvGrpSpPr>
        <p:grpSpPr>
          <a:xfrm>
            <a:off x="4419600" y="1744133"/>
            <a:ext cx="6959600" cy="2235200"/>
            <a:chOff x="4419600" y="1744133"/>
            <a:chExt cx="6959600" cy="2235200"/>
          </a:xfrm>
        </p:grpSpPr>
        <p:sp>
          <p:nvSpPr>
            <p:cNvPr id="4" name="Rectangle 3">
              <a:extLst>
                <a:ext uri="{FF2B5EF4-FFF2-40B4-BE49-F238E27FC236}">
                  <a16:creationId xmlns:a16="http://schemas.microsoft.com/office/drawing/2014/main" id="{6C93592B-610F-B041-9201-B6C557DB96B0}"/>
                </a:ext>
              </a:extLst>
            </p:cNvPr>
            <p:cNvSpPr/>
            <p:nvPr/>
          </p:nvSpPr>
          <p:spPr>
            <a:xfrm>
              <a:off x="6366933" y="3742267"/>
              <a:ext cx="5012267" cy="237066"/>
            </a:xfrm>
            <a:prstGeom prst="rect">
              <a:avLst/>
            </a:prstGeom>
            <a:solidFill>
              <a:srgbClr val="FBBFC7">
                <a:alpha val="4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0259AE09-DC39-F54E-8B9C-A94C202C2543}"/>
                </a:ext>
              </a:extLst>
            </p:cNvPr>
            <p:cNvCxnSpPr/>
            <p:nvPr/>
          </p:nvCxnSpPr>
          <p:spPr>
            <a:xfrm>
              <a:off x="4419600" y="1744133"/>
              <a:ext cx="1998133" cy="1998133"/>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E01D7C10-72B2-BE47-9B8C-600F740CAFCE}"/>
              </a:ext>
            </a:extLst>
          </p:cNvPr>
          <p:cNvGrpSpPr/>
          <p:nvPr/>
        </p:nvGrpSpPr>
        <p:grpSpPr>
          <a:xfrm>
            <a:off x="5249333" y="4233333"/>
            <a:ext cx="6265334" cy="575734"/>
            <a:chOff x="5249333" y="4233333"/>
            <a:chExt cx="6265334" cy="575734"/>
          </a:xfrm>
        </p:grpSpPr>
        <p:sp>
          <p:nvSpPr>
            <p:cNvPr id="8" name="Rectangle 7">
              <a:extLst>
                <a:ext uri="{FF2B5EF4-FFF2-40B4-BE49-F238E27FC236}">
                  <a16:creationId xmlns:a16="http://schemas.microsoft.com/office/drawing/2014/main" id="{5B251AA5-C4FF-7E4A-BCEA-7D8B252E12F3}"/>
                </a:ext>
              </a:extLst>
            </p:cNvPr>
            <p:cNvSpPr/>
            <p:nvPr/>
          </p:nvSpPr>
          <p:spPr>
            <a:xfrm>
              <a:off x="6248400" y="4233333"/>
              <a:ext cx="5266267" cy="372534"/>
            </a:xfrm>
            <a:prstGeom prst="rect">
              <a:avLst/>
            </a:prstGeom>
            <a:solidFill>
              <a:srgbClr val="FBBFC7">
                <a:alpha val="4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491835C5-DBDE-9A48-8554-EF6EB2FAD701}"/>
                </a:ext>
              </a:extLst>
            </p:cNvPr>
            <p:cNvCxnSpPr>
              <a:cxnSpLocks/>
            </p:cNvCxnSpPr>
            <p:nvPr/>
          </p:nvCxnSpPr>
          <p:spPr>
            <a:xfrm flipV="1">
              <a:off x="5249333" y="4267199"/>
              <a:ext cx="999068" cy="541868"/>
            </a:xfrm>
            <a:prstGeom prst="line">
              <a:avLst/>
            </a:prstGeom>
            <a:ln w="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Slide Number Placeholder 2">
            <a:extLst>
              <a:ext uri="{FF2B5EF4-FFF2-40B4-BE49-F238E27FC236}">
                <a16:creationId xmlns:a16="http://schemas.microsoft.com/office/drawing/2014/main" id="{363187FC-BBBC-984E-BB71-64F11F5AB9A7}"/>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917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dissolve">
                                      <p:cBhvr>
                                        <p:cTn id="10" dur="500"/>
                                        <p:tgtEl>
                                          <p:spTgt spid="5">
                                            <p:txEl>
                                              <p:pRg st="0" end="0"/>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dissolve">
                                      <p:cBhvr>
                                        <p:cTn id="13" dur="500"/>
                                        <p:tgtEl>
                                          <p:spTgt spid="5">
                                            <p:txEl>
                                              <p:pRg st="1" end="1"/>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dissolve">
                                      <p:cBhvr>
                                        <p:cTn id="16" dur="500"/>
                                        <p:tgtEl>
                                          <p:spTgt spid="5">
                                            <p:txEl>
                                              <p:pRg st="2" end="2"/>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dissolve">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Local DNS name </a:t>
            </a:r>
            <a:r>
              <a:rPr lang="en-US" altLang="en-US" dirty="0">
                <a:ea typeface="ＭＳ Ｐゴシック" panose="020B0600070205080204" pitchFamily="34" charset="-128"/>
                <a:cs typeface="Calibri" panose="020F0502020204030204" pitchFamily="34" charset="0"/>
              </a:rPr>
              <a:t>s</a:t>
            </a:r>
            <a:r>
              <a:rPr lang="en-US" altLang="en-US" sz="4400" dirty="0">
                <a:ea typeface="ＭＳ Ｐゴシック" panose="020B0600070205080204" pitchFamily="34" charset="-128"/>
                <a:cs typeface="Calibri" panose="020F0502020204030204" pitchFamily="34" charset="0"/>
              </a:rPr>
              <a:t>ervers</a:t>
            </a:r>
            <a:endParaRPr lang="en-US" sz="4400" dirty="0">
              <a:cs typeface="Calibri" panose="020F0502020204030204" pitchFamily="34" charset="0"/>
            </a:endParaRPr>
          </a:p>
        </p:txBody>
      </p:sp>
      <p:sp>
        <p:nvSpPr>
          <p:cNvPr id="5" name="Rectangle 3">
            <a:extLst>
              <a:ext uri="{FF2B5EF4-FFF2-40B4-BE49-F238E27FC236}">
                <a16:creationId xmlns:a16="http://schemas.microsoft.com/office/drawing/2014/main" id="{2BB20960-3674-7943-92CD-05431EA8487B}"/>
              </a:ext>
            </a:extLst>
          </p:cNvPr>
          <p:cNvSpPr txBox="1">
            <a:spLocks noChangeArrowheads="1"/>
          </p:cNvSpPr>
          <p:nvPr/>
        </p:nvSpPr>
        <p:spPr>
          <a:xfrm>
            <a:off x="798691" y="1489418"/>
            <a:ext cx="10983578"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host makes DNS query, it is sent to its </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local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DNS server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Local DNS server returns reply, answering:</a:t>
            </a:r>
          </a:p>
          <a:p>
            <a:pPr marL="1143000" marR="0" lvl="2"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from its local cache of recent name-to-address translation pairs (possibly out of date!)</a:t>
            </a:r>
          </a:p>
          <a:p>
            <a:pPr marL="1143000" marR="0" lvl="2"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forwarding request into DNS hierarchy for resolution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each ISP has local DNS name server; to find yours: </a:t>
            </a:r>
          </a:p>
          <a:p>
            <a:pPr marL="1143000" marR="0" lvl="2"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MacOS: </a:t>
            </a:r>
            <a:r>
              <a:rPr kumimoji="0" lang="en-US" sz="2400" b="0" i="0" u="none" strike="noStrike" kern="1200" cap="none" spc="0" normalizeH="0" baseline="0" noProof="0" dirty="0">
                <a:ln>
                  <a:noFill/>
                </a:ln>
                <a:solidFill>
                  <a:prstClr val="black"/>
                </a:solidFill>
                <a:effectLst/>
                <a:uLnTx/>
                <a:uFillTx/>
                <a:latin typeface="Courier" pitchFamily="2" charset="0"/>
                <a:ea typeface="+mn-ea"/>
                <a:cs typeface="+mn-cs"/>
              </a:rPr>
              <a:t>% scutil --dns</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Windows: </a:t>
            </a:r>
            <a:r>
              <a:rPr kumimoji="0" lang="en-US" sz="2400" b="0" i="0" u="none" strike="noStrike" kern="1200" cap="none" spc="0" normalizeH="0" baseline="0" noProof="0" dirty="0">
                <a:ln>
                  <a:noFill/>
                </a:ln>
                <a:solidFill>
                  <a:prstClr val="black"/>
                </a:solidFill>
                <a:effectLst/>
                <a:uLnTx/>
                <a:uFillTx/>
                <a:latin typeface="Courier" pitchFamily="2" charset="0"/>
                <a:ea typeface="+mn-ea"/>
                <a:cs typeface="+mn-cs"/>
              </a:rPr>
              <a:t>&gt;ipconfig /all</a:t>
            </a:r>
          </a:p>
          <a:p>
            <a:pPr marL="352425"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local DNS server doesn’t strictly belong to hierarchy</a:t>
            </a:r>
          </a:p>
        </p:txBody>
      </p:sp>
      <p:sp>
        <p:nvSpPr>
          <p:cNvPr id="4" name="Slide Number Placeholder 2">
            <a:extLst>
              <a:ext uri="{FF2B5EF4-FFF2-40B4-BE49-F238E27FC236}">
                <a16:creationId xmlns:a16="http://schemas.microsoft.com/office/drawing/2014/main" id="{D9D88440-FC58-A548-AA80-854235DE0843}"/>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667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dissolve">
                                      <p:cBhvr>
                                        <p:cTn id="7" dur="500"/>
                                        <p:tgtEl>
                                          <p:spTgt spid="5">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dissolve">
                                      <p:cBhvr>
                                        <p:cTn id="10" dur="500"/>
                                        <p:tgtEl>
                                          <p:spTgt spid="5">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dissolve">
                                      <p:cBhvr>
                                        <p:cTn id="13" dur="500"/>
                                        <p:tgtEl>
                                          <p:spTgt spid="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dissolve">
                                      <p:cBhvr>
                                        <p:cTn id="18" dur="500"/>
                                        <p:tgtEl>
                                          <p:spTgt spid="5">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dissolve">
                                      <p:cBhvr>
                                        <p:cTn id="21" dur="500"/>
                                        <p:tgtEl>
                                          <p:spTgt spid="5">
                                            <p:txEl>
                                              <p:pRg st="5" end="5"/>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dissolve">
                                      <p:cBhvr>
                                        <p:cTn id="24" dur="500"/>
                                        <p:tgtEl>
                                          <p:spTgt spid="5">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dissolve">
                                      <p:cBhvr>
                                        <p:cTn id="29"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name resolution: iterated query</a:t>
            </a:r>
            <a:endParaRPr lang="en-US" sz="4400" dirty="0">
              <a:cs typeface="Calibri" panose="020F0502020204030204" pitchFamily="34" charset="0"/>
            </a:endParaRPr>
          </a:p>
        </p:txBody>
      </p:sp>
      <p:sp>
        <p:nvSpPr>
          <p:cNvPr id="5" name="Rectangle 67">
            <a:extLst>
              <a:ext uri="{FF2B5EF4-FFF2-40B4-BE49-F238E27FC236}">
                <a16:creationId xmlns:a16="http://schemas.microsoft.com/office/drawing/2014/main" id="{B2D75AD3-AD5C-7747-A9C2-6EF45A12CB21}"/>
              </a:ext>
            </a:extLst>
          </p:cNvPr>
          <p:cNvSpPr txBox="1">
            <a:spLocks noChangeArrowheads="1"/>
          </p:cNvSpPr>
          <p:nvPr/>
        </p:nvSpPr>
        <p:spPr>
          <a:xfrm>
            <a:off x="684201" y="1617338"/>
            <a:ext cx="5664200" cy="106113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Example: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engineering.nyu.edu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wants IP address for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gaia.cs.umass.edu</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 name="Rectangle 69">
            <a:extLst>
              <a:ext uri="{FF2B5EF4-FFF2-40B4-BE49-F238E27FC236}">
                <a16:creationId xmlns:a16="http://schemas.microsoft.com/office/drawing/2014/main" id="{EB73751A-16ED-6643-8E9C-1B1DDF5D83E6}"/>
              </a:ext>
            </a:extLst>
          </p:cNvPr>
          <p:cNvSpPr>
            <a:spLocks noChangeArrowheads="1"/>
          </p:cNvSpPr>
          <p:nvPr/>
        </p:nvSpPr>
        <p:spPr bwMode="auto">
          <a:xfrm>
            <a:off x="858433" y="2824122"/>
            <a:ext cx="4093780"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Iterated query:</a:t>
            </a:r>
          </a:p>
          <a:p>
            <a:pPr marL="342900" marR="0" lvl="0" indent="-285750" algn="l" defTabSz="914400" rtl="0" eaLnBrk="1" fontAlgn="auto" latinLnBrk="0" hangingPunct="1">
              <a:lnSpc>
                <a:spcPct val="85000"/>
              </a:lnSpc>
              <a:spcBef>
                <a:spcPts val="0"/>
              </a:spcBef>
              <a:spcAft>
                <a:spcPts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contacted server replies with name of server to contact</a:t>
            </a:r>
          </a:p>
          <a:p>
            <a:pPr marL="342900" marR="0" lvl="0" indent="-285750" algn="l" defTabSz="914400" rtl="0" eaLnBrk="1" fontAlgn="auto" latinLnBrk="0" hangingPunct="1">
              <a:lnSpc>
                <a:spcPct val="85000"/>
              </a:lnSpc>
              <a:spcBef>
                <a:spcPts val="0"/>
              </a:spcBef>
              <a:spcAft>
                <a:spcPts val="0"/>
              </a:spcAft>
              <a:buClr>
                <a:srgbClr val="000099"/>
              </a:buClr>
              <a:buSzPct val="100000"/>
              <a:buFont typeface="Wingdings" pitchFamily="2" charset="2"/>
              <a:buChar char="§"/>
              <a:tabLst/>
              <a:defRPr/>
            </a:pP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 don’t know this name, but ask this server”</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71" name="Text Box 5">
            <a:extLst>
              <a:ext uri="{FF2B5EF4-FFF2-40B4-BE49-F238E27FC236}">
                <a16:creationId xmlns:a16="http://schemas.microsoft.com/office/drawing/2014/main" id="{5980C4D7-7160-6843-9829-B4A4351B5715}"/>
              </a:ext>
            </a:extLst>
          </p:cNvPr>
          <p:cNvSpPr txBox="1">
            <a:spLocks noChangeArrowheads="1"/>
          </p:cNvSpPr>
          <p:nvPr/>
        </p:nvSpPr>
        <p:spPr bwMode="auto">
          <a:xfrm>
            <a:off x="4953226" y="3848735"/>
            <a:ext cx="185499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requesting host at</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engineering.nyu.edu</a:t>
            </a:r>
          </a:p>
        </p:txBody>
      </p:sp>
      <p:sp>
        <p:nvSpPr>
          <p:cNvPr id="172" name="Text Box 6">
            <a:extLst>
              <a:ext uri="{FF2B5EF4-FFF2-40B4-BE49-F238E27FC236}">
                <a16:creationId xmlns:a16="http://schemas.microsoft.com/office/drawing/2014/main" id="{0572A6CE-4DDA-D648-8802-F03C444E2A8C}"/>
              </a:ext>
            </a:extLst>
          </p:cNvPr>
          <p:cNvSpPr txBox="1">
            <a:spLocks noChangeArrowheads="1"/>
          </p:cNvSpPr>
          <p:nvPr/>
        </p:nvSpPr>
        <p:spPr bwMode="auto">
          <a:xfrm>
            <a:off x="10182058" y="4237785"/>
            <a:ext cx="1878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gaia.cs.umass.edu</a:t>
            </a:r>
          </a:p>
        </p:txBody>
      </p:sp>
      <p:sp>
        <p:nvSpPr>
          <p:cNvPr id="173" name="Text Box 17">
            <a:extLst>
              <a:ext uri="{FF2B5EF4-FFF2-40B4-BE49-F238E27FC236}">
                <a16:creationId xmlns:a16="http://schemas.microsoft.com/office/drawing/2014/main" id="{82144ED5-2C8E-184D-A863-C3B672AB3D76}"/>
              </a:ext>
            </a:extLst>
          </p:cNvPr>
          <p:cNvSpPr txBox="1">
            <a:spLocks noChangeArrowheads="1"/>
          </p:cNvSpPr>
          <p:nvPr/>
        </p:nvSpPr>
        <p:spPr bwMode="auto">
          <a:xfrm>
            <a:off x="8172896" y="1322438"/>
            <a:ext cx="2011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root DNS server</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Line 18">
            <a:extLst>
              <a:ext uri="{FF2B5EF4-FFF2-40B4-BE49-F238E27FC236}">
                <a16:creationId xmlns:a16="http://schemas.microsoft.com/office/drawing/2014/main" id="{0055E9E5-6DE8-1543-9989-1B8A533D4002}"/>
              </a:ext>
            </a:extLst>
          </p:cNvPr>
          <p:cNvSpPr>
            <a:spLocks noChangeShapeType="1"/>
          </p:cNvSpPr>
          <p:nvPr/>
        </p:nvSpPr>
        <p:spPr bwMode="auto">
          <a:xfrm flipV="1">
            <a:off x="6489235" y="3275781"/>
            <a:ext cx="1196994"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5" name="Line 19">
            <a:extLst>
              <a:ext uri="{FF2B5EF4-FFF2-40B4-BE49-F238E27FC236}">
                <a16:creationId xmlns:a16="http://schemas.microsoft.com/office/drawing/2014/main" id="{5959B616-2817-F149-AD5A-71429EF235D4}"/>
              </a:ext>
            </a:extLst>
          </p:cNvPr>
          <p:cNvSpPr>
            <a:spLocks noChangeShapeType="1"/>
          </p:cNvSpPr>
          <p:nvPr/>
        </p:nvSpPr>
        <p:spPr bwMode="auto">
          <a:xfrm flipV="1">
            <a:off x="7968785" y="2005693"/>
            <a:ext cx="914400" cy="9715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6" name="Line 20">
            <a:extLst>
              <a:ext uri="{FF2B5EF4-FFF2-40B4-BE49-F238E27FC236}">
                <a16:creationId xmlns:a16="http://schemas.microsoft.com/office/drawing/2014/main" id="{6EF73249-815F-C548-BC5E-38E4ACE60E79}"/>
              </a:ext>
            </a:extLst>
          </p:cNvPr>
          <p:cNvSpPr>
            <a:spLocks noChangeShapeType="1"/>
          </p:cNvSpPr>
          <p:nvPr/>
        </p:nvSpPr>
        <p:spPr bwMode="auto">
          <a:xfrm flipV="1">
            <a:off x="8254535" y="3167743"/>
            <a:ext cx="1485900" cy="9525"/>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7" name="Line 21">
            <a:extLst>
              <a:ext uri="{FF2B5EF4-FFF2-40B4-BE49-F238E27FC236}">
                <a16:creationId xmlns:a16="http://schemas.microsoft.com/office/drawing/2014/main" id="{CEC0960C-844E-6F44-83D5-7DC0B1F8A218}"/>
              </a:ext>
            </a:extLst>
          </p:cNvPr>
          <p:cNvSpPr>
            <a:spLocks noChangeShapeType="1"/>
          </p:cNvSpPr>
          <p:nvPr/>
        </p:nvSpPr>
        <p:spPr bwMode="auto">
          <a:xfrm flipH="1" flipV="1">
            <a:off x="8254535" y="3339193"/>
            <a:ext cx="1419225"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8" name="Line 22">
            <a:extLst>
              <a:ext uri="{FF2B5EF4-FFF2-40B4-BE49-F238E27FC236}">
                <a16:creationId xmlns:a16="http://schemas.microsoft.com/office/drawing/2014/main" id="{1CAC12BF-7C29-F640-93E6-9DF1650DE0DF}"/>
              </a:ext>
            </a:extLst>
          </p:cNvPr>
          <p:cNvSpPr>
            <a:spLocks noChangeShapeType="1"/>
          </p:cNvSpPr>
          <p:nvPr/>
        </p:nvSpPr>
        <p:spPr bwMode="auto">
          <a:xfrm flipH="1">
            <a:off x="8178335" y="2234293"/>
            <a:ext cx="733425" cy="76200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9" name="Line 23">
            <a:extLst>
              <a:ext uri="{FF2B5EF4-FFF2-40B4-BE49-F238E27FC236}">
                <a16:creationId xmlns:a16="http://schemas.microsoft.com/office/drawing/2014/main" id="{349E5526-4318-4744-A470-D0A69AD70F4D}"/>
              </a:ext>
            </a:extLst>
          </p:cNvPr>
          <p:cNvSpPr>
            <a:spLocks noChangeShapeType="1"/>
          </p:cNvSpPr>
          <p:nvPr/>
        </p:nvSpPr>
        <p:spPr bwMode="auto">
          <a:xfrm flipH="1">
            <a:off x="6381511" y="3439703"/>
            <a:ext cx="1319232"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80" name="Group 24">
            <a:extLst>
              <a:ext uri="{FF2B5EF4-FFF2-40B4-BE49-F238E27FC236}">
                <a16:creationId xmlns:a16="http://schemas.microsoft.com/office/drawing/2014/main" id="{25257205-98B6-614F-8BDC-3E790117BE54}"/>
              </a:ext>
            </a:extLst>
          </p:cNvPr>
          <p:cNvGrpSpPr>
            <a:grpSpLocks/>
          </p:cNvGrpSpPr>
          <p:nvPr/>
        </p:nvGrpSpPr>
        <p:grpSpPr bwMode="auto">
          <a:xfrm>
            <a:off x="6759111" y="3847199"/>
            <a:ext cx="1876425" cy="554038"/>
            <a:chOff x="2838" y="2132"/>
            <a:chExt cx="1182" cy="349"/>
          </a:xfrm>
        </p:grpSpPr>
        <p:sp>
          <p:nvSpPr>
            <p:cNvPr id="181" name="Rectangle 25">
              <a:extLst>
                <a:ext uri="{FF2B5EF4-FFF2-40B4-BE49-F238E27FC236}">
                  <a16:creationId xmlns:a16="http://schemas.microsoft.com/office/drawing/2014/main" id="{D65FCF25-F405-B748-88E8-10A3D839696D}"/>
                </a:ext>
              </a:extLst>
            </p:cNvPr>
            <p:cNvSpPr>
              <a:spLocks noChangeArrowheads="1"/>
            </p:cNvSpPr>
            <p:nvPr/>
          </p:nvSpPr>
          <p:spPr bwMode="auto">
            <a:xfrm>
              <a:off x="2838" y="2178"/>
              <a:ext cx="1182" cy="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Text Box 26">
              <a:extLst>
                <a:ext uri="{FF2B5EF4-FFF2-40B4-BE49-F238E27FC236}">
                  <a16:creationId xmlns:a16="http://schemas.microsoft.com/office/drawing/2014/main" id="{E1FF55F2-CAA3-F740-9BE9-AB0BAF4EF8AA}"/>
                </a:ext>
              </a:extLst>
            </p:cNvPr>
            <p:cNvSpPr txBox="1">
              <a:spLocks noChangeArrowheads="1"/>
            </p:cNvSpPr>
            <p:nvPr/>
          </p:nvSpPr>
          <p:spPr bwMode="auto">
            <a:xfrm>
              <a:off x="2887" y="2132"/>
              <a:ext cx="1085"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local DNS server</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dns.nyu.edu</a:t>
              </a:r>
            </a:p>
          </p:txBody>
        </p:sp>
      </p:grpSp>
      <p:sp>
        <p:nvSpPr>
          <p:cNvPr id="183" name="Text Box 27">
            <a:extLst>
              <a:ext uri="{FF2B5EF4-FFF2-40B4-BE49-F238E27FC236}">
                <a16:creationId xmlns:a16="http://schemas.microsoft.com/office/drawing/2014/main" id="{89A9D659-504E-DE4E-B6CF-35E06A82EE2D}"/>
              </a:ext>
            </a:extLst>
          </p:cNvPr>
          <p:cNvSpPr txBox="1">
            <a:spLocks noChangeArrowheads="1"/>
          </p:cNvSpPr>
          <p:nvPr/>
        </p:nvSpPr>
        <p:spPr bwMode="auto">
          <a:xfrm>
            <a:off x="6939499" y="288670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1</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4" name="Text Box 28">
            <a:extLst>
              <a:ext uri="{FF2B5EF4-FFF2-40B4-BE49-F238E27FC236}">
                <a16:creationId xmlns:a16="http://schemas.microsoft.com/office/drawing/2014/main" id="{72F042CE-6C6C-7040-AA88-05028C2434FF}"/>
              </a:ext>
            </a:extLst>
          </p:cNvPr>
          <p:cNvSpPr txBox="1">
            <a:spLocks noChangeArrowheads="1"/>
          </p:cNvSpPr>
          <p:nvPr/>
        </p:nvSpPr>
        <p:spPr bwMode="auto">
          <a:xfrm>
            <a:off x="8108485" y="222318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2</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5" name="Text Box 29">
            <a:extLst>
              <a:ext uri="{FF2B5EF4-FFF2-40B4-BE49-F238E27FC236}">
                <a16:creationId xmlns:a16="http://schemas.microsoft.com/office/drawing/2014/main" id="{E4355CE5-EFAB-8E4F-AA84-68513D8FC7D8}"/>
              </a:ext>
            </a:extLst>
          </p:cNvPr>
          <p:cNvSpPr txBox="1">
            <a:spLocks noChangeArrowheads="1"/>
          </p:cNvSpPr>
          <p:nvPr/>
        </p:nvSpPr>
        <p:spPr bwMode="auto">
          <a:xfrm>
            <a:off x="8546635" y="246130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3</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6" name="Text Box 30">
            <a:extLst>
              <a:ext uri="{FF2B5EF4-FFF2-40B4-BE49-F238E27FC236}">
                <a16:creationId xmlns:a16="http://schemas.microsoft.com/office/drawing/2014/main" id="{61F544AA-6B92-714B-84C9-4070F63CA344}"/>
              </a:ext>
            </a:extLst>
          </p:cNvPr>
          <p:cNvSpPr txBox="1">
            <a:spLocks noChangeArrowheads="1"/>
          </p:cNvSpPr>
          <p:nvPr/>
        </p:nvSpPr>
        <p:spPr bwMode="auto">
          <a:xfrm>
            <a:off x="8860960" y="287088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4</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7" name="Text Box 31">
            <a:extLst>
              <a:ext uri="{FF2B5EF4-FFF2-40B4-BE49-F238E27FC236}">
                <a16:creationId xmlns:a16="http://schemas.microsoft.com/office/drawing/2014/main" id="{30095F9A-09A7-2540-B6C0-0D32BAB456CE}"/>
              </a:ext>
            </a:extLst>
          </p:cNvPr>
          <p:cNvSpPr txBox="1">
            <a:spLocks noChangeArrowheads="1"/>
          </p:cNvSpPr>
          <p:nvPr/>
        </p:nvSpPr>
        <p:spPr bwMode="auto">
          <a:xfrm>
            <a:off x="8891123" y="335824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5</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8" name="Text Box 32">
            <a:extLst>
              <a:ext uri="{FF2B5EF4-FFF2-40B4-BE49-F238E27FC236}">
                <a16:creationId xmlns:a16="http://schemas.microsoft.com/office/drawing/2014/main" id="{AB8F7B88-B6E0-EF40-999E-00C192F32485}"/>
              </a:ext>
            </a:extLst>
          </p:cNvPr>
          <p:cNvSpPr txBox="1">
            <a:spLocks noChangeArrowheads="1"/>
          </p:cNvSpPr>
          <p:nvPr/>
        </p:nvSpPr>
        <p:spPr bwMode="auto">
          <a:xfrm>
            <a:off x="9488023" y="439805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6</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9" name="Text Box 60">
            <a:extLst>
              <a:ext uri="{FF2B5EF4-FFF2-40B4-BE49-F238E27FC236}">
                <a16:creationId xmlns:a16="http://schemas.microsoft.com/office/drawing/2014/main" id="{9260634C-BE01-F74D-BF1A-744B534DD2DB}"/>
              </a:ext>
            </a:extLst>
          </p:cNvPr>
          <p:cNvSpPr txBox="1">
            <a:spLocks noChangeArrowheads="1"/>
          </p:cNvSpPr>
          <p:nvPr/>
        </p:nvSpPr>
        <p:spPr bwMode="auto">
          <a:xfrm>
            <a:off x="8921285" y="5214030"/>
            <a:ext cx="23971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authoritative DNS server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dns.cs.umass.edu</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0" name="Text Box 61">
            <a:extLst>
              <a:ext uri="{FF2B5EF4-FFF2-40B4-BE49-F238E27FC236}">
                <a16:creationId xmlns:a16="http://schemas.microsoft.com/office/drawing/2014/main" id="{6085ED00-1F5E-0643-A173-419315EE3A9F}"/>
              </a:ext>
            </a:extLst>
          </p:cNvPr>
          <p:cNvSpPr txBox="1">
            <a:spLocks noChangeArrowheads="1"/>
          </p:cNvSpPr>
          <p:nvPr/>
        </p:nvSpPr>
        <p:spPr bwMode="auto">
          <a:xfrm>
            <a:off x="8860960" y="442821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7</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91" name="Text Box 62">
            <a:extLst>
              <a:ext uri="{FF2B5EF4-FFF2-40B4-BE49-F238E27FC236}">
                <a16:creationId xmlns:a16="http://schemas.microsoft.com/office/drawing/2014/main" id="{31298658-8B21-7440-B171-ED6F192C91C6}"/>
              </a:ext>
            </a:extLst>
          </p:cNvPr>
          <p:cNvSpPr txBox="1">
            <a:spLocks noChangeArrowheads="1"/>
          </p:cNvSpPr>
          <p:nvPr/>
        </p:nvSpPr>
        <p:spPr bwMode="auto">
          <a:xfrm>
            <a:off x="6940022" y="34705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8</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92" name="Line 63">
            <a:extLst>
              <a:ext uri="{FF2B5EF4-FFF2-40B4-BE49-F238E27FC236}">
                <a16:creationId xmlns:a16="http://schemas.microsoft.com/office/drawing/2014/main" id="{10C66233-6CC9-374E-8305-B82B34B37643}"/>
              </a:ext>
            </a:extLst>
          </p:cNvPr>
          <p:cNvSpPr>
            <a:spLocks noChangeShapeType="1"/>
          </p:cNvSpPr>
          <p:nvPr/>
        </p:nvSpPr>
        <p:spPr bwMode="auto">
          <a:xfrm>
            <a:off x="8187860" y="3499530"/>
            <a:ext cx="1493838" cy="1314450"/>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3" name="Line 64">
            <a:extLst>
              <a:ext uri="{FF2B5EF4-FFF2-40B4-BE49-F238E27FC236}">
                <a16:creationId xmlns:a16="http://schemas.microsoft.com/office/drawing/2014/main" id="{BAF9BA4A-0868-F849-BA68-582D117DCF0D}"/>
              </a:ext>
            </a:extLst>
          </p:cNvPr>
          <p:cNvSpPr>
            <a:spLocks noChangeShapeType="1"/>
          </p:cNvSpPr>
          <p:nvPr/>
        </p:nvSpPr>
        <p:spPr bwMode="auto">
          <a:xfrm flipH="1" flipV="1">
            <a:off x="8148173" y="3624943"/>
            <a:ext cx="1493837" cy="1301750"/>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4" name="Text Box 65">
            <a:extLst>
              <a:ext uri="{FF2B5EF4-FFF2-40B4-BE49-F238E27FC236}">
                <a16:creationId xmlns:a16="http://schemas.microsoft.com/office/drawing/2014/main" id="{8797BCED-3D71-5A4B-8881-BCE8144E87C2}"/>
              </a:ext>
            </a:extLst>
          </p:cNvPr>
          <p:cNvSpPr txBox="1">
            <a:spLocks noChangeArrowheads="1"/>
          </p:cNvSpPr>
          <p:nvPr/>
        </p:nvSpPr>
        <p:spPr bwMode="auto">
          <a:xfrm>
            <a:off x="8974583" y="2608490"/>
            <a:ext cx="2011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TLD DNS server</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95" name="Group 86">
            <a:extLst>
              <a:ext uri="{FF2B5EF4-FFF2-40B4-BE49-F238E27FC236}">
                <a16:creationId xmlns:a16="http://schemas.microsoft.com/office/drawing/2014/main" id="{75CA10E2-E46A-8244-A966-A51F3D99FE14}"/>
              </a:ext>
            </a:extLst>
          </p:cNvPr>
          <p:cNvGrpSpPr>
            <a:grpSpLocks/>
          </p:cNvGrpSpPr>
          <p:nvPr/>
        </p:nvGrpSpPr>
        <p:grpSpPr bwMode="auto">
          <a:xfrm flipH="1">
            <a:off x="10659797" y="4619665"/>
            <a:ext cx="787391" cy="614055"/>
            <a:chOff x="-44" y="1473"/>
            <a:chExt cx="981" cy="1105"/>
          </a:xfrm>
        </p:grpSpPr>
        <p:pic>
          <p:nvPicPr>
            <p:cNvPr id="196" name="Picture 87" descr="desktop_computer_stylized_medium">
              <a:extLst>
                <a:ext uri="{FF2B5EF4-FFF2-40B4-BE49-F238E27FC236}">
                  <a16:creationId xmlns:a16="http://schemas.microsoft.com/office/drawing/2014/main" id="{71723812-15F4-5248-BF42-895CB471A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Freeform 88">
              <a:extLst>
                <a:ext uri="{FF2B5EF4-FFF2-40B4-BE49-F238E27FC236}">
                  <a16:creationId xmlns:a16="http://schemas.microsoft.com/office/drawing/2014/main" id="{4B3596A6-2AD0-DC45-8E8C-2A75454E7B16}"/>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98" name="Group 89">
            <a:extLst>
              <a:ext uri="{FF2B5EF4-FFF2-40B4-BE49-F238E27FC236}">
                <a16:creationId xmlns:a16="http://schemas.microsoft.com/office/drawing/2014/main" id="{06C72D69-BC87-104E-99A1-1FE2BBFDF3AB}"/>
              </a:ext>
            </a:extLst>
          </p:cNvPr>
          <p:cNvGrpSpPr>
            <a:grpSpLocks/>
          </p:cNvGrpSpPr>
          <p:nvPr/>
        </p:nvGrpSpPr>
        <p:grpSpPr bwMode="auto">
          <a:xfrm>
            <a:off x="5483417" y="3053085"/>
            <a:ext cx="883580" cy="766310"/>
            <a:chOff x="-44" y="1473"/>
            <a:chExt cx="981" cy="1105"/>
          </a:xfrm>
        </p:grpSpPr>
        <p:pic>
          <p:nvPicPr>
            <p:cNvPr id="199" name="Picture 90" descr="desktop_computer_stylized_medium">
              <a:extLst>
                <a:ext uri="{FF2B5EF4-FFF2-40B4-BE49-F238E27FC236}">
                  <a16:creationId xmlns:a16="http://schemas.microsoft.com/office/drawing/2014/main" id="{8EECB2CE-1B4C-2746-A9F6-C35C4B960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Freeform 91">
              <a:extLst>
                <a:ext uri="{FF2B5EF4-FFF2-40B4-BE49-F238E27FC236}">
                  <a16:creationId xmlns:a16="http://schemas.microsoft.com/office/drawing/2014/main" id="{D65AC841-4780-A94B-9F97-1107EEE46B3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01" name="Group 125">
            <a:extLst>
              <a:ext uri="{FF2B5EF4-FFF2-40B4-BE49-F238E27FC236}">
                <a16:creationId xmlns:a16="http://schemas.microsoft.com/office/drawing/2014/main" id="{724CF7FE-3214-0741-AD8D-7483973CF725}"/>
              </a:ext>
            </a:extLst>
          </p:cNvPr>
          <p:cNvGrpSpPr>
            <a:grpSpLocks/>
          </p:cNvGrpSpPr>
          <p:nvPr/>
        </p:nvGrpSpPr>
        <p:grpSpPr bwMode="auto">
          <a:xfrm>
            <a:off x="9794410" y="4528230"/>
            <a:ext cx="390525" cy="641350"/>
            <a:chOff x="4140" y="429"/>
            <a:chExt cx="1425" cy="2396"/>
          </a:xfrm>
        </p:grpSpPr>
        <p:sp>
          <p:nvSpPr>
            <p:cNvPr id="202" name="Freeform 126">
              <a:extLst>
                <a:ext uri="{FF2B5EF4-FFF2-40B4-BE49-F238E27FC236}">
                  <a16:creationId xmlns:a16="http://schemas.microsoft.com/office/drawing/2014/main" id="{430EC70E-0BF7-F44C-8DEF-C9A33626DAB5}"/>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127">
              <a:extLst>
                <a:ext uri="{FF2B5EF4-FFF2-40B4-BE49-F238E27FC236}">
                  <a16:creationId xmlns:a16="http://schemas.microsoft.com/office/drawing/2014/main" id="{6C288CD0-9AED-1548-9DEF-7CF8E72A0FEF}"/>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4" name="Freeform 128">
              <a:extLst>
                <a:ext uri="{FF2B5EF4-FFF2-40B4-BE49-F238E27FC236}">
                  <a16:creationId xmlns:a16="http://schemas.microsoft.com/office/drawing/2014/main" id="{08551039-74E8-F44D-8449-133AF9BF857D}"/>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5" name="Freeform 129">
              <a:extLst>
                <a:ext uri="{FF2B5EF4-FFF2-40B4-BE49-F238E27FC236}">
                  <a16:creationId xmlns:a16="http://schemas.microsoft.com/office/drawing/2014/main" id="{D41FFC6C-D9E1-E74F-BF15-4894E774B64F}"/>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130">
              <a:extLst>
                <a:ext uri="{FF2B5EF4-FFF2-40B4-BE49-F238E27FC236}">
                  <a16:creationId xmlns:a16="http://schemas.microsoft.com/office/drawing/2014/main" id="{4AA5429D-F727-884E-96D1-EA63944E58CA}"/>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7" name="Group 131">
              <a:extLst>
                <a:ext uri="{FF2B5EF4-FFF2-40B4-BE49-F238E27FC236}">
                  <a16:creationId xmlns:a16="http://schemas.microsoft.com/office/drawing/2014/main" id="{9CE31B7B-945E-6B44-B446-849D24418C13}"/>
                </a:ext>
              </a:extLst>
            </p:cNvPr>
            <p:cNvGrpSpPr>
              <a:grpSpLocks/>
            </p:cNvGrpSpPr>
            <p:nvPr/>
          </p:nvGrpSpPr>
          <p:grpSpPr bwMode="auto">
            <a:xfrm>
              <a:off x="4749" y="668"/>
              <a:ext cx="581" cy="145"/>
              <a:chOff x="614" y="2568"/>
              <a:chExt cx="725" cy="139"/>
            </a:xfrm>
          </p:grpSpPr>
          <p:sp>
            <p:nvSpPr>
              <p:cNvPr id="232" name="AutoShape 132">
                <a:extLst>
                  <a:ext uri="{FF2B5EF4-FFF2-40B4-BE49-F238E27FC236}">
                    <a16:creationId xmlns:a16="http://schemas.microsoft.com/office/drawing/2014/main" id="{FA2F0F31-D516-1C43-8236-266B26AEF700}"/>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3" name="AutoShape 133">
                <a:extLst>
                  <a:ext uri="{FF2B5EF4-FFF2-40B4-BE49-F238E27FC236}">
                    <a16:creationId xmlns:a16="http://schemas.microsoft.com/office/drawing/2014/main" id="{6EC2A0FB-C35E-CF41-B938-33BF0264E127}"/>
                  </a:ext>
                </a:extLst>
              </p:cNvPr>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08" name="Rectangle 134">
              <a:extLst>
                <a:ext uri="{FF2B5EF4-FFF2-40B4-BE49-F238E27FC236}">
                  <a16:creationId xmlns:a16="http://schemas.microsoft.com/office/drawing/2014/main" id="{9298A98E-EDE0-4B4A-9352-BE6FAE720E5D}"/>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9" name="Group 135">
              <a:extLst>
                <a:ext uri="{FF2B5EF4-FFF2-40B4-BE49-F238E27FC236}">
                  <a16:creationId xmlns:a16="http://schemas.microsoft.com/office/drawing/2014/main" id="{C311DEB1-8226-3E48-8DA5-613E18CFA3A2}"/>
                </a:ext>
              </a:extLst>
            </p:cNvPr>
            <p:cNvGrpSpPr>
              <a:grpSpLocks/>
            </p:cNvGrpSpPr>
            <p:nvPr/>
          </p:nvGrpSpPr>
          <p:grpSpPr bwMode="auto">
            <a:xfrm>
              <a:off x="4747" y="994"/>
              <a:ext cx="581" cy="134"/>
              <a:chOff x="614" y="2568"/>
              <a:chExt cx="725" cy="139"/>
            </a:xfrm>
          </p:grpSpPr>
          <p:sp>
            <p:nvSpPr>
              <p:cNvPr id="230" name="AutoShape 136">
                <a:extLst>
                  <a:ext uri="{FF2B5EF4-FFF2-40B4-BE49-F238E27FC236}">
                    <a16:creationId xmlns:a16="http://schemas.microsoft.com/office/drawing/2014/main" id="{E45D0285-F719-874E-AD50-E3F288277507}"/>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1" name="AutoShape 137">
                <a:extLst>
                  <a:ext uri="{FF2B5EF4-FFF2-40B4-BE49-F238E27FC236}">
                    <a16:creationId xmlns:a16="http://schemas.microsoft.com/office/drawing/2014/main" id="{BE16FE12-6196-EF46-A169-0C2675EA5172}"/>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0" name="Rectangle 138">
              <a:extLst>
                <a:ext uri="{FF2B5EF4-FFF2-40B4-BE49-F238E27FC236}">
                  <a16:creationId xmlns:a16="http://schemas.microsoft.com/office/drawing/2014/main" id="{A7531C2D-AF11-3642-9C87-3B93BEDD636F}"/>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1" name="Rectangle 139">
              <a:extLst>
                <a:ext uri="{FF2B5EF4-FFF2-40B4-BE49-F238E27FC236}">
                  <a16:creationId xmlns:a16="http://schemas.microsoft.com/office/drawing/2014/main" id="{06C1B7AC-1454-714B-A50F-7F9B42D779C2}"/>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2" name="Group 140">
              <a:extLst>
                <a:ext uri="{FF2B5EF4-FFF2-40B4-BE49-F238E27FC236}">
                  <a16:creationId xmlns:a16="http://schemas.microsoft.com/office/drawing/2014/main" id="{86C62EBF-E65E-4D4B-884D-BA39C6A8B294}"/>
                </a:ext>
              </a:extLst>
            </p:cNvPr>
            <p:cNvGrpSpPr>
              <a:grpSpLocks/>
            </p:cNvGrpSpPr>
            <p:nvPr/>
          </p:nvGrpSpPr>
          <p:grpSpPr bwMode="auto">
            <a:xfrm>
              <a:off x="4735" y="1627"/>
              <a:ext cx="582" cy="151"/>
              <a:chOff x="614" y="2568"/>
              <a:chExt cx="725" cy="139"/>
            </a:xfrm>
          </p:grpSpPr>
          <p:sp>
            <p:nvSpPr>
              <p:cNvPr id="228" name="AutoShape 141">
                <a:extLst>
                  <a:ext uri="{FF2B5EF4-FFF2-40B4-BE49-F238E27FC236}">
                    <a16:creationId xmlns:a16="http://schemas.microsoft.com/office/drawing/2014/main" id="{A3E87978-B7EB-E644-B3A8-D8FDCF7E81E2}"/>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9" name="AutoShape 142">
                <a:extLst>
                  <a:ext uri="{FF2B5EF4-FFF2-40B4-BE49-F238E27FC236}">
                    <a16:creationId xmlns:a16="http://schemas.microsoft.com/office/drawing/2014/main" id="{91E0D4CD-2CBB-DD47-8147-BE3E03C9659B}"/>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3" name="Freeform 143">
              <a:extLst>
                <a:ext uri="{FF2B5EF4-FFF2-40B4-BE49-F238E27FC236}">
                  <a16:creationId xmlns:a16="http://schemas.microsoft.com/office/drawing/2014/main" id="{0D682965-15A3-3541-A789-479A4780020A}"/>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4" name="Group 144">
              <a:extLst>
                <a:ext uri="{FF2B5EF4-FFF2-40B4-BE49-F238E27FC236}">
                  <a16:creationId xmlns:a16="http://schemas.microsoft.com/office/drawing/2014/main" id="{0C8D690A-21E1-4146-83A5-7245CAEA839E}"/>
                </a:ext>
              </a:extLst>
            </p:cNvPr>
            <p:cNvGrpSpPr>
              <a:grpSpLocks/>
            </p:cNvGrpSpPr>
            <p:nvPr/>
          </p:nvGrpSpPr>
          <p:grpSpPr bwMode="auto">
            <a:xfrm>
              <a:off x="4739" y="1327"/>
              <a:ext cx="582" cy="139"/>
              <a:chOff x="614" y="2568"/>
              <a:chExt cx="725" cy="139"/>
            </a:xfrm>
          </p:grpSpPr>
          <p:sp>
            <p:nvSpPr>
              <p:cNvPr id="226" name="AutoShape 145">
                <a:extLst>
                  <a:ext uri="{FF2B5EF4-FFF2-40B4-BE49-F238E27FC236}">
                    <a16:creationId xmlns:a16="http://schemas.microsoft.com/office/drawing/2014/main" id="{7C15E592-E347-A846-AC9F-C18905A61775}"/>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7" name="AutoShape 146">
                <a:extLst>
                  <a:ext uri="{FF2B5EF4-FFF2-40B4-BE49-F238E27FC236}">
                    <a16:creationId xmlns:a16="http://schemas.microsoft.com/office/drawing/2014/main" id="{3D0AF765-217C-594C-B21E-869B0884A29A}"/>
                  </a:ext>
                </a:extLst>
              </p:cNvPr>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5" name="Rectangle 147">
              <a:extLst>
                <a:ext uri="{FF2B5EF4-FFF2-40B4-BE49-F238E27FC236}">
                  <a16:creationId xmlns:a16="http://schemas.microsoft.com/office/drawing/2014/main" id="{4C635A33-8E8F-7D44-92DB-F6F09BFD8CF3}"/>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6" name="Freeform 148">
              <a:extLst>
                <a:ext uri="{FF2B5EF4-FFF2-40B4-BE49-F238E27FC236}">
                  <a16:creationId xmlns:a16="http://schemas.microsoft.com/office/drawing/2014/main" id="{4B503159-D00F-C640-B18B-72CCC4B303A9}"/>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7" name="Freeform 149">
              <a:extLst>
                <a:ext uri="{FF2B5EF4-FFF2-40B4-BE49-F238E27FC236}">
                  <a16:creationId xmlns:a16="http://schemas.microsoft.com/office/drawing/2014/main" id="{83A278D9-086C-BE47-BA0D-A1CB49B9DC52}"/>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8" name="Oval 150">
              <a:extLst>
                <a:ext uri="{FF2B5EF4-FFF2-40B4-BE49-F238E27FC236}">
                  <a16:creationId xmlns:a16="http://schemas.microsoft.com/office/drawing/2014/main" id="{71B59C46-33D8-EC4A-A0CA-4AF6B7EE7363}"/>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9" name="Freeform 151">
              <a:extLst>
                <a:ext uri="{FF2B5EF4-FFF2-40B4-BE49-F238E27FC236}">
                  <a16:creationId xmlns:a16="http://schemas.microsoft.com/office/drawing/2014/main" id="{3C577FAB-12B4-CA48-B90D-D923F716873D}"/>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0" name="AutoShape 152">
              <a:extLst>
                <a:ext uri="{FF2B5EF4-FFF2-40B4-BE49-F238E27FC236}">
                  <a16:creationId xmlns:a16="http://schemas.microsoft.com/office/drawing/2014/main" id="{0744BC6B-A26A-7E49-A677-B90EDB08F57C}"/>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1" name="AutoShape 153">
              <a:extLst>
                <a:ext uri="{FF2B5EF4-FFF2-40B4-BE49-F238E27FC236}">
                  <a16:creationId xmlns:a16="http://schemas.microsoft.com/office/drawing/2014/main" id="{574AC8BD-9D1C-FB42-BD21-1A786B862E34}"/>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2" name="Oval 154">
              <a:extLst>
                <a:ext uri="{FF2B5EF4-FFF2-40B4-BE49-F238E27FC236}">
                  <a16:creationId xmlns:a16="http://schemas.microsoft.com/office/drawing/2014/main" id="{5AFE8D2C-0569-3047-AB73-8A9B37AF1F22}"/>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3" name="Oval 155">
              <a:extLst>
                <a:ext uri="{FF2B5EF4-FFF2-40B4-BE49-F238E27FC236}">
                  <a16:creationId xmlns:a16="http://schemas.microsoft.com/office/drawing/2014/main" id="{83B0123B-44CF-B845-B272-496DEB2388A1}"/>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24" name="Oval 156">
              <a:extLst>
                <a:ext uri="{FF2B5EF4-FFF2-40B4-BE49-F238E27FC236}">
                  <a16:creationId xmlns:a16="http://schemas.microsoft.com/office/drawing/2014/main" id="{FF7ABF78-07FF-FD40-9233-2EC92E7CBA90}"/>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5" name="Rectangle 157">
              <a:extLst>
                <a:ext uri="{FF2B5EF4-FFF2-40B4-BE49-F238E27FC236}">
                  <a16:creationId xmlns:a16="http://schemas.microsoft.com/office/drawing/2014/main" id="{D41F5C27-E8BB-6440-8D30-59C3961E0B1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34" name="Group 158">
            <a:extLst>
              <a:ext uri="{FF2B5EF4-FFF2-40B4-BE49-F238E27FC236}">
                <a16:creationId xmlns:a16="http://schemas.microsoft.com/office/drawing/2014/main" id="{AEB56919-E56B-7E4E-A7D7-98A288C3B252}"/>
              </a:ext>
            </a:extLst>
          </p:cNvPr>
          <p:cNvGrpSpPr>
            <a:grpSpLocks/>
          </p:cNvGrpSpPr>
          <p:nvPr/>
        </p:nvGrpSpPr>
        <p:grpSpPr bwMode="auto">
          <a:xfrm>
            <a:off x="7790985" y="3015343"/>
            <a:ext cx="390525" cy="641350"/>
            <a:chOff x="4140" y="429"/>
            <a:chExt cx="1425" cy="2396"/>
          </a:xfrm>
        </p:grpSpPr>
        <p:sp>
          <p:nvSpPr>
            <p:cNvPr id="235" name="Freeform 159">
              <a:extLst>
                <a:ext uri="{FF2B5EF4-FFF2-40B4-BE49-F238E27FC236}">
                  <a16:creationId xmlns:a16="http://schemas.microsoft.com/office/drawing/2014/main" id="{86964676-09BA-2F4D-8E07-76EACFD1A54A}"/>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6" name="Rectangle 160">
              <a:extLst>
                <a:ext uri="{FF2B5EF4-FFF2-40B4-BE49-F238E27FC236}">
                  <a16:creationId xmlns:a16="http://schemas.microsoft.com/office/drawing/2014/main" id="{FFAAD933-7081-1940-82D8-3553DCB0848F}"/>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7" name="Freeform 161">
              <a:extLst>
                <a:ext uri="{FF2B5EF4-FFF2-40B4-BE49-F238E27FC236}">
                  <a16:creationId xmlns:a16="http://schemas.microsoft.com/office/drawing/2014/main" id="{D61BDCB9-8C30-1C44-A8F2-0EC386728742}"/>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8" name="Freeform 162">
              <a:extLst>
                <a:ext uri="{FF2B5EF4-FFF2-40B4-BE49-F238E27FC236}">
                  <a16:creationId xmlns:a16="http://schemas.microsoft.com/office/drawing/2014/main" id="{3E122E01-84B9-6E48-861A-BEEBD7F67210}"/>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9" name="Rectangle 163">
              <a:extLst>
                <a:ext uri="{FF2B5EF4-FFF2-40B4-BE49-F238E27FC236}">
                  <a16:creationId xmlns:a16="http://schemas.microsoft.com/office/drawing/2014/main" id="{3AD89C6E-5869-C84E-94DF-DD538886311B}"/>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0" name="Group 164">
              <a:extLst>
                <a:ext uri="{FF2B5EF4-FFF2-40B4-BE49-F238E27FC236}">
                  <a16:creationId xmlns:a16="http://schemas.microsoft.com/office/drawing/2014/main" id="{919F3CC7-4090-E54D-9BA9-E092A8C81028}"/>
                </a:ext>
              </a:extLst>
            </p:cNvPr>
            <p:cNvGrpSpPr>
              <a:grpSpLocks/>
            </p:cNvGrpSpPr>
            <p:nvPr/>
          </p:nvGrpSpPr>
          <p:grpSpPr bwMode="auto">
            <a:xfrm>
              <a:off x="4749" y="668"/>
              <a:ext cx="581" cy="145"/>
              <a:chOff x="614" y="2568"/>
              <a:chExt cx="725" cy="139"/>
            </a:xfrm>
          </p:grpSpPr>
          <p:sp>
            <p:nvSpPr>
              <p:cNvPr id="265" name="AutoShape 165">
                <a:extLst>
                  <a:ext uri="{FF2B5EF4-FFF2-40B4-BE49-F238E27FC236}">
                    <a16:creationId xmlns:a16="http://schemas.microsoft.com/office/drawing/2014/main" id="{EAE6002E-6A1D-0B48-BA81-7D9DEC70453A}"/>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6" name="AutoShape 166">
                <a:extLst>
                  <a:ext uri="{FF2B5EF4-FFF2-40B4-BE49-F238E27FC236}">
                    <a16:creationId xmlns:a16="http://schemas.microsoft.com/office/drawing/2014/main" id="{CAA5444A-9857-9149-867E-5562C085E14D}"/>
                  </a:ext>
                </a:extLst>
              </p:cNvPr>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1" name="Rectangle 167">
              <a:extLst>
                <a:ext uri="{FF2B5EF4-FFF2-40B4-BE49-F238E27FC236}">
                  <a16:creationId xmlns:a16="http://schemas.microsoft.com/office/drawing/2014/main" id="{93E34643-2646-D44C-9D6D-91A5B1C18A70}"/>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2" name="Group 168">
              <a:extLst>
                <a:ext uri="{FF2B5EF4-FFF2-40B4-BE49-F238E27FC236}">
                  <a16:creationId xmlns:a16="http://schemas.microsoft.com/office/drawing/2014/main" id="{652E8D93-E5DE-A34F-9D29-89AB07D0566D}"/>
                </a:ext>
              </a:extLst>
            </p:cNvPr>
            <p:cNvGrpSpPr>
              <a:grpSpLocks/>
            </p:cNvGrpSpPr>
            <p:nvPr/>
          </p:nvGrpSpPr>
          <p:grpSpPr bwMode="auto">
            <a:xfrm>
              <a:off x="4747" y="994"/>
              <a:ext cx="581" cy="134"/>
              <a:chOff x="614" y="2568"/>
              <a:chExt cx="725" cy="139"/>
            </a:xfrm>
          </p:grpSpPr>
          <p:sp>
            <p:nvSpPr>
              <p:cNvPr id="263" name="AutoShape 169">
                <a:extLst>
                  <a:ext uri="{FF2B5EF4-FFF2-40B4-BE49-F238E27FC236}">
                    <a16:creationId xmlns:a16="http://schemas.microsoft.com/office/drawing/2014/main" id="{AA26172B-FDFE-3D4E-9541-B9BC052C10D3}"/>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AutoShape 170">
                <a:extLst>
                  <a:ext uri="{FF2B5EF4-FFF2-40B4-BE49-F238E27FC236}">
                    <a16:creationId xmlns:a16="http://schemas.microsoft.com/office/drawing/2014/main" id="{521BB6A8-6D33-7E40-B79B-A911E9D1C5DD}"/>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3" name="Rectangle 171">
              <a:extLst>
                <a:ext uri="{FF2B5EF4-FFF2-40B4-BE49-F238E27FC236}">
                  <a16:creationId xmlns:a16="http://schemas.microsoft.com/office/drawing/2014/main" id="{FF73D9CC-AAAC-D341-85A2-89BC26B91B86}"/>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4" name="Rectangle 172">
              <a:extLst>
                <a:ext uri="{FF2B5EF4-FFF2-40B4-BE49-F238E27FC236}">
                  <a16:creationId xmlns:a16="http://schemas.microsoft.com/office/drawing/2014/main" id="{B810EEDB-015F-FD45-9174-E980EC5FAAC1}"/>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5" name="Group 173">
              <a:extLst>
                <a:ext uri="{FF2B5EF4-FFF2-40B4-BE49-F238E27FC236}">
                  <a16:creationId xmlns:a16="http://schemas.microsoft.com/office/drawing/2014/main" id="{2E72AE40-DCC2-4948-AD2E-564A2B8A82AA}"/>
                </a:ext>
              </a:extLst>
            </p:cNvPr>
            <p:cNvGrpSpPr>
              <a:grpSpLocks/>
            </p:cNvGrpSpPr>
            <p:nvPr/>
          </p:nvGrpSpPr>
          <p:grpSpPr bwMode="auto">
            <a:xfrm>
              <a:off x="4735" y="1627"/>
              <a:ext cx="582" cy="151"/>
              <a:chOff x="614" y="2568"/>
              <a:chExt cx="725" cy="139"/>
            </a:xfrm>
          </p:grpSpPr>
          <p:sp>
            <p:nvSpPr>
              <p:cNvPr id="261" name="AutoShape 174">
                <a:extLst>
                  <a:ext uri="{FF2B5EF4-FFF2-40B4-BE49-F238E27FC236}">
                    <a16:creationId xmlns:a16="http://schemas.microsoft.com/office/drawing/2014/main" id="{D9D1958B-0DAA-074E-A39D-ABDA1EA5B0E0}"/>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2" name="AutoShape 175">
                <a:extLst>
                  <a:ext uri="{FF2B5EF4-FFF2-40B4-BE49-F238E27FC236}">
                    <a16:creationId xmlns:a16="http://schemas.microsoft.com/office/drawing/2014/main" id="{8EFD2DEF-75B3-4B4C-BB17-5FDA1DFD916E}"/>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6" name="Freeform 176">
              <a:extLst>
                <a:ext uri="{FF2B5EF4-FFF2-40B4-BE49-F238E27FC236}">
                  <a16:creationId xmlns:a16="http://schemas.microsoft.com/office/drawing/2014/main" id="{A52917D9-2F4F-8A4E-A096-B778F3B9769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7" name="Group 177">
              <a:extLst>
                <a:ext uri="{FF2B5EF4-FFF2-40B4-BE49-F238E27FC236}">
                  <a16:creationId xmlns:a16="http://schemas.microsoft.com/office/drawing/2014/main" id="{8476C934-1025-054C-BF2F-A686380677C4}"/>
                </a:ext>
              </a:extLst>
            </p:cNvPr>
            <p:cNvGrpSpPr>
              <a:grpSpLocks/>
            </p:cNvGrpSpPr>
            <p:nvPr/>
          </p:nvGrpSpPr>
          <p:grpSpPr bwMode="auto">
            <a:xfrm>
              <a:off x="4739" y="1327"/>
              <a:ext cx="582" cy="139"/>
              <a:chOff x="614" y="2568"/>
              <a:chExt cx="725" cy="139"/>
            </a:xfrm>
          </p:grpSpPr>
          <p:sp>
            <p:nvSpPr>
              <p:cNvPr id="259" name="AutoShape 178">
                <a:extLst>
                  <a:ext uri="{FF2B5EF4-FFF2-40B4-BE49-F238E27FC236}">
                    <a16:creationId xmlns:a16="http://schemas.microsoft.com/office/drawing/2014/main" id="{8DF96225-9AB2-AB48-9090-A03A165D9032}"/>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0" name="AutoShape 179">
                <a:extLst>
                  <a:ext uri="{FF2B5EF4-FFF2-40B4-BE49-F238E27FC236}">
                    <a16:creationId xmlns:a16="http://schemas.microsoft.com/office/drawing/2014/main" id="{B48F8DCA-7FC5-4D49-89FD-957B141759A4}"/>
                  </a:ext>
                </a:extLst>
              </p:cNvPr>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8" name="Rectangle 180">
              <a:extLst>
                <a:ext uri="{FF2B5EF4-FFF2-40B4-BE49-F238E27FC236}">
                  <a16:creationId xmlns:a16="http://schemas.microsoft.com/office/drawing/2014/main" id="{82DD01ED-CC62-8E44-B4AF-5AB162B45768}"/>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9" name="Freeform 181">
              <a:extLst>
                <a:ext uri="{FF2B5EF4-FFF2-40B4-BE49-F238E27FC236}">
                  <a16:creationId xmlns:a16="http://schemas.microsoft.com/office/drawing/2014/main" id="{02E0A0DA-75BD-A54E-BFBE-1053BAA47ACC}"/>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0" name="Freeform 182">
              <a:extLst>
                <a:ext uri="{FF2B5EF4-FFF2-40B4-BE49-F238E27FC236}">
                  <a16:creationId xmlns:a16="http://schemas.microsoft.com/office/drawing/2014/main" id="{553CF65B-1E90-FF47-BBE8-B5344DE42874}"/>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1" name="Oval 183">
              <a:extLst>
                <a:ext uri="{FF2B5EF4-FFF2-40B4-BE49-F238E27FC236}">
                  <a16:creationId xmlns:a16="http://schemas.microsoft.com/office/drawing/2014/main" id="{1CFB15AC-59D4-2B42-9567-80D6F30EC5B3}"/>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2" name="Freeform 184">
              <a:extLst>
                <a:ext uri="{FF2B5EF4-FFF2-40B4-BE49-F238E27FC236}">
                  <a16:creationId xmlns:a16="http://schemas.microsoft.com/office/drawing/2014/main" id="{377D0A48-37B0-984B-9D70-F4CA7EE8ACE4}"/>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AutoShape 185">
              <a:extLst>
                <a:ext uri="{FF2B5EF4-FFF2-40B4-BE49-F238E27FC236}">
                  <a16:creationId xmlns:a16="http://schemas.microsoft.com/office/drawing/2014/main" id="{1DF08F1A-8088-4349-B9B6-80E5278DDB04}"/>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AutoShape 186">
              <a:extLst>
                <a:ext uri="{FF2B5EF4-FFF2-40B4-BE49-F238E27FC236}">
                  <a16:creationId xmlns:a16="http://schemas.microsoft.com/office/drawing/2014/main" id="{AB1FF07F-165E-5C42-A46F-20C492B2AFAF}"/>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 name="Oval 187">
              <a:extLst>
                <a:ext uri="{FF2B5EF4-FFF2-40B4-BE49-F238E27FC236}">
                  <a16:creationId xmlns:a16="http://schemas.microsoft.com/office/drawing/2014/main" id="{246533F9-312A-7949-B6A5-04845D4051FD}"/>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6" name="Oval 188">
              <a:extLst>
                <a:ext uri="{FF2B5EF4-FFF2-40B4-BE49-F238E27FC236}">
                  <a16:creationId xmlns:a16="http://schemas.microsoft.com/office/drawing/2014/main" id="{97B4BE6D-9A58-6C4D-98DB-90F92956E1C8}"/>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57" name="Oval 189">
              <a:extLst>
                <a:ext uri="{FF2B5EF4-FFF2-40B4-BE49-F238E27FC236}">
                  <a16:creationId xmlns:a16="http://schemas.microsoft.com/office/drawing/2014/main" id="{B4E35ECA-82AF-A74F-9E87-BC1C1318FEF5}"/>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8" name="Rectangle 190">
              <a:extLst>
                <a:ext uri="{FF2B5EF4-FFF2-40B4-BE49-F238E27FC236}">
                  <a16:creationId xmlns:a16="http://schemas.microsoft.com/office/drawing/2014/main" id="{32338498-7D1E-F249-A1B6-782EAA13ADB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7" name="Group 224">
            <a:extLst>
              <a:ext uri="{FF2B5EF4-FFF2-40B4-BE49-F238E27FC236}">
                <a16:creationId xmlns:a16="http://schemas.microsoft.com/office/drawing/2014/main" id="{3B18C9CF-4DB3-9A45-9F2E-A9E7637C3843}"/>
              </a:ext>
            </a:extLst>
          </p:cNvPr>
          <p:cNvGrpSpPr>
            <a:grpSpLocks/>
          </p:cNvGrpSpPr>
          <p:nvPr/>
        </p:nvGrpSpPr>
        <p:grpSpPr bwMode="auto">
          <a:xfrm>
            <a:off x="8945098" y="1753280"/>
            <a:ext cx="390525" cy="641350"/>
            <a:chOff x="4140" y="429"/>
            <a:chExt cx="1425" cy="2396"/>
          </a:xfrm>
        </p:grpSpPr>
        <p:sp>
          <p:nvSpPr>
            <p:cNvPr id="268" name="Freeform 225">
              <a:extLst>
                <a:ext uri="{FF2B5EF4-FFF2-40B4-BE49-F238E27FC236}">
                  <a16:creationId xmlns:a16="http://schemas.microsoft.com/office/drawing/2014/main" id="{8DE393E4-949F-5A47-87BC-37206D62F2A1}"/>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9" name="Rectangle 226">
              <a:extLst>
                <a:ext uri="{FF2B5EF4-FFF2-40B4-BE49-F238E27FC236}">
                  <a16:creationId xmlns:a16="http://schemas.microsoft.com/office/drawing/2014/main" id="{45AACD86-831C-7245-8042-0EAB26DDB86A}"/>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0" name="Freeform 227">
              <a:extLst>
                <a:ext uri="{FF2B5EF4-FFF2-40B4-BE49-F238E27FC236}">
                  <a16:creationId xmlns:a16="http://schemas.microsoft.com/office/drawing/2014/main" id="{641EE52D-59FB-874A-8BE7-992D8AB3828E}"/>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1" name="Freeform 228">
              <a:extLst>
                <a:ext uri="{FF2B5EF4-FFF2-40B4-BE49-F238E27FC236}">
                  <a16:creationId xmlns:a16="http://schemas.microsoft.com/office/drawing/2014/main" id="{745C23B7-E3E7-3244-8E92-2A519BCE450C}"/>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2" name="Rectangle 229">
              <a:extLst>
                <a:ext uri="{FF2B5EF4-FFF2-40B4-BE49-F238E27FC236}">
                  <a16:creationId xmlns:a16="http://schemas.microsoft.com/office/drawing/2014/main" id="{53F1BA0D-FC18-8F40-B02C-5E5456D41E93}"/>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3" name="Group 230">
              <a:extLst>
                <a:ext uri="{FF2B5EF4-FFF2-40B4-BE49-F238E27FC236}">
                  <a16:creationId xmlns:a16="http://schemas.microsoft.com/office/drawing/2014/main" id="{3BF69572-674D-F94F-AF3E-6360341D0997}"/>
                </a:ext>
              </a:extLst>
            </p:cNvPr>
            <p:cNvGrpSpPr>
              <a:grpSpLocks/>
            </p:cNvGrpSpPr>
            <p:nvPr/>
          </p:nvGrpSpPr>
          <p:grpSpPr bwMode="auto">
            <a:xfrm>
              <a:off x="4749" y="668"/>
              <a:ext cx="581" cy="145"/>
              <a:chOff x="614" y="2568"/>
              <a:chExt cx="725" cy="139"/>
            </a:xfrm>
          </p:grpSpPr>
          <p:sp>
            <p:nvSpPr>
              <p:cNvPr id="298" name="AutoShape 231">
                <a:extLst>
                  <a:ext uri="{FF2B5EF4-FFF2-40B4-BE49-F238E27FC236}">
                    <a16:creationId xmlns:a16="http://schemas.microsoft.com/office/drawing/2014/main" id="{7A3AB9B6-ED54-E640-B88B-6349E66AEC34}"/>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9" name="AutoShape 232">
                <a:extLst>
                  <a:ext uri="{FF2B5EF4-FFF2-40B4-BE49-F238E27FC236}">
                    <a16:creationId xmlns:a16="http://schemas.microsoft.com/office/drawing/2014/main" id="{41885595-164B-5A49-B50B-F202B13B92B8}"/>
                  </a:ext>
                </a:extLst>
              </p:cNvPr>
              <p:cNvSpPr>
                <a:spLocks noChangeArrowheads="1"/>
              </p:cNvSpPr>
              <p:nvPr/>
            </p:nvSpPr>
            <p:spPr bwMode="auto">
              <a:xfrm>
                <a:off x="627"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4" name="Rectangle 233">
              <a:extLst>
                <a:ext uri="{FF2B5EF4-FFF2-40B4-BE49-F238E27FC236}">
                  <a16:creationId xmlns:a16="http://schemas.microsoft.com/office/drawing/2014/main" id="{1DC47301-CD25-F742-824D-B95A7C78B145}"/>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5" name="Group 234">
              <a:extLst>
                <a:ext uri="{FF2B5EF4-FFF2-40B4-BE49-F238E27FC236}">
                  <a16:creationId xmlns:a16="http://schemas.microsoft.com/office/drawing/2014/main" id="{ABA534FC-B51E-B545-893B-AA2D360102D0}"/>
                </a:ext>
              </a:extLst>
            </p:cNvPr>
            <p:cNvGrpSpPr>
              <a:grpSpLocks/>
            </p:cNvGrpSpPr>
            <p:nvPr/>
          </p:nvGrpSpPr>
          <p:grpSpPr bwMode="auto">
            <a:xfrm>
              <a:off x="4747" y="994"/>
              <a:ext cx="581" cy="134"/>
              <a:chOff x="614" y="2568"/>
              <a:chExt cx="725" cy="139"/>
            </a:xfrm>
          </p:grpSpPr>
          <p:sp>
            <p:nvSpPr>
              <p:cNvPr id="296" name="AutoShape 235">
                <a:extLst>
                  <a:ext uri="{FF2B5EF4-FFF2-40B4-BE49-F238E27FC236}">
                    <a16:creationId xmlns:a16="http://schemas.microsoft.com/office/drawing/2014/main" id="{BF3259EE-323A-7B46-BA99-522FF89692DE}"/>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AutoShape 236">
                <a:extLst>
                  <a:ext uri="{FF2B5EF4-FFF2-40B4-BE49-F238E27FC236}">
                    <a16:creationId xmlns:a16="http://schemas.microsoft.com/office/drawing/2014/main" id="{773E2C4B-E371-8849-89F1-CB3467DA2283}"/>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6" name="Rectangle 237">
              <a:extLst>
                <a:ext uri="{FF2B5EF4-FFF2-40B4-BE49-F238E27FC236}">
                  <a16:creationId xmlns:a16="http://schemas.microsoft.com/office/drawing/2014/main" id="{65673162-6BD4-FA45-AD7B-65DCCB503847}"/>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7" name="Rectangle 238">
              <a:extLst>
                <a:ext uri="{FF2B5EF4-FFF2-40B4-BE49-F238E27FC236}">
                  <a16:creationId xmlns:a16="http://schemas.microsoft.com/office/drawing/2014/main" id="{EB910949-1BF1-2E43-B251-2F5F6D2BC577}"/>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8" name="Group 239">
              <a:extLst>
                <a:ext uri="{FF2B5EF4-FFF2-40B4-BE49-F238E27FC236}">
                  <a16:creationId xmlns:a16="http://schemas.microsoft.com/office/drawing/2014/main" id="{4ABA0E07-42B3-1C4B-A798-B21B74119139}"/>
                </a:ext>
              </a:extLst>
            </p:cNvPr>
            <p:cNvGrpSpPr>
              <a:grpSpLocks/>
            </p:cNvGrpSpPr>
            <p:nvPr/>
          </p:nvGrpSpPr>
          <p:grpSpPr bwMode="auto">
            <a:xfrm>
              <a:off x="4735" y="1627"/>
              <a:ext cx="582" cy="151"/>
              <a:chOff x="614" y="2568"/>
              <a:chExt cx="725" cy="139"/>
            </a:xfrm>
          </p:grpSpPr>
          <p:sp>
            <p:nvSpPr>
              <p:cNvPr id="294" name="AutoShape 240">
                <a:extLst>
                  <a:ext uri="{FF2B5EF4-FFF2-40B4-BE49-F238E27FC236}">
                    <a16:creationId xmlns:a16="http://schemas.microsoft.com/office/drawing/2014/main" id="{833C6885-DF73-A44C-AF35-71696A34447D}"/>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AutoShape 241">
                <a:extLst>
                  <a:ext uri="{FF2B5EF4-FFF2-40B4-BE49-F238E27FC236}">
                    <a16:creationId xmlns:a16="http://schemas.microsoft.com/office/drawing/2014/main" id="{00053469-6811-F146-9041-0E9ADB93CF5D}"/>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9" name="Freeform 242">
              <a:extLst>
                <a:ext uri="{FF2B5EF4-FFF2-40B4-BE49-F238E27FC236}">
                  <a16:creationId xmlns:a16="http://schemas.microsoft.com/office/drawing/2014/main" id="{E93D621E-BD5E-4F41-B292-1FF1D9FD9897}"/>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80" name="Group 243">
              <a:extLst>
                <a:ext uri="{FF2B5EF4-FFF2-40B4-BE49-F238E27FC236}">
                  <a16:creationId xmlns:a16="http://schemas.microsoft.com/office/drawing/2014/main" id="{D2A4152B-1063-5545-AFB4-C764C9E38D4B}"/>
                </a:ext>
              </a:extLst>
            </p:cNvPr>
            <p:cNvGrpSpPr>
              <a:grpSpLocks/>
            </p:cNvGrpSpPr>
            <p:nvPr/>
          </p:nvGrpSpPr>
          <p:grpSpPr bwMode="auto">
            <a:xfrm>
              <a:off x="4739" y="1327"/>
              <a:ext cx="582" cy="139"/>
              <a:chOff x="614" y="2568"/>
              <a:chExt cx="725" cy="139"/>
            </a:xfrm>
          </p:grpSpPr>
          <p:sp>
            <p:nvSpPr>
              <p:cNvPr id="292" name="AutoShape 244">
                <a:extLst>
                  <a:ext uri="{FF2B5EF4-FFF2-40B4-BE49-F238E27FC236}">
                    <a16:creationId xmlns:a16="http://schemas.microsoft.com/office/drawing/2014/main" id="{91B44A19-99F5-3246-B452-E6974C388207}"/>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3" name="AutoShape 245">
                <a:extLst>
                  <a:ext uri="{FF2B5EF4-FFF2-40B4-BE49-F238E27FC236}">
                    <a16:creationId xmlns:a16="http://schemas.microsoft.com/office/drawing/2014/main" id="{CE7C0896-4736-8044-B538-F09471477D4A}"/>
                  </a:ext>
                </a:extLst>
              </p:cNvPr>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81" name="Rectangle 246">
              <a:extLst>
                <a:ext uri="{FF2B5EF4-FFF2-40B4-BE49-F238E27FC236}">
                  <a16:creationId xmlns:a16="http://schemas.microsoft.com/office/drawing/2014/main" id="{1D6C13B5-BF0F-554A-9CE4-3F075F93792E}"/>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Freeform 247">
              <a:extLst>
                <a:ext uri="{FF2B5EF4-FFF2-40B4-BE49-F238E27FC236}">
                  <a16:creationId xmlns:a16="http://schemas.microsoft.com/office/drawing/2014/main" id="{0F3FBF0A-EAF4-094D-A874-245423181CE6}"/>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48">
              <a:extLst>
                <a:ext uri="{FF2B5EF4-FFF2-40B4-BE49-F238E27FC236}">
                  <a16:creationId xmlns:a16="http://schemas.microsoft.com/office/drawing/2014/main" id="{EC002925-BD09-784A-9BB4-2AD299FA2E8C}"/>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Oval 249">
              <a:extLst>
                <a:ext uri="{FF2B5EF4-FFF2-40B4-BE49-F238E27FC236}">
                  <a16:creationId xmlns:a16="http://schemas.microsoft.com/office/drawing/2014/main" id="{21E73907-A81B-E540-A734-D855A8052176}"/>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5" name="Freeform 250">
              <a:extLst>
                <a:ext uri="{FF2B5EF4-FFF2-40B4-BE49-F238E27FC236}">
                  <a16:creationId xmlns:a16="http://schemas.microsoft.com/office/drawing/2014/main" id="{7B38A468-42E7-2245-BA7B-6136A4486608}"/>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AutoShape 251">
              <a:extLst>
                <a:ext uri="{FF2B5EF4-FFF2-40B4-BE49-F238E27FC236}">
                  <a16:creationId xmlns:a16="http://schemas.microsoft.com/office/drawing/2014/main" id="{F798831B-76D3-634B-A1D7-73487DB6F3DC}"/>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7" name="AutoShape 252">
              <a:extLst>
                <a:ext uri="{FF2B5EF4-FFF2-40B4-BE49-F238E27FC236}">
                  <a16:creationId xmlns:a16="http://schemas.microsoft.com/office/drawing/2014/main" id="{93B2ADD1-628A-5B4D-960D-449954DF90D0}"/>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8" name="Oval 253">
              <a:extLst>
                <a:ext uri="{FF2B5EF4-FFF2-40B4-BE49-F238E27FC236}">
                  <a16:creationId xmlns:a16="http://schemas.microsoft.com/office/drawing/2014/main" id="{359740D7-3452-8745-AD4F-78F1EAE69A21}"/>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9" name="Oval 254">
              <a:extLst>
                <a:ext uri="{FF2B5EF4-FFF2-40B4-BE49-F238E27FC236}">
                  <a16:creationId xmlns:a16="http://schemas.microsoft.com/office/drawing/2014/main" id="{6953048C-3B45-C945-95BD-05D0D95F965C}"/>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0" name="Oval 255">
              <a:extLst>
                <a:ext uri="{FF2B5EF4-FFF2-40B4-BE49-F238E27FC236}">
                  <a16:creationId xmlns:a16="http://schemas.microsoft.com/office/drawing/2014/main" id="{FCF3244C-B9E8-DF49-A3D0-C0D2140BA811}"/>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1" name="Rectangle 256">
              <a:extLst>
                <a:ext uri="{FF2B5EF4-FFF2-40B4-BE49-F238E27FC236}">
                  <a16:creationId xmlns:a16="http://schemas.microsoft.com/office/drawing/2014/main" id="{66CCCCC0-CA45-934C-8FFC-B89439DE40D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00" name="Group 257">
            <a:extLst>
              <a:ext uri="{FF2B5EF4-FFF2-40B4-BE49-F238E27FC236}">
                <a16:creationId xmlns:a16="http://schemas.microsoft.com/office/drawing/2014/main" id="{6D88D42C-B784-1546-97B0-1AA7D6A27EC3}"/>
              </a:ext>
            </a:extLst>
          </p:cNvPr>
          <p:cNvGrpSpPr>
            <a:grpSpLocks/>
          </p:cNvGrpSpPr>
          <p:nvPr/>
        </p:nvGrpSpPr>
        <p:grpSpPr bwMode="auto">
          <a:xfrm>
            <a:off x="9761073" y="3005818"/>
            <a:ext cx="390525" cy="641350"/>
            <a:chOff x="4140" y="429"/>
            <a:chExt cx="1425" cy="2396"/>
          </a:xfrm>
        </p:grpSpPr>
        <p:sp>
          <p:nvSpPr>
            <p:cNvPr id="301" name="Freeform 258">
              <a:extLst>
                <a:ext uri="{FF2B5EF4-FFF2-40B4-BE49-F238E27FC236}">
                  <a16:creationId xmlns:a16="http://schemas.microsoft.com/office/drawing/2014/main" id="{702EC307-F8E6-434D-B445-B2F47A942B29}"/>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Rectangle 259">
              <a:extLst>
                <a:ext uri="{FF2B5EF4-FFF2-40B4-BE49-F238E27FC236}">
                  <a16:creationId xmlns:a16="http://schemas.microsoft.com/office/drawing/2014/main" id="{07437252-B53D-9D40-813F-304E5CD00EF6}"/>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3" name="Freeform 260">
              <a:extLst>
                <a:ext uri="{FF2B5EF4-FFF2-40B4-BE49-F238E27FC236}">
                  <a16:creationId xmlns:a16="http://schemas.microsoft.com/office/drawing/2014/main" id="{EC373583-A9BD-FC4E-A47E-4602AA39D0E7}"/>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4" name="Freeform 261">
              <a:extLst>
                <a:ext uri="{FF2B5EF4-FFF2-40B4-BE49-F238E27FC236}">
                  <a16:creationId xmlns:a16="http://schemas.microsoft.com/office/drawing/2014/main" id="{D1E0B0A0-C834-9D4D-9DDD-D4222C1817F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5" name="Rectangle 262">
              <a:extLst>
                <a:ext uri="{FF2B5EF4-FFF2-40B4-BE49-F238E27FC236}">
                  <a16:creationId xmlns:a16="http://schemas.microsoft.com/office/drawing/2014/main" id="{B2DA4C56-6E4F-4F46-A99C-698FAADDBECE}"/>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6" name="Group 263">
              <a:extLst>
                <a:ext uri="{FF2B5EF4-FFF2-40B4-BE49-F238E27FC236}">
                  <a16:creationId xmlns:a16="http://schemas.microsoft.com/office/drawing/2014/main" id="{0476FEFE-2DC6-2148-99D9-A5C054B12CD7}"/>
                </a:ext>
              </a:extLst>
            </p:cNvPr>
            <p:cNvGrpSpPr>
              <a:grpSpLocks/>
            </p:cNvGrpSpPr>
            <p:nvPr/>
          </p:nvGrpSpPr>
          <p:grpSpPr bwMode="auto">
            <a:xfrm>
              <a:off x="4749" y="668"/>
              <a:ext cx="581" cy="145"/>
              <a:chOff x="614" y="2568"/>
              <a:chExt cx="725" cy="139"/>
            </a:xfrm>
          </p:grpSpPr>
          <p:sp>
            <p:nvSpPr>
              <p:cNvPr id="331" name="AutoShape 264">
                <a:extLst>
                  <a:ext uri="{FF2B5EF4-FFF2-40B4-BE49-F238E27FC236}">
                    <a16:creationId xmlns:a16="http://schemas.microsoft.com/office/drawing/2014/main" id="{81145D7E-D3D7-0D4C-A411-943EBD5AA0F6}"/>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AutoShape 265">
                <a:extLst>
                  <a:ext uri="{FF2B5EF4-FFF2-40B4-BE49-F238E27FC236}">
                    <a16:creationId xmlns:a16="http://schemas.microsoft.com/office/drawing/2014/main" id="{67891F44-03D3-CF47-86FB-FB0C31AF6556}"/>
                  </a:ext>
                </a:extLst>
              </p:cNvPr>
              <p:cNvSpPr>
                <a:spLocks noChangeArrowheads="1"/>
              </p:cNvSpPr>
              <p:nvPr/>
            </p:nvSpPr>
            <p:spPr bwMode="auto">
              <a:xfrm>
                <a:off x="627"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7" name="Rectangle 266">
              <a:extLst>
                <a:ext uri="{FF2B5EF4-FFF2-40B4-BE49-F238E27FC236}">
                  <a16:creationId xmlns:a16="http://schemas.microsoft.com/office/drawing/2014/main" id="{1D029B33-0C7B-864F-B801-978A4B8FD5E1}"/>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8" name="Group 267">
              <a:extLst>
                <a:ext uri="{FF2B5EF4-FFF2-40B4-BE49-F238E27FC236}">
                  <a16:creationId xmlns:a16="http://schemas.microsoft.com/office/drawing/2014/main" id="{8A3352FE-9285-9E4C-BF29-D635003DF954}"/>
                </a:ext>
              </a:extLst>
            </p:cNvPr>
            <p:cNvGrpSpPr>
              <a:grpSpLocks/>
            </p:cNvGrpSpPr>
            <p:nvPr/>
          </p:nvGrpSpPr>
          <p:grpSpPr bwMode="auto">
            <a:xfrm>
              <a:off x="4747" y="994"/>
              <a:ext cx="581" cy="134"/>
              <a:chOff x="614" y="2568"/>
              <a:chExt cx="725" cy="139"/>
            </a:xfrm>
          </p:grpSpPr>
          <p:sp>
            <p:nvSpPr>
              <p:cNvPr id="329" name="AutoShape 268">
                <a:extLst>
                  <a:ext uri="{FF2B5EF4-FFF2-40B4-BE49-F238E27FC236}">
                    <a16:creationId xmlns:a16="http://schemas.microsoft.com/office/drawing/2014/main" id="{CC6637ED-E66A-004E-AE38-F32E55EC540F}"/>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AutoShape 269">
                <a:extLst>
                  <a:ext uri="{FF2B5EF4-FFF2-40B4-BE49-F238E27FC236}">
                    <a16:creationId xmlns:a16="http://schemas.microsoft.com/office/drawing/2014/main" id="{99FAA76E-7386-FC45-ACF1-30D129724B32}"/>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9" name="Rectangle 270">
              <a:extLst>
                <a:ext uri="{FF2B5EF4-FFF2-40B4-BE49-F238E27FC236}">
                  <a16:creationId xmlns:a16="http://schemas.microsoft.com/office/drawing/2014/main" id="{AFCC8C61-44F6-2242-8855-E7238EE55A1B}"/>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Rectangle 271">
              <a:extLst>
                <a:ext uri="{FF2B5EF4-FFF2-40B4-BE49-F238E27FC236}">
                  <a16:creationId xmlns:a16="http://schemas.microsoft.com/office/drawing/2014/main" id="{5F416F68-F5C3-E047-86DD-2B69313C981C}"/>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11" name="Group 272">
              <a:extLst>
                <a:ext uri="{FF2B5EF4-FFF2-40B4-BE49-F238E27FC236}">
                  <a16:creationId xmlns:a16="http://schemas.microsoft.com/office/drawing/2014/main" id="{63D616E2-37F9-FA41-93A3-EC867A9C9DF3}"/>
                </a:ext>
              </a:extLst>
            </p:cNvPr>
            <p:cNvGrpSpPr>
              <a:grpSpLocks/>
            </p:cNvGrpSpPr>
            <p:nvPr/>
          </p:nvGrpSpPr>
          <p:grpSpPr bwMode="auto">
            <a:xfrm>
              <a:off x="4735" y="1627"/>
              <a:ext cx="582" cy="151"/>
              <a:chOff x="614" y="2568"/>
              <a:chExt cx="725" cy="139"/>
            </a:xfrm>
          </p:grpSpPr>
          <p:sp>
            <p:nvSpPr>
              <p:cNvPr id="327" name="AutoShape 273">
                <a:extLst>
                  <a:ext uri="{FF2B5EF4-FFF2-40B4-BE49-F238E27FC236}">
                    <a16:creationId xmlns:a16="http://schemas.microsoft.com/office/drawing/2014/main" id="{666D6CE3-43E0-B641-9B47-80DA04FB01A3}"/>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8" name="AutoShape 274">
                <a:extLst>
                  <a:ext uri="{FF2B5EF4-FFF2-40B4-BE49-F238E27FC236}">
                    <a16:creationId xmlns:a16="http://schemas.microsoft.com/office/drawing/2014/main" id="{D94D4D24-3A62-4346-A4B0-AF4901D56184}"/>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12" name="Freeform 275">
              <a:extLst>
                <a:ext uri="{FF2B5EF4-FFF2-40B4-BE49-F238E27FC236}">
                  <a16:creationId xmlns:a16="http://schemas.microsoft.com/office/drawing/2014/main" id="{5502E20D-D3F9-1445-AE1A-C5A9B7BBB8AC}"/>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13" name="Group 276">
              <a:extLst>
                <a:ext uri="{FF2B5EF4-FFF2-40B4-BE49-F238E27FC236}">
                  <a16:creationId xmlns:a16="http://schemas.microsoft.com/office/drawing/2014/main" id="{88289607-2CB3-6846-972E-267A38967E1B}"/>
                </a:ext>
              </a:extLst>
            </p:cNvPr>
            <p:cNvGrpSpPr>
              <a:grpSpLocks/>
            </p:cNvGrpSpPr>
            <p:nvPr/>
          </p:nvGrpSpPr>
          <p:grpSpPr bwMode="auto">
            <a:xfrm>
              <a:off x="4739" y="1327"/>
              <a:ext cx="582" cy="139"/>
              <a:chOff x="614" y="2568"/>
              <a:chExt cx="725" cy="139"/>
            </a:xfrm>
          </p:grpSpPr>
          <p:sp>
            <p:nvSpPr>
              <p:cNvPr id="325" name="AutoShape 277">
                <a:extLst>
                  <a:ext uri="{FF2B5EF4-FFF2-40B4-BE49-F238E27FC236}">
                    <a16:creationId xmlns:a16="http://schemas.microsoft.com/office/drawing/2014/main" id="{4D384432-D7DC-704B-9036-8E7B3A29347C}"/>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AutoShape 278">
                <a:extLst>
                  <a:ext uri="{FF2B5EF4-FFF2-40B4-BE49-F238E27FC236}">
                    <a16:creationId xmlns:a16="http://schemas.microsoft.com/office/drawing/2014/main" id="{D9C2A3A1-5244-A14A-8274-DFC1383E58E8}"/>
                  </a:ext>
                </a:extLst>
              </p:cNvPr>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14" name="Rectangle 279">
              <a:extLst>
                <a:ext uri="{FF2B5EF4-FFF2-40B4-BE49-F238E27FC236}">
                  <a16:creationId xmlns:a16="http://schemas.microsoft.com/office/drawing/2014/main" id="{B1F8DD2B-C939-2C43-B20B-2B1AD74D4219}"/>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5" name="Freeform 280">
              <a:extLst>
                <a:ext uri="{FF2B5EF4-FFF2-40B4-BE49-F238E27FC236}">
                  <a16:creationId xmlns:a16="http://schemas.microsoft.com/office/drawing/2014/main" id="{F16DC7B2-4515-5543-B12A-6165D6E2E911}"/>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Freeform 281">
              <a:extLst>
                <a:ext uri="{FF2B5EF4-FFF2-40B4-BE49-F238E27FC236}">
                  <a16:creationId xmlns:a16="http://schemas.microsoft.com/office/drawing/2014/main" id="{004AE2FC-7231-E64A-BEBE-ADCA412A09EA}"/>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7" name="Oval 282">
              <a:extLst>
                <a:ext uri="{FF2B5EF4-FFF2-40B4-BE49-F238E27FC236}">
                  <a16:creationId xmlns:a16="http://schemas.microsoft.com/office/drawing/2014/main" id="{5A6BAD53-D0CF-DF42-803B-A591FE492858}"/>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8" name="Freeform 283">
              <a:extLst>
                <a:ext uri="{FF2B5EF4-FFF2-40B4-BE49-F238E27FC236}">
                  <a16:creationId xmlns:a16="http://schemas.microsoft.com/office/drawing/2014/main" id="{37D6350E-473C-2F48-8443-85DB0303DB8B}"/>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9" name="AutoShape 284">
              <a:extLst>
                <a:ext uri="{FF2B5EF4-FFF2-40B4-BE49-F238E27FC236}">
                  <a16:creationId xmlns:a16="http://schemas.microsoft.com/office/drawing/2014/main" id="{BC07E322-3708-CF4A-90EA-569EBA34D238}"/>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AutoShape 285">
              <a:extLst>
                <a:ext uri="{FF2B5EF4-FFF2-40B4-BE49-F238E27FC236}">
                  <a16:creationId xmlns:a16="http://schemas.microsoft.com/office/drawing/2014/main" id="{13CC96E0-B269-1C41-8B8A-26D7B49CC21B}"/>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1" name="Oval 286">
              <a:extLst>
                <a:ext uri="{FF2B5EF4-FFF2-40B4-BE49-F238E27FC236}">
                  <a16:creationId xmlns:a16="http://schemas.microsoft.com/office/drawing/2014/main" id="{B778BB94-7A1A-2A49-A8EF-9BB086F52551}"/>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Oval 287">
              <a:extLst>
                <a:ext uri="{FF2B5EF4-FFF2-40B4-BE49-F238E27FC236}">
                  <a16:creationId xmlns:a16="http://schemas.microsoft.com/office/drawing/2014/main" id="{F501B229-B7EF-6B41-9F50-357DBD63388F}"/>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3" name="Oval 288">
              <a:extLst>
                <a:ext uri="{FF2B5EF4-FFF2-40B4-BE49-F238E27FC236}">
                  <a16:creationId xmlns:a16="http://schemas.microsoft.com/office/drawing/2014/main" id="{B00DA42E-62A3-B349-A633-497D458569F4}"/>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Rectangle 289">
              <a:extLst>
                <a:ext uri="{FF2B5EF4-FFF2-40B4-BE49-F238E27FC236}">
                  <a16:creationId xmlns:a16="http://schemas.microsoft.com/office/drawing/2014/main" id="{238D91CD-38E8-4C4C-BE90-4508D42E5587}"/>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67" name="Slide Number Placeholder 2">
            <a:extLst>
              <a:ext uri="{FF2B5EF4-FFF2-40B4-BE49-F238E27FC236}">
                <a16:creationId xmlns:a16="http://schemas.microsoft.com/office/drawing/2014/main" id="{0480BCEF-F94C-E34B-B55C-97CE664B5D95}"/>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07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8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7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7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8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7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8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7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8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9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9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9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7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3" grpId="0"/>
      <p:bldP spid="184" grpId="0"/>
      <p:bldP spid="185" grpId="0"/>
      <p:bldP spid="186" grpId="0"/>
      <p:bldP spid="187" grpId="0"/>
      <p:bldP spid="188" grpId="0"/>
      <p:bldP spid="190" grpId="0"/>
      <p:bldP spid="19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name resolution: recursive query</a:t>
            </a:r>
            <a:endParaRPr lang="en-US" sz="4400" dirty="0">
              <a:cs typeface="Calibri" panose="020F0502020204030204" pitchFamily="34" charset="0"/>
            </a:endParaRPr>
          </a:p>
        </p:txBody>
      </p:sp>
      <p:sp>
        <p:nvSpPr>
          <p:cNvPr id="171" name="Text Box 5">
            <a:extLst>
              <a:ext uri="{FF2B5EF4-FFF2-40B4-BE49-F238E27FC236}">
                <a16:creationId xmlns:a16="http://schemas.microsoft.com/office/drawing/2014/main" id="{5980C4D7-7160-6843-9829-B4A4351B5715}"/>
              </a:ext>
            </a:extLst>
          </p:cNvPr>
          <p:cNvSpPr txBox="1">
            <a:spLocks noChangeArrowheads="1"/>
          </p:cNvSpPr>
          <p:nvPr/>
        </p:nvSpPr>
        <p:spPr bwMode="auto">
          <a:xfrm>
            <a:off x="4588154" y="3848735"/>
            <a:ext cx="181652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requesting host at</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engineering.nyu.edu</a:t>
            </a:r>
          </a:p>
        </p:txBody>
      </p:sp>
      <p:sp>
        <p:nvSpPr>
          <p:cNvPr id="172" name="Text Box 6">
            <a:extLst>
              <a:ext uri="{FF2B5EF4-FFF2-40B4-BE49-F238E27FC236}">
                <a16:creationId xmlns:a16="http://schemas.microsoft.com/office/drawing/2014/main" id="{0572A6CE-4DDA-D648-8802-F03C444E2A8C}"/>
              </a:ext>
            </a:extLst>
          </p:cNvPr>
          <p:cNvSpPr txBox="1">
            <a:spLocks noChangeArrowheads="1"/>
          </p:cNvSpPr>
          <p:nvPr/>
        </p:nvSpPr>
        <p:spPr bwMode="auto">
          <a:xfrm>
            <a:off x="10049161" y="4208147"/>
            <a:ext cx="1878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gaia.cs.umass.edu</a:t>
            </a:r>
          </a:p>
        </p:txBody>
      </p:sp>
      <p:sp>
        <p:nvSpPr>
          <p:cNvPr id="173" name="Text Box 17">
            <a:extLst>
              <a:ext uri="{FF2B5EF4-FFF2-40B4-BE49-F238E27FC236}">
                <a16:creationId xmlns:a16="http://schemas.microsoft.com/office/drawing/2014/main" id="{82144ED5-2C8E-184D-A863-C3B672AB3D76}"/>
              </a:ext>
            </a:extLst>
          </p:cNvPr>
          <p:cNvSpPr txBox="1">
            <a:spLocks noChangeArrowheads="1"/>
          </p:cNvSpPr>
          <p:nvPr/>
        </p:nvSpPr>
        <p:spPr bwMode="auto">
          <a:xfrm>
            <a:off x="7788588" y="1322438"/>
            <a:ext cx="2011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root DNS server</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Line 18">
            <a:extLst>
              <a:ext uri="{FF2B5EF4-FFF2-40B4-BE49-F238E27FC236}">
                <a16:creationId xmlns:a16="http://schemas.microsoft.com/office/drawing/2014/main" id="{0055E9E5-6DE8-1543-9989-1B8A533D4002}"/>
              </a:ext>
            </a:extLst>
          </p:cNvPr>
          <p:cNvSpPr>
            <a:spLocks noChangeShapeType="1"/>
          </p:cNvSpPr>
          <p:nvPr/>
        </p:nvSpPr>
        <p:spPr bwMode="auto">
          <a:xfrm flipV="1">
            <a:off x="6104927" y="3275781"/>
            <a:ext cx="1196994"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5" name="Line 19">
            <a:extLst>
              <a:ext uri="{FF2B5EF4-FFF2-40B4-BE49-F238E27FC236}">
                <a16:creationId xmlns:a16="http://schemas.microsoft.com/office/drawing/2014/main" id="{5959B616-2817-F149-AD5A-71429EF235D4}"/>
              </a:ext>
            </a:extLst>
          </p:cNvPr>
          <p:cNvSpPr>
            <a:spLocks noChangeShapeType="1"/>
          </p:cNvSpPr>
          <p:nvPr/>
        </p:nvSpPr>
        <p:spPr bwMode="auto">
          <a:xfrm flipV="1">
            <a:off x="7584477" y="2005693"/>
            <a:ext cx="914400" cy="9715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6" name="Line 20">
            <a:extLst>
              <a:ext uri="{FF2B5EF4-FFF2-40B4-BE49-F238E27FC236}">
                <a16:creationId xmlns:a16="http://schemas.microsoft.com/office/drawing/2014/main" id="{6EF73249-815F-C548-BC5E-38E4ACE60E79}"/>
              </a:ext>
            </a:extLst>
          </p:cNvPr>
          <p:cNvSpPr>
            <a:spLocks noChangeShapeType="1"/>
          </p:cNvSpPr>
          <p:nvPr/>
        </p:nvSpPr>
        <p:spPr bwMode="auto">
          <a:xfrm>
            <a:off x="9672062" y="3760198"/>
            <a:ext cx="2427" cy="702311"/>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7" name="Line 21">
            <a:extLst>
              <a:ext uri="{FF2B5EF4-FFF2-40B4-BE49-F238E27FC236}">
                <a16:creationId xmlns:a16="http://schemas.microsoft.com/office/drawing/2014/main" id="{CEC0960C-844E-6F44-83D5-7DC0B1F8A218}"/>
              </a:ext>
            </a:extLst>
          </p:cNvPr>
          <p:cNvSpPr>
            <a:spLocks noChangeShapeType="1"/>
          </p:cNvSpPr>
          <p:nvPr/>
        </p:nvSpPr>
        <p:spPr bwMode="auto">
          <a:xfrm flipH="1" flipV="1">
            <a:off x="9491701" y="3747010"/>
            <a:ext cx="2427" cy="734919"/>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8" name="Line 22">
            <a:extLst>
              <a:ext uri="{FF2B5EF4-FFF2-40B4-BE49-F238E27FC236}">
                <a16:creationId xmlns:a16="http://schemas.microsoft.com/office/drawing/2014/main" id="{1CAC12BF-7C29-F640-93E6-9DF1650DE0DF}"/>
              </a:ext>
            </a:extLst>
          </p:cNvPr>
          <p:cNvSpPr>
            <a:spLocks noChangeShapeType="1"/>
          </p:cNvSpPr>
          <p:nvPr/>
        </p:nvSpPr>
        <p:spPr bwMode="auto">
          <a:xfrm>
            <a:off x="9038381" y="2075731"/>
            <a:ext cx="405154" cy="841218"/>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9" name="Line 23">
            <a:extLst>
              <a:ext uri="{FF2B5EF4-FFF2-40B4-BE49-F238E27FC236}">
                <a16:creationId xmlns:a16="http://schemas.microsoft.com/office/drawing/2014/main" id="{349E5526-4318-4744-A470-D0A69AD70F4D}"/>
              </a:ext>
            </a:extLst>
          </p:cNvPr>
          <p:cNvSpPr>
            <a:spLocks noChangeShapeType="1"/>
          </p:cNvSpPr>
          <p:nvPr/>
        </p:nvSpPr>
        <p:spPr bwMode="auto">
          <a:xfrm flipH="1">
            <a:off x="5997203" y="3439703"/>
            <a:ext cx="1319232"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80" name="Group 24">
            <a:extLst>
              <a:ext uri="{FF2B5EF4-FFF2-40B4-BE49-F238E27FC236}">
                <a16:creationId xmlns:a16="http://schemas.microsoft.com/office/drawing/2014/main" id="{25257205-98B6-614F-8BDC-3E790117BE54}"/>
              </a:ext>
            </a:extLst>
          </p:cNvPr>
          <p:cNvGrpSpPr>
            <a:grpSpLocks/>
          </p:cNvGrpSpPr>
          <p:nvPr/>
        </p:nvGrpSpPr>
        <p:grpSpPr bwMode="auto">
          <a:xfrm>
            <a:off x="6374803" y="3847199"/>
            <a:ext cx="1876425" cy="554038"/>
            <a:chOff x="2838" y="2132"/>
            <a:chExt cx="1182" cy="349"/>
          </a:xfrm>
        </p:grpSpPr>
        <p:sp>
          <p:nvSpPr>
            <p:cNvPr id="181" name="Rectangle 25">
              <a:extLst>
                <a:ext uri="{FF2B5EF4-FFF2-40B4-BE49-F238E27FC236}">
                  <a16:creationId xmlns:a16="http://schemas.microsoft.com/office/drawing/2014/main" id="{D65FCF25-F405-B748-88E8-10A3D839696D}"/>
                </a:ext>
              </a:extLst>
            </p:cNvPr>
            <p:cNvSpPr>
              <a:spLocks noChangeArrowheads="1"/>
            </p:cNvSpPr>
            <p:nvPr/>
          </p:nvSpPr>
          <p:spPr bwMode="auto">
            <a:xfrm>
              <a:off x="2838" y="2178"/>
              <a:ext cx="1182" cy="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Text Box 26">
              <a:extLst>
                <a:ext uri="{FF2B5EF4-FFF2-40B4-BE49-F238E27FC236}">
                  <a16:creationId xmlns:a16="http://schemas.microsoft.com/office/drawing/2014/main" id="{E1FF55F2-CAA3-F740-9BE9-AB0BAF4EF8AA}"/>
                </a:ext>
              </a:extLst>
            </p:cNvPr>
            <p:cNvSpPr txBox="1">
              <a:spLocks noChangeArrowheads="1"/>
            </p:cNvSpPr>
            <p:nvPr/>
          </p:nvSpPr>
          <p:spPr bwMode="auto">
            <a:xfrm>
              <a:off x="2887" y="2132"/>
              <a:ext cx="1085"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local DNS server</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dns.nyu.edu</a:t>
              </a:r>
            </a:p>
          </p:txBody>
        </p:sp>
      </p:grpSp>
      <p:sp>
        <p:nvSpPr>
          <p:cNvPr id="183" name="Text Box 27">
            <a:extLst>
              <a:ext uri="{FF2B5EF4-FFF2-40B4-BE49-F238E27FC236}">
                <a16:creationId xmlns:a16="http://schemas.microsoft.com/office/drawing/2014/main" id="{89A9D659-504E-DE4E-B6CF-35E06A82EE2D}"/>
              </a:ext>
            </a:extLst>
          </p:cNvPr>
          <p:cNvSpPr txBox="1">
            <a:spLocks noChangeArrowheads="1"/>
          </p:cNvSpPr>
          <p:nvPr/>
        </p:nvSpPr>
        <p:spPr bwMode="auto">
          <a:xfrm>
            <a:off x="6555191" y="288670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1</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4" name="Text Box 28">
            <a:extLst>
              <a:ext uri="{FF2B5EF4-FFF2-40B4-BE49-F238E27FC236}">
                <a16:creationId xmlns:a16="http://schemas.microsoft.com/office/drawing/2014/main" id="{72F042CE-6C6C-7040-AA88-05028C2434FF}"/>
              </a:ext>
            </a:extLst>
          </p:cNvPr>
          <p:cNvSpPr txBox="1">
            <a:spLocks noChangeArrowheads="1"/>
          </p:cNvSpPr>
          <p:nvPr/>
        </p:nvSpPr>
        <p:spPr bwMode="auto">
          <a:xfrm>
            <a:off x="7724177" y="222318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2</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5" name="Text Box 29">
            <a:extLst>
              <a:ext uri="{FF2B5EF4-FFF2-40B4-BE49-F238E27FC236}">
                <a16:creationId xmlns:a16="http://schemas.microsoft.com/office/drawing/2014/main" id="{E4355CE5-EFAB-8E4F-AA84-68513D8FC7D8}"/>
              </a:ext>
            </a:extLst>
          </p:cNvPr>
          <p:cNvSpPr txBox="1">
            <a:spLocks noChangeArrowheads="1"/>
          </p:cNvSpPr>
          <p:nvPr/>
        </p:nvSpPr>
        <p:spPr bwMode="auto">
          <a:xfrm>
            <a:off x="8785965" y="2130702"/>
            <a:ext cx="11965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3</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6" name="Text Box 30">
            <a:extLst>
              <a:ext uri="{FF2B5EF4-FFF2-40B4-BE49-F238E27FC236}">
                <a16:creationId xmlns:a16="http://schemas.microsoft.com/office/drawing/2014/main" id="{61F544AA-6B92-714B-84C9-4070F63CA344}"/>
              </a:ext>
            </a:extLst>
          </p:cNvPr>
          <p:cNvSpPr txBox="1">
            <a:spLocks noChangeArrowheads="1"/>
          </p:cNvSpPr>
          <p:nvPr/>
        </p:nvSpPr>
        <p:spPr bwMode="auto">
          <a:xfrm>
            <a:off x="9681511" y="3917024"/>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4</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7" name="Text Box 31">
            <a:extLst>
              <a:ext uri="{FF2B5EF4-FFF2-40B4-BE49-F238E27FC236}">
                <a16:creationId xmlns:a16="http://schemas.microsoft.com/office/drawing/2014/main" id="{30095F9A-09A7-2540-B6C0-0D32BAB456CE}"/>
              </a:ext>
            </a:extLst>
          </p:cNvPr>
          <p:cNvSpPr txBox="1">
            <a:spLocks noChangeArrowheads="1"/>
          </p:cNvSpPr>
          <p:nvPr/>
        </p:nvSpPr>
        <p:spPr bwMode="auto">
          <a:xfrm>
            <a:off x="9130827" y="3968637"/>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5</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8" name="Text Box 32">
            <a:extLst>
              <a:ext uri="{FF2B5EF4-FFF2-40B4-BE49-F238E27FC236}">
                <a16:creationId xmlns:a16="http://schemas.microsoft.com/office/drawing/2014/main" id="{AB8F7B88-B6E0-EF40-999E-00C192F32485}"/>
              </a:ext>
            </a:extLst>
          </p:cNvPr>
          <p:cNvSpPr txBox="1">
            <a:spLocks noChangeArrowheads="1"/>
          </p:cNvSpPr>
          <p:nvPr/>
        </p:nvSpPr>
        <p:spPr bwMode="auto">
          <a:xfrm>
            <a:off x="8914934" y="268526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6</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9" name="Text Box 60">
            <a:extLst>
              <a:ext uri="{FF2B5EF4-FFF2-40B4-BE49-F238E27FC236}">
                <a16:creationId xmlns:a16="http://schemas.microsoft.com/office/drawing/2014/main" id="{9260634C-BE01-F74D-BF1A-744B534DD2DB}"/>
              </a:ext>
            </a:extLst>
          </p:cNvPr>
          <p:cNvSpPr txBox="1">
            <a:spLocks noChangeArrowheads="1"/>
          </p:cNvSpPr>
          <p:nvPr/>
        </p:nvSpPr>
        <p:spPr bwMode="auto">
          <a:xfrm>
            <a:off x="8536977" y="5214030"/>
            <a:ext cx="23971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authoritative DNS server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dns.cs.umass.edu</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0" name="Text Box 61">
            <a:extLst>
              <a:ext uri="{FF2B5EF4-FFF2-40B4-BE49-F238E27FC236}">
                <a16:creationId xmlns:a16="http://schemas.microsoft.com/office/drawing/2014/main" id="{6085ED00-1F5E-0643-A173-419315EE3A9F}"/>
              </a:ext>
            </a:extLst>
          </p:cNvPr>
          <p:cNvSpPr txBox="1">
            <a:spLocks noChangeArrowheads="1"/>
          </p:cNvSpPr>
          <p:nvPr/>
        </p:nvSpPr>
        <p:spPr bwMode="auto">
          <a:xfrm>
            <a:off x="8122727" y="262666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7</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91" name="Text Box 62">
            <a:extLst>
              <a:ext uri="{FF2B5EF4-FFF2-40B4-BE49-F238E27FC236}">
                <a16:creationId xmlns:a16="http://schemas.microsoft.com/office/drawing/2014/main" id="{31298658-8B21-7440-B171-ED6F192C91C6}"/>
              </a:ext>
            </a:extLst>
          </p:cNvPr>
          <p:cNvSpPr txBox="1">
            <a:spLocks noChangeArrowheads="1"/>
          </p:cNvSpPr>
          <p:nvPr/>
        </p:nvSpPr>
        <p:spPr bwMode="auto">
          <a:xfrm>
            <a:off x="6555714" y="34705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8</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92" name="Line 63">
            <a:extLst>
              <a:ext uri="{FF2B5EF4-FFF2-40B4-BE49-F238E27FC236}">
                <a16:creationId xmlns:a16="http://schemas.microsoft.com/office/drawing/2014/main" id="{10C66233-6CC9-374E-8305-B82B34B37643}"/>
              </a:ext>
            </a:extLst>
          </p:cNvPr>
          <p:cNvSpPr>
            <a:spLocks noChangeShapeType="1"/>
          </p:cNvSpPr>
          <p:nvPr/>
        </p:nvSpPr>
        <p:spPr bwMode="auto">
          <a:xfrm flipH="1" flipV="1">
            <a:off x="8981775" y="2427554"/>
            <a:ext cx="344289" cy="645450"/>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3" name="Line 64">
            <a:extLst>
              <a:ext uri="{FF2B5EF4-FFF2-40B4-BE49-F238E27FC236}">
                <a16:creationId xmlns:a16="http://schemas.microsoft.com/office/drawing/2014/main" id="{BAF9BA4A-0868-F849-BA68-582D117DCF0D}"/>
              </a:ext>
            </a:extLst>
          </p:cNvPr>
          <p:cNvSpPr>
            <a:spLocks noChangeShapeType="1"/>
          </p:cNvSpPr>
          <p:nvPr/>
        </p:nvSpPr>
        <p:spPr bwMode="auto">
          <a:xfrm flipH="1">
            <a:off x="7792268" y="2275514"/>
            <a:ext cx="710991" cy="774754"/>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4" name="Text Box 65">
            <a:extLst>
              <a:ext uri="{FF2B5EF4-FFF2-40B4-BE49-F238E27FC236}">
                <a16:creationId xmlns:a16="http://schemas.microsoft.com/office/drawing/2014/main" id="{8797BCED-3D71-5A4B-8881-BCE8144E87C2}"/>
              </a:ext>
            </a:extLst>
          </p:cNvPr>
          <p:cNvSpPr txBox="1">
            <a:spLocks noChangeArrowheads="1"/>
          </p:cNvSpPr>
          <p:nvPr/>
        </p:nvSpPr>
        <p:spPr bwMode="auto">
          <a:xfrm>
            <a:off x="9662504" y="2971557"/>
            <a:ext cx="2011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TLD DNS server</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95" name="Group 86">
            <a:extLst>
              <a:ext uri="{FF2B5EF4-FFF2-40B4-BE49-F238E27FC236}">
                <a16:creationId xmlns:a16="http://schemas.microsoft.com/office/drawing/2014/main" id="{75CA10E2-E46A-8244-A966-A51F3D99FE14}"/>
              </a:ext>
            </a:extLst>
          </p:cNvPr>
          <p:cNvGrpSpPr>
            <a:grpSpLocks/>
          </p:cNvGrpSpPr>
          <p:nvPr/>
        </p:nvGrpSpPr>
        <p:grpSpPr bwMode="auto">
          <a:xfrm flipH="1">
            <a:off x="10526900" y="4590027"/>
            <a:ext cx="787391" cy="614055"/>
            <a:chOff x="-44" y="1473"/>
            <a:chExt cx="981" cy="1105"/>
          </a:xfrm>
        </p:grpSpPr>
        <p:pic>
          <p:nvPicPr>
            <p:cNvPr id="196" name="Picture 87" descr="desktop_computer_stylized_medium">
              <a:extLst>
                <a:ext uri="{FF2B5EF4-FFF2-40B4-BE49-F238E27FC236}">
                  <a16:creationId xmlns:a16="http://schemas.microsoft.com/office/drawing/2014/main" id="{71723812-15F4-5248-BF42-895CB471A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Freeform 88">
              <a:extLst>
                <a:ext uri="{FF2B5EF4-FFF2-40B4-BE49-F238E27FC236}">
                  <a16:creationId xmlns:a16="http://schemas.microsoft.com/office/drawing/2014/main" id="{4B3596A6-2AD0-DC45-8E8C-2A75454E7B16}"/>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98" name="Group 89">
            <a:extLst>
              <a:ext uri="{FF2B5EF4-FFF2-40B4-BE49-F238E27FC236}">
                <a16:creationId xmlns:a16="http://schemas.microsoft.com/office/drawing/2014/main" id="{06C72D69-BC87-104E-99A1-1FE2BBFDF3AB}"/>
              </a:ext>
            </a:extLst>
          </p:cNvPr>
          <p:cNvGrpSpPr>
            <a:grpSpLocks/>
          </p:cNvGrpSpPr>
          <p:nvPr/>
        </p:nvGrpSpPr>
        <p:grpSpPr bwMode="auto">
          <a:xfrm>
            <a:off x="5099109" y="3053085"/>
            <a:ext cx="883580" cy="766310"/>
            <a:chOff x="-44" y="1473"/>
            <a:chExt cx="981" cy="1105"/>
          </a:xfrm>
        </p:grpSpPr>
        <p:pic>
          <p:nvPicPr>
            <p:cNvPr id="199" name="Picture 90" descr="desktop_computer_stylized_medium">
              <a:extLst>
                <a:ext uri="{FF2B5EF4-FFF2-40B4-BE49-F238E27FC236}">
                  <a16:creationId xmlns:a16="http://schemas.microsoft.com/office/drawing/2014/main" id="{8EECB2CE-1B4C-2746-A9F6-C35C4B960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Freeform 91">
              <a:extLst>
                <a:ext uri="{FF2B5EF4-FFF2-40B4-BE49-F238E27FC236}">
                  <a16:creationId xmlns:a16="http://schemas.microsoft.com/office/drawing/2014/main" id="{D65AC841-4780-A94B-9F97-1107EEE46B3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01" name="Group 125">
            <a:extLst>
              <a:ext uri="{FF2B5EF4-FFF2-40B4-BE49-F238E27FC236}">
                <a16:creationId xmlns:a16="http://schemas.microsoft.com/office/drawing/2014/main" id="{724CF7FE-3214-0741-AD8D-7483973CF725}"/>
              </a:ext>
            </a:extLst>
          </p:cNvPr>
          <p:cNvGrpSpPr>
            <a:grpSpLocks/>
          </p:cNvGrpSpPr>
          <p:nvPr/>
        </p:nvGrpSpPr>
        <p:grpSpPr bwMode="auto">
          <a:xfrm>
            <a:off x="9410102" y="4528230"/>
            <a:ext cx="390525" cy="641350"/>
            <a:chOff x="4140" y="429"/>
            <a:chExt cx="1425" cy="2396"/>
          </a:xfrm>
        </p:grpSpPr>
        <p:sp>
          <p:nvSpPr>
            <p:cNvPr id="202" name="Freeform 126">
              <a:extLst>
                <a:ext uri="{FF2B5EF4-FFF2-40B4-BE49-F238E27FC236}">
                  <a16:creationId xmlns:a16="http://schemas.microsoft.com/office/drawing/2014/main" id="{430EC70E-0BF7-F44C-8DEF-C9A33626DAB5}"/>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127">
              <a:extLst>
                <a:ext uri="{FF2B5EF4-FFF2-40B4-BE49-F238E27FC236}">
                  <a16:creationId xmlns:a16="http://schemas.microsoft.com/office/drawing/2014/main" id="{6C288CD0-9AED-1548-9DEF-7CF8E72A0FEF}"/>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4" name="Freeform 128">
              <a:extLst>
                <a:ext uri="{FF2B5EF4-FFF2-40B4-BE49-F238E27FC236}">
                  <a16:creationId xmlns:a16="http://schemas.microsoft.com/office/drawing/2014/main" id="{08551039-74E8-F44D-8449-133AF9BF857D}"/>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5" name="Freeform 129">
              <a:extLst>
                <a:ext uri="{FF2B5EF4-FFF2-40B4-BE49-F238E27FC236}">
                  <a16:creationId xmlns:a16="http://schemas.microsoft.com/office/drawing/2014/main" id="{D41FFC6C-D9E1-E74F-BF15-4894E774B64F}"/>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130">
              <a:extLst>
                <a:ext uri="{FF2B5EF4-FFF2-40B4-BE49-F238E27FC236}">
                  <a16:creationId xmlns:a16="http://schemas.microsoft.com/office/drawing/2014/main" id="{4AA5429D-F727-884E-96D1-EA63944E58CA}"/>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7" name="Group 131">
              <a:extLst>
                <a:ext uri="{FF2B5EF4-FFF2-40B4-BE49-F238E27FC236}">
                  <a16:creationId xmlns:a16="http://schemas.microsoft.com/office/drawing/2014/main" id="{9CE31B7B-945E-6B44-B446-849D24418C13}"/>
                </a:ext>
              </a:extLst>
            </p:cNvPr>
            <p:cNvGrpSpPr>
              <a:grpSpLocks/>
            </p:cNvGrpSpPr>
            <p:nvPr/>
          </p:nvGrpSpPr>
          <p:grpSpPr bwMode="auto">
            <a:xfrm>
              <a:off x="4749" y="668"/>
              <a:ext cx="581" cy="145"/>
              <a:chOff x="614" y="2568"/>
              <a:chExt cx="725" cy="139"/>
            </a:xfrm>
          </p:grpSpPr>
          <p:sp>
            <p:nvSpPr>
              <p:cNvPr id="232" name="AutoShape 132">
                <a:extLst>
                  <a:ext uri="{FF2B5EF4-FFF2-40B4-BE49-F238E27FC236}">
                    <a16:creationId xmlns:a16="http://schemas.microsoft.com/office/drawing/2014/main" id="{FA2F0F31-D516-1C43-8236-266B26AEF700}"/>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3" name="AutoShape 133">
                <a:extLst>
                  <a:ext uri="{FF2B5EF4-FFF2-40B4-BE49-F238E27FC236}">
                    <a16:creationId xmlns:a16="http://schemas.microsoft.com/office/drawing/2014/main" id="{6EC2A0FB-C35E-CF41-B938-33BF0264E127}"/>
                  </a:ext>
                </a:extLst>
              </p:cNvPr>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08" name="Rectangle 134">
              <a:extLst>
                <a:ext uri="{FF2B5EF4-FFF2-40B4-BE49-F238E27FC236}">
                  <a16:creationId xmlns:a16="http://schemas.microsoft.com/office/drawing/2014/main" id="{9298A98E-EDE0-4B4A-9352-BE6FAE720E5D}"/>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9" name="Group 135">
              <a:extLst>
                <a:ext uri="{FF2B5EF4-FFF2-40B4-BE49-F238E27FC236}">
                  <a16:creationId xmlns:a16="http://schemas.microsoft.com/office/drawing/2014/main" id="{C311DEB1-8226-3E48-8DA5-613E18CFA3A2}"/>
                </a:ext>
              </a:extLst>
            </p:cNvPr>
            <p:cNvGrpSpPr>
              <a:grpSpLocks/>
            </p:cNvGrpSpPr>
            <p:nvPr/>
          </p:nvGrpSpPr>
          <p:grpSpPr bwMode="auto">
            <a:xfrm>
              <a:off x="4747" y="994"/>
              <a:ext cx="581" cy="134"/>
              <a:chOff x="614" y="2568"/>
              <a:chExt cx="725" cy="139"/>
            </a:xfrm>
          </p:grpSpPr>
          <p:sp>
            <p:nvSpPr>
              <p:cNvPr id="230" name="AutoShape 136">
                <a:extLst>
                  <a:ext uri="{FF2B5EF4-FFF2-40B4-BE49-F238E27FC236}">
                    <a16:creationId xmlns:a16="http://schemas.microsoft.com/office/drawing/2014/main" id="{E45D0285-F719-874E-AD50-E3F288277507}"/>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1" name="AutoShape 137">
                <a:extLst>
                  <a:ext uri="{FF2B5EF4-FFF2-40B4-BE49-F238E27FC236}">
                    <a16:creationId xmlns:a16="http://schemas.microsoft.com/office/drawing/2014/main" id="{BE16FE12-6196-EF46-A169-0C2675EA5172}"/>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0" name="Rectangle 138">
              <a:extLst>
                <a:ext uri="{FF2B5EF4-FFF2-40B4-BE49-F238E27FC236}">
                  <a16:creationId xmlns:a16="http://schemas.microsoft.com/office/drawing/2014/main" id="{A7531C2D-AF11-3642-9C87-3B93BEDD636F}"/>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1" name="Rectangle 139">
              <a:extLst>
                <a:ext uri="{FF2B5EF4-FFF2-40B4-BE49-F238E27FC236}">
                  <a16:creationId xmlns:a16="http://schemas.microsoft.com/office/drawing/2014/main" id="{06C1B7AC-1454-714B-A50F-7F9B42D779C2}"/>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2" name="Group 140">
              <a:extLst>
                <a:ext uri="{FF2B5EF4-FFF2-40B4-BE49-F238E27FC236}">
                  <a16:creationId xmlns:a16="http://schemas.microsoft.com/office/drawing/2014/main" id="{86C62EBF-E65E-4D4B-884D-BA39C6A8B294}"/>
                </a:ext>
              </a:extLst>
            </p:cNvPr>
            <p:cNvGrpSpPr>
              <a:grpSpLocks/>
            </p:cNvGrpSpPr>
            <p:nvPr/>
          </p:nvGrpSpPr>
          <p:grpSpPr bwMode="auto">
            <a:xfrm>
              <a:off x="4735" y="1627"/>
              <a:ext cx="582" cy="151"/>
              <a:chOff x="614" y="2568"/>
              <a:chExt cx="725" cy="139"/>
            </a:xfrm>
          </p:grpSpPr>
          <p:sp>
            <p:nvSpPr>
              <p:cNvPr id="228" name="AutoShape 141">
                <a:extLst>
                  <a:ext uri="{FF2B5EF4-FFF2-40B4-BE49-F238E27FC236}">
                    <a16:creationId xmlns:a16="http://schemas.microsoft.com/office/drawing/2014/main" id="{A3E87978-B7EB-E644-B3A8-D8FDCF7E81E2}"/>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9" name="AutoShape 142">
                <a:extLst>
                  <a:ext uri="{FF2B5EF4-FFF2-40B4-BE49-F238E27FC236}">
                    <a16:creationId xmlns:a16="http://schemas.microsoft.com/office/drawing/2014/main" id="{91E0D4CD-2CBB-DD47-8147-BE3E03C9659B}"/>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3" name="Freeform 143">
              <a:extLst>
                <a:ext uri="{FF2B5EF4-FFF2-40B4-BE49-F238E27FC236}">
                  <a16:creationId xmlns:a16="http://schemas.microsoft.com/office/drawing/2014/main" id="{0D682965-15A3-3541-A789-479A4780020A}"/>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4" name="Group 144">
              <a:extLst>
                <a:ext uri="{FF2B5EF4-FFF2-40B4-BE49-F238E27FC236}">
                  <a16:creationId xmlns:a16="http://schemas.microsoft.com/office/drawing/2014/main" id="{0C8D690A-21E1-4146-83A5-7245CAEA839E}"/>
                </a:ext>
              </a:extLst>
            </p:cNvPr>
            <p:cNvGrpSpPr>
              <a:grpSpLocks/>
            </p:cNvGrpSpPr>
            <p:nvPr/>
          </p:nvGrpSpPr>
          <p:grpSpPr bwMode="auto">
            <a:xfrm>
              <a:off x="4739" y="1327"/>
              <a:ext cx="582" cy="139"/>
              <a:chOff x="614" y="2568"/>
              <a:chExt cx="725" cy="139"/>
            </a:xfrm>
          </p:grpSpPr>
          <p:sp>
            <p:nvSpPr>
              <p:cNvPr id="226" name="AutoShape 145">
                <a:extLst>
                  <a:ext uri="{FF2B5EF4-FFF2-40B4-BE49-F238E27FC236}">
                    <a16:creationId xmlns:a16="http://schemas.microsoft.com/office/drawing/2014/main" id="{7C15E592-E347-A846-AC9F-C18905A61775}"/>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7" name="AutoShape 146">
                <a:extLst>
                  <a:ext uri="{FF2B5EF4-FFF2-40B4-BE49-F238E27FC236}">
                    <a16:creationId xmlns:a16="http://schemas.microsoft.com/office/drawing/2014/main" id="{3D0AF765-217C-594C-B21E-869B0884A29A}"/>
                  </a:ext>
                </a:extLst>
              </p:cNvPr>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5" name="Rectangle 147">
              <a:extLst>
                <a:ext uri="{FF2B5EF4-FFF2-40B4-BE49-F238E27FC236}">
                  <a16:creationId xmlns:a16="http://schemas.microsoft.com/office/drawing/2014/main" id="{4C635A33-8E8F-7D44-92DB-F6F09BFD8CF3}"/>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6" name="Freeform 148">
              <a:extLst>
                <a:ext uri="{FF2B5EF4-FFF2-40B4-BE49-F238E27FC236}">
                  <a16:creationId xmlns:a16="http://schemas.microsoft.com/office/drawing/2014/main" id="{4B503159-D00F-C640-B18B-72CCC4B303A9}"/>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7" name="Freeform 149">
              <a:extLst>
                <a:ext uri="{FF2B5EF4-FFF2-40B4-BE49-F238E27FC236}">
                  <a16:creationId xmlns:a16="http://schemas.microsoft.com/office/drawing/2014/main" id="{83A278D9-086C-BE47-BA0D-A1CB49B9DC52}"/>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8" name="Oval 150">
              <a:extLst>
                <a:ext uri="{FF2B5EF4-FFF2-40B4-BE49-F238E27FC236}">
                  <a16:creationId xmlns:a16="http://schemas.microsoft.com/office/drawing/2014/main" id="{71B59C46-33D8-EC4A-A0CA-4AF6B7EE7363}"/>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9" name="Freeform 151">
              <a:extLst>
                <a:ext uri="{FF2B5EF4-FFF2-40B4-BE49-F238E27FC236}">
                  <a16:creationId xmlns:a16="http://schemas.microsoft.com/office/drawing/2014/main" id="{3C577FAB-12B4-CA48-B90D-D923F716873D}"/>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0" name="AutoShape 152">
              <a:extLst>
                <a:ext uri="{FF2B5EF4-FFF2-40B4-BE49-F238E27FC236}">
                  <a16:creationId xmlns:a16="http://schemas.microsoft.com/office/drawing/2014/main" id="{0744BC6B-A26A-7E49-A677-B90EDB08F57C}"/>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1" name="AutoShape 153">
              <a:extLst>
                <a:ext uri="{FF2B5EF4-FFF2-40B4-BE49-F238E27FC236}">
                  <a16:creationId xmlns:a16="http://schemas.microsoft.com/office/drawing/2014/main" id="{574AC8BD-9D1C-FB42-BD21-1A786B862E34}"/>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2" name="Oval 154">
              <a:extLst>
                <a:ext uri="{FF2B5EF4-FFF2-40B4-BE49-F238E27FC236}">
                  <a16:creationId xmlns:a16="http://schemas.microsoft.com/office/drawing/2014/main" id="{5AFE8D2C-0569-3047-AB73-8A9B37AF1F22}"/>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3" name="Oval 155">
              <a:extLst>
                <a:ext uri="{FF2B5EF4-FFF2-40B4-BE49-F238E27FC236}">
                  <a16:creationId xmlns:a16="http://schemas.microsoft.com/office/drawing/2014/main" id="{83B0123B-44CF-B845-B272-496DEB2388A1}"/>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24" name="Oval 156">
              <a:extLst>
                <a:ext uri="{FF2B5EF4-FFF2-40B4-BE49-F238E27FC236}">
                  <a16:creationId xmlns:a16="http://schemas.microsoft.com/office/drawing/2014/main" id="{FF7ABF78-07FF-FD40-9233-2EC92E7CBA90}"/>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5" name="Rectangle 157">
              <a:extLst>
                <a:ext uri="{FF2B5EF4-FFF2-40B4-BE49-F238E27FC236}">
                  <a16:creationId xmlns:a16="http://schemas.microsoft.com/office/drawing/2014/main" id="{D41F5C27-E8BB-6440-8D30-59C3961E0B1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34" name="Group 158">
            <a:extLst>
              <a:ext uri="{FF2B5EF4-FFF2-40B4-BE49-F238E27FC236}">
                <a16:creationId xmlns:a16="http://schemas.microsoft.com/office/drawing/2014/main" id="{AEB56919-E56B-7E4E-A7D7-98A288C3B252}"/>
              </a:ext>
            </a:extLst>
          </p:cNvPr>
          <p:cNvGrpSpPr>
            <a:grpSpLocks/>
          </p:cNvGrpSpPr>
          <p:nvPr/>
        </p:nvGrpSpPr>
        <p:grpSpPr bwMode="auto">
          <a:xfrm>
            <a:off x="7406677" y="3015343"/>
            <a:ext cx="390525" cy="641350"/>
            <a:chOff x="4140" y="429"/>
            <a:chExt cx="1425" cy="2396"/>
          </a:xfrm>
        </p:grpSpPr>
        <p:sp>
          <p:nvSpPr>
            <p:cNvPr id="235" name="Freeform 159">
              <a:extLst>
                <a:ext uri="{FF2B5EF4-FFF2-40B4-BE49-F238E27FC236}">
                  <a16:creationId xmlns:a16="http://schemas.microsoft.com/office/drawing/2014/main" id="{86964676-09BA-2F4D-8E07-76EACFD1A54A}"/>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6" name="Rectangle 160">
              <a:extLst>
                <a:ext uri="{FF2B5EF4-FFF2-40B4-BE49-F238E27FC236}">
                  <a16:creationId xmlns:a16="http://schemas.microsoft.com/office/drawing/2014/main" id="{FFAAD933-7081-1940-82D8-3553DCB0848F}"/>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7" name="Freeform 161">
              <a:extLst>
                <a:ext uri="{FF2B5EF4-FFF2-40B4-BE49-F238E27FC236}">
                  <a16:creationId xmlns:a16="http://schemas.microsoft.com/office/drawing/2014/main" id="{D61BDCB9-8C30-1C44-A8F2-0EC386728742}"/>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8" name="Freeform 162">
              <a:extLst>
                <a:ext uri="{FF2B5EF4-FFF2-40B4-BE49-F238E27FC236}">
                  <a16:creationId xmlns:a16="http://schemas.microsoft.com/office/drawing/2014/main" id="{3E122E01-84B9-6E48-861A-BEEBD7F67210}"/>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9" name="Rectangle 163">
              <a:extLst>
                <a:ext uri="{FF2B5EF4-FFF2-40B4-BE49-F238E27FC236}">
                  <a16:creationId xmlns:a16="http://schemas.microsoft.com/office/drawing/2014/main" id="{3AD89C6E-5869-C84E-94DF-DD538886311B}"/>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0" name="Group 164">
              <a:extLst>
                <a:ext uri="{FF2B5EF4-FFF2-40B4-BE49-F238E27FC236}">
                  <a16:creationId xmlns:a16="http://schemas.microsoft.com/office/drawing/2014/main" id="{919F3CC7-4090-E54D-9BA9-E092A8C81028}"/>
                </a:ext>
              </a:extLst>
            </p:cNvPr>
            <p:cNvGrpSpPr>
              <a:grpSpLocks/>
            </p:cNvGrpSpPr>
            <p:nvPr/>
          </p:nvGrpSpPr>
          <p:grpSpPr bwMode="auto">
            <a:xfrm>
              <a:off x="4749" y="668"/>
              <a:ext cx="581" cy="145"/>
              <a:chOff x="614" y="2568"/>
              <a:chExt cx="725" cy="139"/>
            </a:xfrm>
          </p:grpSpPr>
          <p:sp>
            <p:nvSpPr>
              <p:cNvPr id="265" name="AutoShape 165">
                <a:extLst>
                  <a:ext uri="{FF2B5EF4-FFF2-40B4-BE49-F238E27FC236}">
                    <a16:creationId xmlns:a16="http://schemas.microsoft.com/office/drawing/2014/main" id="{EAE6002E-6A1D-0B48-BA81-7D9DEC70453A}"/>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6" name="AutoShape 166">
                <a:extLst>
                  <a:ext uri="{FF2B5EF4-FFF2-40B4-BE49-F238E27FC236}">
                    <a16:creationId xmlns:a16="http://schemas.microsoft.com/office/drawing/2014/main" id="{CAA5444A-9857-9149-867E-5562C085E14D}"/>
                  </a:ext>
                </a:extLst>
              </p:cNvPr>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1" name="Rectangle 167">
              <a:extLst>
                <a:ext uri="{FF2B5EF4-FFF2-40B4-BE49-F238E27FC236}">
                  <a16:creationId xmlns:a16="http://schemas.microsoft.com/office/drawing/2014/main" id="{93E34643-2646-D44C-9D6D-91A5B1C18A70}"/>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2" name="Group 168">
              <a:extLst>
                <a:ext uri="{FF2B5EF4-FFF2-40B4-BE49-F238E27FC236}">
                  <a16:creationId xmlns:a16="http://schemas.microsoft.com/office/drawing/2014/main" id="{652E8D93-E5DE-A34F-9D29-89AB07D0566D}"/>
                </a:ext>
              </a:extLst>
            </p:cNvPr>
            <p:cNvGrpSpPr>
              <a:grpSpLocks/>
            </p:cNvGrpSpPr>
            <p:nvPr/>
          </p:nvGrpSpPr>
          <p:grpSpPr bwMode="auto">
            <a:xfrm>
              <a:off x="4747" y="994"/>
              <a:ext cx="581" cy="134"/>
              <a:chOff x="614" y="2568"/>
              <a:chExt cx="725" cy="139"/>
            </a:xfrm>
          </p:grpSpPr>
          <p:sp>
            <p:nvSpPr>
              <p:cNvPr id="263" name="AutoShape 169">
                <a:extLst>
                  <a:ext uri="{FF2B5EF4-FFF2-40B4-BE49-F238E27FC236}">
                    <a16:creationId xmlns:a16="http://schemas.microsoft.com/office/drawing/2014/main" id="{AA26172B-FDFE-3D4E-9541-B9BC052C10D3}"/>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AutoShape 170">
                <a:extLst>
                  <a:ext uri="{FF2B5EF4-FFF2-40B4-BE49-F238E27FC236}">
                    <a16:creationId xmlns:a16="http://schemas.microsoft.com/office/drawing/2014/main" id="{521BB6A8-6D33-7E40-B79B-A911E9D1C5DD}"/>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3" name="Rectangle 171">
              <a:extLst>
                <a:ext uri="{FF2B5EF4-FFF2-40B4-BE49-F238E27FC236}">
                  <a16:creationId xmlns:a16="http://schemas.microsoft.com/office/drawing/2014/main" id="{FF73D9CC-AAAC-D341-85A2-89BC26B91B86}"/>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4" name="Rectangle 172">
              <a:extLst>
                <a:ext uri="{FF2B5EF4-FFF2-40B4-BE49-F238E27FC236}">
                  <a16:creationId xmlns:a16="http://schemas.microsoft.com/office/drawing/2014/main" id="{B810EEDB-015F-FD45-9174-E980EC5FAAC1}"/>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5" name="Group 173">
              <a:extLst>
                <a:ext uri="{FF2B5EF4-FFF2-40B4-BE49-F238E27FC236}">
                  <a16:creationId xmlns:a16="http://schemas.microsoft.com/office/drawing/2014/main" id="{2E72AE40-DCC2-4948-AD2E-564A2B8A82AA}"/>
                </a:ext>
              </a:extLst>
            </p:cNvPr>
            <p:cNvGrpSpPr>
              <a:grpSpLocks/>
            </p:cNvGrpSpPr>
            <p:nvPr/>
          </p:nvGrpSpPr>
          <p:grpSpPr bwMode="auto">
            <a:xfrm>
              <a:off x="4735" y="1627"/>
              <a:ext cx="582" cy="151"/>
              <a:chOff x="614" y="2568"/>
              <a:chExt cx="725" cy="139"/>
            </a:xfrm>
          </p:grpSpPr>
          <p:sp>
            <p:nvSpPr>
              <p:cNvPr id="261" name="AutoShape 174">
                <a:extLst>
                  <a:ext uri="{FF2B5EF4-FFF2-40B4-BE49-F238E27FC236}">
                    <a16:creationId xmlns:a16="http://schemas.microsoft.com/office/drawing/2014/main" id="{D9D1958B-0DAA-074E-A39D-ABDA1EA5B0E0}"/>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2" name="AutoShape 175">
                <a:extLst>
                  <a:ext uri="{FF2B5EF4-FFF2-40B4-BE49-F238E27FC236}">
                    <a16:creationId xmlns:a16="http://schemas.microsoft.com/office/drawing/2014/main" id="{8EFD2DEF-75B3-4B4C-BB17-5FDA1DFD916E}"/>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6" name="Freeform 176">
              <a:extLst>
                <a:ext uri="{FF2B5EF4-FFF2-40B4-BE49-F238E27FC236}">
                  <a16:creationId xmlns:a16="http://schemas.microsoft.com/office/drawing/2014/main" id="{A52917D9-2F4F-8A4E-A096-B778F3B9769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7" name="Group 177">
              <a:extLst>
                <a:ext uri="{FF2B5EF4-FFF2-40B4-BE49-F238E27FC236}">
                  <a16:creationId xmlns:a16="http://schemas.microsoft.com/office/drawing/2014/main" id="{8476C934-1025-054C-BF2F-A686380677C4}"/>
                </a:ext>
              </a:extLst>
            </p:cNvPr>
            <p:cNvGrpSpPr>
              <a:grpSpLocks/>
            </p:cNvGrpSpPr>
            <p:nvPr/>
          </p:nvGrpSpPr>
          <p:grpSpPr bwMode="auto">
            <a:xfrm>
              <a:off x="4739" y="1327"/>
              <a:ext cx="582" cy="139"/>
              <a:chOff x="614" y="2568"/>
              <a:chExt cx="725" cy="139"/>
            </a:xfrm>
          </p:grpSpPr>
          <p:sp>
            <p:nvSpPr>
              <p:cNvPr id="259" name="AutoShape 178">
                <a:extLst>
                  <a:ext uri="{FF2B5EF4-FFF2-40B4-BE49-F238E27FC236}">
                    <a16:creationId xmlns:a16="http://schemas.microsoft.com/office/drawing/2014/main" id="{8DF96225-9AB2-AB48-9090-A03A165D9032}"/>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0" name="AutoShape 179">
                <a:extLst>
                  <a:ext uri="{FF2B5EF4-FFF2-40B4-BE49-F238E27FC236}">
                    <a16:creationId xmlns:a16="http://schemas.microsoft.com/office/drawing/2014/main" id="{B48F8DCA-7FC5-4D49-89FD-957B141759A4}"/>
                  </a:ext>
                </a:extLst>
              </p:cNvPr>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8" name="Rectangle 180">
              <a:extLst>
                <a:ext uri="{FF2B5EF4-FFF2-40B4-BE49-F238E27FC236}">
                  <a16:creationId xmlns:a16="http://schemas.microsoft.com/office/drawing/2014/main" id="{82DD01ED-CC62-8E44-B4AF-5AB162B45768}"/>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9" name="Freeform 181">
              <a:extLst>
                <a:ext uri="{FF2B5EF4-FFF2-40B4-BE49-F238E27FC236}">
                  <a16:creationId xmlns:a16="http://schemas.microsoft.com/office/drawing/2014/main" id="{02E0A0DA-75BD-A54E-BFBE-1053BAA47ACC}"/>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0" name="Freeform 182">
              <a:extLst>
                <a:ext uri="{FF2B5EF4-FFF2-40B4-BE49-F238E27FC236}">
                  <a16:creationId xmlns:a16="http://schemas.microsoft.com/office/drawing/2014/main" id="{553CF65B-1E90-FF47-BBE8-B5344DE42874}"/>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1" name="Oval 183">
              <a:extLst>
                <a:ext uri="{FF2B5EF4-FFF2-40B4-BE49-F238E27FC236}">
                  <a16:creationId xmlns:a16="http://schemas.microsoft.com/office/drawing/2014/main" id="{1CFB15AC-59D4-2B42-9567-80D6F30EC5B3}"/>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2" name="Freeform 184">
              <a:extLst>
                <a:ext uri="{FF2B5EF4-FFF2-40B4-BE49-F238E27FC236}">
                  <a16:creationId xmlns:a16="http://schemas.microsoft.com/office/drawing/2014/main" id="{377D0A48-37B0-984B-9D70-F4CA7EE8ACE4}"/>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AutoShape 185">
              <a:extLst>
                <a:ext uri="{FF2B5EF4-FFF2-40B4-BE49-F238E27FC236}">
                  <a16:creationId xmlns:a16="http://schemas.microsoft.com/office/drawing/2014/main" id="{1DF08F1A-8088-4349-B9B6-80E5278DDB04}"/>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AutoShape 186">
              <a:extLst>
                <a:ext uri="{FF2B5EF4-FFF2-40B4-BE49-F238E27FC236}">
                  <a16:creationId xmlns:a16="http://schemas.microsoft.com/office/drawing/2014/main" id="{AB1FF07F-165E-5C42-A46F-20C492B2AFAF}"/>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 name="Oval 187">
              <a:extLst>
                <a:ext uri="{FF2B5EF4-FFF2-40B4-BE49-F238E27FC236}">
                  <a16:creationId xmlns:a16="http://schemas.microsoft.com/office/drawing/2014/main" id="{246533F9-312A-7949-B6A5-04845D4051FD}"/>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6" name="Oval 188">
              <a:extLst>
                <a:ext uri="{FF2B5EF4-FFF2-40B4-BE49-F238E27FC236}">
                  <a16:creationId xmlns:a16="http://schemas.microsoft.com/office/drawing/2014/main" id="{97B4BE6D-9A58-6C4D-98DB-90F92956E1C8}"/>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57" name="Oval 189">
              <a:extLst>
                <a:ext uri="{FF2B5EF4-FFF2-40B4-BE49-F238E27FC236}">
                  <a16:creationId xmlns:a16="http://schemas.microsoft.com/office/drawing/2014/main" id="{B4E35ECA-82AF-A74F-9E87-BC1C1318FEF5}"/>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8" name="Rectangle 190">
              <a:extLst>
                <a:ext uri="{FF2B5EF4-FFF2-40B4-BE49-F238E27FC236}">
                  <a16:creationId xmlns:a16="http://schemas.microsoft.com/office/drawing/2014/main" id="{32338498-7D1E-F249-A1B6-782EAA13ADB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7" name="Group 224">
            <a:extLst>
              <a:ext uri="{FF2B5EF4-FFF2-40B4-BE49-F238E27FC236}">
                <a16:creationId xmlns:a16="http://schemas.microsoft.com/office/drawing/2014/main" id="{3B18C9CF-4DB3-9A45-9F2E-A9E7637C3843}"/>
              </a:ext>
            </a:extLst>
          </p:cNvPr>
          <p:cNvGrpSpPr>
            <a:grpSpLocks/>
          </p:cNvGrpSpPr>
          <p:nvPr/>
        </p:nvGrpSpPr>
        <p:grpSpPr bwMode="auto">
          <a:xfrm>
            <a:off x="8560790" y="1753280"/>
            <a:ext cx="390525" cy="641350"/>
            <a:chOff x="4140" y="429"/>
            <a:chExt cx="1425" cy="2396"/>
          </a:xfrm>
        </p:grpSpPr>
        <p:sp>
          <p:nvSpPr>
            <p:cNvPr id="268" name="Freeform 225">
              <a:extLst>
                <a:ext uri="{FF2B5EF4-FFF2-40B4-BE49-F238E27FC236}">
                  <a16:creationId xmlns:a16="http://schemas.microsoft.com/office/drawing/2014/main" id="{8DE393E4-949F-5A47-87BC-37206D62F2A1}"/>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9" name="Rectangle 226">
              <a:extLst>
                <a:ext uri="{FF2B5EF4-FFF2-40B4-BE49-F238E27FC236}">
                  <a16:creationId xmlns:a16="http://schemas.microsoft.com/office/drawing/2014/main" id="{45AACD86-831C-7245-8042-0EAB26DDB86A}"/>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0" name="Freeform 227">
              <a:extLst>
                <a:ext uri="{FF2B5EF4-FFF2-40B4-BE49-F238E27FC236}">
                  <a16:creationId xmlns:a16="http://schemas.microsoft.com/office/drawing/2014/main" id="{641EE52D-59FB-874A-8BE7-992D8AB3828E}"/>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1" name="Freeform 228">
              <a:extLst>
                <a:ext uri="{FF2B5EF4-FFF2-40B4-BE49-F238E27FC236}">
                  <a16:creationId xmlns:a16="http://schemas.microsoft.com/office/drawing/2014/main" id="{745C23B7-E3E7-3244-8E92-2A519BCE450C}"/>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2" name="Rectangle 229">
              <a:extLst>
                <a:ext uri="{FF2B5EF4-FFF2-40B4-BE49-F238E27FC236}">
                  <a16:creationId xmlns:a16="http://schemas.microsoft.com/office/drawing/2014/main" id="{53F1BA0D-FC18-8F40-B02C-5E5456D41E93}"/>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3" name="Group 230">
              <a:extLst>
                <a:ext uri="{FF2B5EF4-FFF2-40B4-BE49-F238E27FC236}">
                  <a16:creationId xmlns:a16="http://schemas.microsoft.com/office/drawing/2014/main" id="{3BF69572-674D-F94F-AF3E-6360341D0997}"/>
                </a:ext>
              </a:extLst>
            </p:cNvPr>
            <p:cNvGrpSpPr>
              <a:grpSpLocks/>
            </p:cNvGrpSpPr>
            <p:nvPr/>
          </p:nvGrpSpPr>
          <p:grpSpPr bwMode="auto">
            <a:xfrm>
              <a:off x="4749" y="668"/>
              <a:ext cx="581" cy="145"/>
              <a:chOff x="614" y="2568"/>
              <a:chExt cx="725" cy="139"/>
            </a:xfrm>
          </p:grpSpPr>
          <p:sp>
            <p:nvSpPr>
              <p:cNvPr id="298" name="AutoShape 231">
                <a:extLst>
                  <a:ext uri="{FF2B5EF4-FFF2-40B4-BE49-F238E27FC236}">
                    <a16:creationId xmlns:a16="http://schemas.microsoft.com/office/drawing/2014/main" id="{7A3AB9B6-ED54-E640-B88B-6349E66AEC34}"/>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9" name="AutoShape 232">
                <a:extLst>
                  <a:ext uri="{FF2B5EF4-FFF2-40B4-BE49-F238E27FC236}">
                    <a16:creationId xmlns:a16="http://schemas.microsoft.com/office/drawing/2014/main" id="{41885595-164B-5A49-B50B-F202B13B92B8}"/>
                  </a:ext>
                </a:extLst>
              </p:cNvPr>
              <p:cNvSpPr>
                <a:spLocks noChangeArrowheads="1"/>
              </p:cNvSpPr>
              <p:nvPr/>
            </p:nvSpPr>
            <p:spPr bwMode="auto">
              <a:xfrm>
                <a:off x="627"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4" name="Rectangle 233">
              <a:extLst>
                <a:ext uri="{FF2B5EF4-FFF2-40B4-BE49-F238E27FC236}">
                  <a16:creationId xmlns:a16="http://schemas.microsoft.com/office/drawing/2014/main" id="{1DC47301-CD25-F742-824D-B95A7C78B145}"/>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5" name="Group 234">
              <a:extLst>
                <a:ext uri="{FF2B5EF4-FFF2-40B4-BE49-F238E27FC236}">
                  <a16:creationId xmlns:a16="http://schemas.microsoft.com/office/drawing/2014/main" id="{ABA534FC-B51E-B545-893B-AA2D360102D0}"/>
                </a:ext>
              </a:extLst>
            </p:cNvPr>
            <p:cNvGrpSpPr>
              <a:grpSpLocks/>
            </p:cNvGrpSpPr>
            <p:nvPr/>
          </p:nvGrpSpPr>
          <p:grpSpPr bwMode="auto">
            <a:xfrm>
              <a:off x="4747" y="994"/>
              <a:ext cx="581" cy="134"/>
              <a:chOff x="614" y="2568"/>
              <a:chExt cx="725" cy="139"/>
            </a:xfrm>
          </p:grpSpPr>
          <p:sp>
            <p:nvSpPr>
              <p:cNvPr id="296" name="AutoShape 235">
                <a:extLst>
                  <a:ext uri="{FF2B5EF4-FFF2-40B4-BE49-F238E27FC236}">
                    <a16:creationId xmlns:a16="http://schemas.microsoft.com/office/drawing/2014/main" id="{BF3259EE-323A-7B46-BA99-522FF89692DE}"/>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AutoShape 236">
                <a:extLst>
                  <a:ext uri="{FF2B5EF4-FFF2-40B4-BE49-F238E27FC236}">
                    <a16:creationId xmlns:a16="http://schemas.microsoft.com/office/drawing/2014/main" id="{773E2C4B-E371-8849-89F1-CB3467DA2283}"/>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6" name="Rectangle 237">
              <a:extLst>
                <a:ext uri="{FF2B5EF4-FFF2-40B4-BE49-F238E27FC236}">
                  <a16:creationId xmlns:a16="http://schemas.microsoft.com/office/drawing/2014/main" id="{65673162-6BD4-FA45-AD7B-65DCCB503847}"/>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7" name="Rectangle 238">
              <a:extLst>
                <a:ext uri="{FF2B5EF4-FFF2-40B4-BE49-F238E27FC236}">
                  <a16:creationId xmlns:a16="http://schemas.microsoft.com/office/drawing/2014/main" id="{EB910949-1BF1-2E43-B251-2F5F6D2BC577}"/>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8" name="Group 239">
              <a:extLst>
                <a:ext uri="{FF2B5EF4-FFF2-40B4-BE49-F238E27FC236}">
                  <a16:creationId xmlns:a16="http://schemas.microsoft.com/office/drawing/2014/main" id="{4ABA0E07-42B3-1C4B-A798-B21B74119139}"/>
                </a:ext>
              </a:extLst>
            </p:cNvPr>
            <p:cNvGrpSpPr>
              <a:grpSpLocks/>
            </p:cNvGrpSpPr>
            <p:nvPr/>
          </p:nvGrpSpPr>
          <p:grpSpPr bwMode="auto">
            <a:xfrm>
              <a:off x="4735" y="1627"/>
              <a:ext cx="582" cy="151"/>
              <a:chOff x="614" y="2568"/>
              <a:chExt cx="725" cy="139"/>
            </a:xfrm>
          </p:grpSpPr>
          <p:sp>
            <p:nvSpPr>
              <p:cNvPr id="294" name="AutoShape 240">
                <a:extLst>
                  <a:ext uri="{FF2B5EF4-FFF2-40B4-BE49-F238E27FC236}">
                    <a16:creationId xmlns:a16="http://schemas.microsoft.com/office/drawing/2014/main" id="{833C6885-DF73-A44C-AF35-71696A34447D}"/>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AutoShape 241">
                <a:extLst>
                  <a:ext uri="{FF2B5EF4-FFF2-40B4-BE49-F238E27FC236}">
                    <a16:creationId xmlns:a16="http://schemas.microsoft.com/office/drawing/2014/main" id="{00053469-6811-F146-9041-0E9ADB93CF5D}"/>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9" name="Freeform 242">
              <a:extLst>
                <a:ext uri="{FF2B5EF4-FFF2-40B4-BE49-F238E27FC236}">
                  <a16:creationId xmlns:a16="http://schemas.microsoft.com/office/drawing/2014/main" id="{E93D621E-BD5E-4F41-B292-1FF1D9FD9897}"/>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80" name="Group 243">
              <a:extLst>
                <a:ext uri="{FF2B5EF4-FFF2-40B4-BE49-F238E27FC236}">
                  <a16:creationId xmlns:a16="http://schemas.microsoft.com/office/drawing/2014/main" id="{D2A4152B-1063-5545-AFB4-C764C9E38D4B}"/>
                </a:ext>
              </a:extLst>
            </p:cNvPr>
            <p:cNvGrpSpPr>
              <a:grpSpLocks/>
            </p:cNvGrpSpPr>
            <p:nvPr/>
          </p:nvGrpSpPr>
          <p:grpSpPr bwMode="auto">
            <a:xfrm>
              <a:off x="4739" y="1327"/>
              <a:ext cx="582" cy="139"/>
              <a:chOff x="614" y="2568"/>
              <a:chExt cx="725" cy="139"/>
            </a:xfrm>
          </p:grpSpPr>
          <p:sp>
            <p:nvSpPr>
              <p:cNvPr id="292" name="AutoShape 244">
                <a:extLst>
                  <a:ext uri="{FF2B5EF4-FFF2-40B4-BE49-F238E27FC236}">
                    <a16:creationId xmlns:a16="http://schemas.microsoft.com/office/drawing/2014/main" id="{91B44A19-99F5-3246-B452-E6974C388207}"/>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3" name="AutoShape 245">
                <a:extLst>
                  <a:ext uri="{FF2B5EF4-FFF2-40B4-BE49-F238E27FC236}">
                    <a16:creationId xmlns:a16="http://schemas.microsoft.com/office/drawing/2014/main" id="{CE7C0896-4736-8044-B538-F09471477D4A}"/>
                  </a:ext>
                </a:extLst>
              </p:cNvPr>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81" name="Rectangle 246">
              <a:extLst>
                <a:ext uri="{FF2B5EF4-FFF2-40B4-BE49-F238E27FC236}">
                  <a16:creationId xmlns:a16="http://schemas.microsoft.com/office/drawing/2014/main" id="{1D6C13B5-BF0F-554A-9CE4-3F075F93792E}"/>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Freeform 247">
              <a:extLst>
                <a:ext uri="{FF2B5EF4-FFF2-40B4-BE49-F238E27FC236}">
                  <a16:creationId xmlns:a16="http://schemas.microsoft.com/office/drawing/2014/main" id="{0F3FBF0A-EAF4-094D-A874-245423181CE6}"/>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48">
              <a:extLst>
                <a:ext uri="{FF2B5EF4-FFF2-40B4-BE49-F238E27FC236}">
                  <a16:creationId xmlns:a16="http://schemas.microsoft.com/office/drawing/2014/main" id="{EC002925-BD09-784A-9BB4-2AD299FA2E8C}"/>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Oval 249">
              <a:extLst>
                <a:ext uri="{FF2B5EF4-FFF2-40B4-BE49-F238E27FC236}">
                  <a16:creationId xmlns:a16="http://schemas.microsoft.com/office/drawing/2014/main" id="{21E73907-A81B-E540-A734-D855A8052176}"/>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5" name="Freeform 250">
              <a:extLst>
                <a:ext uri="{FF2B5EF4-FFF2-40B4-BE49-F238E27FC236}">
                  <a16:creationId xmlns:a16="http://schemas.microsoft.com/office/drawing/2014/main" id="{7B38A468-42E7-2245-BA7B-6136A4486608}"/>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AutoShape 251">
              <a:extLst>
                <a:ext uri="{FF2B5EF4-FFF2-40B4-BE49-F238E27FC236}">
                  <a16:creationId xmlns:a16="http://schemas.microsoft.com/office/drawing/2014/main" id="{F798831B-76D3-634B-A1D7-73487DB6F3DC}"/>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7" name="AutoShape 252">
              <a:extLst>
                <a:ext uri="{FF2B5EF4-FFF2-40B4-BE49-F238E27FC236}">
                  <a16:creationId xmlns:a16="http://schemas.microsoft.com/office/drawing/2014/main" id="{93B2ADD1-628A-5B4D-960D-449954DF90D0}"/>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8" name="Oval 253">
              <a:extLst>
                <a:ext uri="{FF2B5EF4-FFF2-40B4-BE49-F238E27FC236}">
                  <a16:creationId xmlns:a16="http://schemas.microsoft.com/office/drawing/2014/main" id="{359740D7-3452-8745-AD4F-78F1EAE69A21}"/>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9" name="Oval 254">
              <a:extLst>
                <a:ext uri="{FF2B5EF4-FFF2-40B4-BE49-F238E27FC236}">
                  <a16:creationId xmlns:a16="http://schemas.microsoft.com/office/drawing/2014/main" id="{6953048C-3B45-C945-95BD-05D0D95F965C}"/>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0" name="Oval 255">
              <a:extLst>
                <a:ext uri="{FF2B5EF4-FFF2-40B4-BE49-F238E27FC236}">
                  <a16:creationId xmlns:a16="http://schemas.microsoft.com/office/drawing/2014/main" id="{FCF3244C-B9E8-DF49-A3D0-C0D2140BA811}"/>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1" name="Rectangle 256">
              <a:extLst>
                <a:ext uri="{FF2B5EF4-FFF2-40B4-BE49-F238E27FC236}">
                  <a16:creationId xmlns:a16="http://schemas.microsoft.com/office/drawing/2014/main" id="{66CCCCC0-CA45-934C-8FFC-B89439DE40D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00" name="Group 257">
            <a:extLst>
              <a:ext uri="{FF2B5EF4-FFF2-40B4-BE49-F238E27FC236}">
                <a16:creationId xmlns:a16="http://schemas.microsoft.com/office/drawing/2014/main" id="{6D88D42C-B784-1546-97B0-1AA7D6A27EC3}"/>
              </a:ext>
            </a:extLst>
          </p:cNvPr>
          <p:cNvGrpSpPr>
            <a:grpSpLocks/>
          </p:cNvGrpSpPr>
          <p:nvPr/>
        </p:nvGrpSpPr>
        <p:grpSpPr bwMode="auto">
          <a:xfrm>
            <a:off x="9376765" y="3005818"/>
            <a:ext cx="390525" cy="641350"/>
            <a:chOff x="4140" y="429"/>
            <a:chExt cx="1425" cy="2396"/>
          </a:xfrm>
        </p:grpSpPr>
        <p:sp>
          <p:nvSpPr>
            <p:cNvPr id="301" name="Freeform 258">
              <a:extLst>
                <a:ext uri="{FF2B5EF4-FFF2-40B4-BE49-F238E27FC236}">
                  <a16:creationId xmlns:a16="http://schemas.microsoft.com/office/drawing/2014/main" id="{702EC307-F8E6-434D-B445-B2F47A942B29}"/>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Rectangle 259">
              <a:extLst>
                <a:ext uri="{FF2B5EF4-FFF2-40B4-BE49-F238E27FC236}">
                  <a16:creationId xmlns:a16="http://schemas.microsoft.com/office/drawing/2014/main" id="{07437252-B53D-9D40-813F-304E5CD00EF6}"/>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3" name="Freeform 260">
              <a:extLst>
                <a:ext uri="{FF2B5EF4-FFF2-40B4-BE49-F238E27FC236}">
                  <a16:creationId xmlns:a16="http://schemas.microsoft.com/office/drawing/2014/main" id="{EC373583-A9BD-FC4E-A47E-4602AA39D0E7}"/>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4" name="Freeform 261">
              <a:extLst>
                <a:ext uri="{FF2B5EF4-FFF2-40B4-BE49-F238E27FC236}">
                  <a16:creationId xmlns:a16="http://schemas.microsoft.com/office/drawing/2014/main" id="{D1E0B0A0-C834-9D4D-9DDD-D4222C1817F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5" name="Rectangle 262">
              <a:extLst>
                <a:ext uri="{FF2B5EF4-FFF2-40B4-BE49-F238E27FC236}">
                  <a16:creationId xmlns:a16="http://schemas.microsoft.com/office/drawing/2014/main" id="{B2DA4C56-6E4F-4F46-A99C-698FAADDBECE}"/>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6" name="Group 263">
              <a:extLst>
                <a:ext uri="{FF2B5EF4-FFF2-40B4-BE49-F238E27FC236}">
                  <a16:creationId xmlns:a16="http://schemas.microsoft.com/office/drawing/2014/main" id="{0476FEFE-2DC6-2148-99D9-A5C054B12CD7}"/>
                </a:ext>
              </a:extLst>
            </p:cNvPr>
            <p:cNvGrpSpPr>
              <a:grpSpLocks/>
            </p:cNvGrpSpPr>
            <p:nvPr/>
          </p:nvGrpSpPr>
          <p:grpSpPr bwMode="auto">
            <a:xfrm>
              <a:off x="4749" y="668"/>
              <a:ext cx="581" cy="145"/>
              <a:chOff x="614" y="2568"/>
              <a:chExt cx="725" cy="139"/>
            </a:xfrm>
          </p:grpSpPr>
          <p:sp>
            <p:nvSpPr>
              <p:cNvPr id="331" name="AutoShape 264">
                <a:extLst>
                  <a:ext uri="{FF2B5EF4-FFF2-40B4-BE49-F238E27FC236}">
                    <a16:creationId xmlns:a16="http://schemas.microsoft.com/office/drawing/2014/main" id="{81145D7E-D3D7-0D4C-A411-943EBD5AA0F6}"/>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AutoShape 265">
                <a:extLst>
                  <a:ext uri="{FF2B5EF4-FFF2-40B4-BE49-F238E27FC236}">
                    <a16:creationId xmlns:a16="http://schemas.microsoft.com/office/drawing/2014/main" id="{67891F44-03D3-CF47-86FB-FB0C31AF6556}"/>
                  </a:ext>
                </a:extLst>
              </p:cNvPr>
              <p:cNvSpPr>
                <a:spLocks noChangeArrowheads="1"/>
              </p:cNvSpPr>
              <p:nvPr/>
            </p:nvSpPr>
            <p:spPr bwMode="auto">
              <a:xfrm>
                <a:off x="627"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7" name="Rectangle 266">
              <a:extLst>
                <a:ext uri="{FF2B5EF4-FFF2-40B4-BE49-F238E27FC236}">
                  <a16:creationId xmlns:a16="http://schemas.microsoft.com/office/drawing/2014/main" id="{1D029B33-0C7B-864F-B801-978A4B8FD5E1}"/>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8" name="Group 267">
              <a:extLst>
                <a:ext uri="{FF2B5EF4-FFF2-40B4-BE49-F238E27FC236}">
                  <a16:creationId xmlns:a16="http://schemas.microsoft.com/office/drawing/2014/main" id="{8A3352FE-9285-9E4C-BF29-D635003DF954}"/>
                </a:ext>
              </a:extLst>
            </p:cNvPr>
            <p:cNvGrpSpPr>
              <a:grpSpLocks/>
            </p:cNvGrpSpPr>
            <p:nvPr/>
          </p:nvGrpSpPr>
          <p:grpSpPr bwMode="auto">
            <a:xfrm>
              <a:off x="4747" y="994"/>
              <a:ext cx="581" cy="134"/>
              <a:chOff x="614" y="2568"/>
              <a:chExt cx="725" cy="139"/>
            </a:xfrm>
          </p:grpSpPr>
          <p:sp>
            <p:nvSpPr>
              <p:cNvPr id="329" name="AutoShape 268">
                <a:extLst>
                  <a:ext uri="{FF2B5EF4-FFF2-40B4-BE49-F238E27FC236}">
                    <a16:creationId xmlns:a16="http://schemas.microsoft.com/office/drawing/2014/main" id="{CC6637ED-E66A-004E-AE38-F32E55EC540F}"/>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AutoShape 269">
                <a:extLst>
                  <a:ext uri="{FF2B5EF4-FFF2-40B4-BE49-F238E27FC236}">
                    <a16:creationId xmlns:a16="http://schemas.microsoft.com/office/drawing/2014/main" id="{99FAA76E-7386-FC45-ACF1-30D129724B32}"/>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9" name="Rectangle 270">
              <a:extLst>
                <a:ext uri="{FF2B5EF4-FFF2-40B4-BE49-F238E27FC236}">
                  <a16:creationId xmlns:a16="http://schemas.microsoft.com/office/drawing/2014/main" id="{AFCC8C61-44F6-2242-8855-E7238EE55A1B}"/>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Rectangle 271">
              <a:extLst>
                <a:ext uri="{FF2B5EF4-FFF2-40B4-BE49-F238E27FC236}">
                  <a16:creationId xmlns:a16="http://schemas.microsoft.com/office/drawing/2014/main" id="{5F416F68-F5C3-E047-86DD-2B69313C981C}"/>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11" name="Group 272">
              <a:extLst>
                <a:ext uri="{FF2B5EF4-FFF2-40B4-BE49-F238E27FC236}">
                  <a16:creationId xmlns:a16="http://schemas.microsoft.com/office/drawing/2014/main" id="{63D616E2-37F9-FA41-93A3-EC867A9C9DF3}"/>
                </a:ext>
              </a:extLst>
            </p:cNvPr>
            <p:cNvGrpSpPr>
              <a:grpSpLocks/>
            </p:cNvGrpSpPr>
            <p:nvPr/>
          </p:nvGrpSpPr>
          <p:grpSpPr bwMode="auto">
            <a:xfrm>
              <a:off x="4735" y="1627"/>
              <a:ext cx="582" cy="151"/>
              <a:chOff x="614" y="2568"/>
              <a:chExt cx="725" cy="139"/>
            </a:xfrm>
          </p:grpSpPr>
          <p:sp>
            <p:nvSpPr>
              <p:cNvPr id="327" name="AutoShape 273">
                <a:extLst>
                  <a:ext uri="{FF2B5EF4-FFF2-40B4-BE49-F238E27FC236}">
                    <a16:creationId xmlns:a16="http://schemas.microsoft.com/office/drawing/2014/main" id="{666D6CE3-43E0-B641-9B47-80DA04FB01A3}"/>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8" name="AutoShape 274">
                <a:extLst>
                  <a:ext uri="{FF2B5EF4-FFF2-40B4-BE49-F238E27FC236}">
                    <a16:creationId xmlns:a16="http://schemas.microsoft.com/office/drawing/2014/main" id="{D94D4D24-3A62-4346-A4B0-AF4901D56184}"/>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12" name="Freeform 275">
              <a:extLst>
                <a:ext uri="{FF2B5EF4-FFF2-40B4-BE49-F238E27FC236}">
                  <a16:creationId xmlns:a16="http://schemas.microsoft.com/office/drawing/2014/main" id="{5502E20D-D3F9-1445-AE1A-C5A9B7BBB8AC}"/>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13" name="Group 276">
              <a:extLst>
                <a:ext uri="{FF2B5EF4-FFF2-40B4-BE49-F238E27FC236}">
                  <a16:creationId xmlns:a16="http://schemas.microsoft.com/office/drawing/2014/main" id="{88289607-2CB3-6846-972E-267A38967E1B}"/>
                </a:ext>
              </a:extLst>
            </p:cNvPr>
            <p:cNvGrpSpPr>
              <a:grpSpLocks/>
            </p:cNvGrpSpPr>
            <p:nvPr/>
          </p:nvGrpSpPr>
          <p:grpSpPr bwMode="auto">
            <a:xfrm>
              <a:off x="4739" y="1327"/>
              <a:ext cx="582" cy="139"/>
              <a:chOff x="614" y="2568"/>
              <a:chExt cx="725" cy="139"/>
            </a:xfrm>
          </p:grpSpPr>
          <p:sp>
            <p:nvSpPr>
              <p:cNvPr id="325" name="AutoShape 277">
                <a:extLst>
                  <a:ext uri="{FF2B5EF4-FFF2-40B4-BE49-F238E27FC236}">
                    <a16:creationId xmlns:a16="http://schemas.microsoft.com/office/drawing/2014/main" id="{4D384432-D7DC-704B-9036-8E7B3A29347C}"/>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AutoShape 278">
                <a:extLst>
                  <a:ext uri="{FF2B5EF4-FFF2-40B4-BE49-F238E27FC236}">
                    <a16:creationId xmlns:a16="http://schemas.microsoft.com/office/drawing/2014/main" id="{D9C2A3A1-5244-A14A-8274-DFC1383E58E8}"/>
                  </a:ext>
                </a:extLst>
              </p:cNvPr>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14" name="Rectangle 279">
              <a:extLst>
                <a:ext uri="{FF2B5EF4-FFF2-40B4-BE49-F238E27FC236}">
                  <a16:creationId xmlns:a16="http://schemas.microsoft.com/office/drawing/2014/main" id="{B1F8DD2B-C939-2C43-B20B-2B1AD74D4219}"/>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5" name="Freeform 280">
              <a:extLst>
                <a:ext uri="{FF2B5EF4-FFF2-40B4-BE49-F238E27FC236}">
                  <a16:creationId xmlns:a16="http://schemas.microsoft.com/office/drawing/2014/main" id="{F16DC7B2-4515-5543-B12A-6165D6E2E911}"/>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Freeform 281">
              <a:extLst>
                <a:ext uri="{FF2B5EF4-FFF2-40B4-BE49-F238E27FC236}">
                  <a16:creationId xmlns:a16="http://schemas.microsoft.com/office/drawing/2014/main" id="{004AE2FC-7231-E64A-BEBE-ADCA412A09EA}"/>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7" name="Oval 282">
              <a:extLst>
                <a:ext uri="{FF2B5EF4-FFF2-40B4-BE49-F238E27FC236}">
                  <a16:creationId xmlns:a16="http://schemas.microsoft.com/office/drawing/2014/main" id="{5A6BAD53-D0CF-DF42-803B-A591FE492858}"/>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8" name="Freeform 283">
              <a:extLst>
                <a:ext uri="{FF2B5EF4-FFF2-40B4-BE49-F238E27FC236}">
                  <a16:creationId xmlns:a16="http://schemas.microsoft.com/office/drawing/2014/main" id="{37D6350E-473C-2F48-8443-85DB0303DB8B}"/>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9" name="AutoShape 284">
              <a:extLst>
                <a:ext uri="{FF2B5EF4-FFF2-40B4-BE49-F238E27FC236}">
                  <a16:creationId xmlns:a16="http://schemas.microsoft.com/office/drawing/2014/main" id="{BC07E322-3708-CF4A-90EA-569EBA34D238}"/>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AutoShape 285">
              <a:extLst>
                <a:ext uri="{FF2B5EF4-FFF2-40B4-BE49-F238E27FC236}">
                  <a16:creationId xmlns:a16="http://schemas.microsoft.com/office/drawing/2014/main" id="{13CC96E0-B269-1C41-8B8A-26D7B49CC21B}"/>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1" name="Oval 286">
              <a:extLst>
                <a:ext uri="{FF2B5EF4-FFF2-40B4-BE49-F238E27FC236}">
                  <a16:creationId xmlns:a16="http://schemas.microsoft.com/office/drawing/2014/main" id="{B778BB94-7A1A-2A49-A8EF-9BB086F52551}"/>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Oval 287">
              <a:extLst>
                <a:ext uri="{FF2B5EF4-FFF2-40B4-BE49-F238E27FC236}">
                  <a16:creationId xmlns:a16="http://schemas.microsoft.com/office/drawing/2014/main" id="{F501B229-B7EF-6B41-9F50-357DBD63388F}"/>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3" name="Oval 288">
              <a:extLst>
                <a:ext uri="{FF2B5EF4-FFF2-40B4-BE49-F238E27FC236}">
                  <a16:creationId xmlns:a16="http://schemas.microsoft.com/office/drawing/2014/main" id="{B00DA42E-62A3-B349-A633-497D458569F4}"/>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Rectangle 289">
              <a:extLst>
                <a:ext uri="{FF2B5EF4-FFF2-40B4-BE49-F238E27FC236}">
                  <a16:creationId xmlns:a16="http://schemas.microsoft.com/office/drawing/2014/main" id="{238D91CD-38E8-4C4C-BE90-4508D42E5587}"/>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68" name="Rectangle 67">
            <a:extLst>
              <a:ext uri="{FF2B5EF4-FFF2-40B4-BE49-F238E27FC236}">
                <a16:creationId xmlns:a16="http://schemas.microsoft.com/office/drawing/2014/main" id="{7033F479-89A5-0143-B345-2FFB1A7A7F97}"/>
              </a:ext>
            </a:extLst>
          </p:cNvPr>
          <p:cNvSpPr>
            <a:spLocks noChangeArrowheads="1"/>
          </p:cNvSpPr>
          <p:nvPr/>
        </p:nvSpPr>
        <p:spPr bwMode="auto">
          <a:xfrm>
            <a:off x="810552" y="2790656"/>
            <a:ext cx="3704869" cy="324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Recursive query:</a:t>
            </a:r>
          </a:p>
          <a:p>
            <a:pPr marL="403225" marR="0" lvl="0" indent="-288925" algn="l" defTabSz="914400" rtl="0" eaLnBrk="1" fontAlgn="auto" latinLnBrk="0" hangingPunct="1">
              <a:lnSpc>
                <a:spcPct val="100000"/>
              </a:lnSpc>
              <a:spcBef>
                <a:spcPts val="0"/>
              </a:spcBef>
              <a:spcAft>
                <a:spcPts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puts burden of name resolution on contacted name server</a:t>
            </a:r>
          </a:p>
          <a:p>
            <a:pPr marL="403225" marR="0" lvl="0" indent="-288925" algn="l" defTabSz="914400" rtl="0" eaLnBrk="1" fontAlgn="auto" latinLnBrk="0" hangingPunct="1">
              <a:lnSpc>
                <a:spcPct val="100000"/>
              </a:lnSpc>
              <a:spcBef>
                <a:spcPts val="0"/>
              </a:spcBef>
              <a:spcAft>
                <a:spcPts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heavy load at upper levels of hierarchy</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p>
        </p:txBody>
      </p:sp>
      <p:sp>
        <p:nvSpPr>
          <p:cNvPr id="167" name="Rectangle 67">
            <a:extLst>
              <a:ext uri="{FF2B5EF4-FFF2-40B4-BE49-F238E27FC236}">
                <a16:creationId xmlns:a16="http://schemas.microsoft.com/office/drawing/2014/main" id="{FC920AB6-C679-FB4D-8FB0-F8831E569238}"/>
              </a:ext>
            </a:extLst>
          </p:cNvPr>
          <p:cNvSpPr txBox="1">
            <a:spLocks noChangeArrowheads="1"/>
          </p:cNvSpPr>
          <p:nvPr/>
        </p:nvSpPr>
        <p:spPr>
          <a:xfrm>
            <a:off x="684201" y="1617338"/>
            <a:ext cx="5664200" cy="106113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Example: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engineering.nyu.edu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wants IP address for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gaia.cs.umass.edu</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69" name="Slide Number Placeholder 2">
            <a:extLst>
              <a:ext uri="{FF2B5EF4-FFF2-40B4-BE49-F238E27FC236}">
                <a16:creationId xmlns:a16="http://schemas.microsoft.com/office/drawing/2014/main" id="{A8961CBE-FE41-8D44-9128-97B15DEF4B5E}"/>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40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dissolve">
                                      <p:cBhvr>
                                        <p:cTn id="7" dur="500"/>
                                        <p:tgtEl>
                                          <p:spTgt spid="16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8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7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7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8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7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8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7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8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9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9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9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7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p:bldP spid="184" grpId="0"/>
      <p:bldP spid="185" grpId="0"/>
      <p:bldP spid="186" grpId="0"/>
      <p:bldP spid="187" grpId="0"/>
      <p:bldP spid="188" grpId="0"/>
      <p:bldP spid="190" grpId="0"/>
      <p:bldP spid="191" grpId="0"/>
      <p:bldP spid="16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Caching DNS Information</a:t>
            </a:r>
            <a:endParaRPr lang="en-US" sz="4400" dirty="0">
              <a:cs typeface="Calibri" panose="020F0502020204030204" pitchFamily="34" charset="0"/>
            </a:endParaRPr>
          </a:p>
        </p:txBody>
      </p:sp>
      <p:sp>
        <p:nvSpPr>
          <p:cNvPr id="167" name="Rectangle 3">
            <a:extLst>
              <a:ext uri="{FF2B5EF4-FFF2-40B4-BE49-F238E27FC236}">
                <a16:creationId xmlns:a16="http://schemas.microsoft.com/office/drawing/2014/main" id="{796C1A8B-325B-1A4B-BF89-EF3A65965833}"/>
              </a:ext>
            </a:extLst>
          </p:cNvPr>
          <p:cNvSpPr txBox="1">
            <a:spLocks noChangeArrowheads="1"/>
          </p:cNvSpPr>
          <p:nvPr/>
        </p:nvSpPr>
        <p:spPr>
          <a:xfrm>
            <a:off x="952952" y="1446555"/>
            <a:ext cx="10515600" cy="473392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952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once (any) name server learns mapping, it </a:t>
            </a:r>
            <a:r>
              <a:rPr kumimoji="0" lang="en-US" altLang="en-US" sz="32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caches</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mapping, and i</a:t>
            </a:r>
            <a:r>
              <a:rPr kumimoji="0" lang="en-US" altLang="en-US" sz="3200" b="0" i="1"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mmediately</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returns a cached mapping in response to a query</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caching improves response time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cache entries timeout (disappear) after some time (TTL)</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TLD servers typically cached in local name servers</a:t>
            </a:r>
          </a:p>
          <a:p>
            <a:pPr marL="352425" marR="0" lvl="0" indent="-2952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cached entries may be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out-of-date</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named host changes IP address, may not be known Internet-wide until all TTLs expire!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best-effort name-to-address translation!</a:t>
            </a:r>
            <a:endPar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 name="Slide Number Placeholder 2">
            <a:extLst>
              <a:ext uri="{FF2B5EF4-FFF2-40B4-BE49-F238E27FC236}">
                <a16:creationId xmlns:a16="http://schemas.microsoft.com/office/drawing/2014/main" id="{AF23161C-A7AE-1A48-A402-4FD497E92476}"/>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496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7">
                                            <p:txEl>
                                              <p:pRg st="1" end="1"/>
                                            </p:txEl>
                                          </p:spTgt>
                                        </p:tgtEl>
                                        <p:attrNameLst>
                                          <p:attrName>style.visibility</p:attrName>
                                        </p:attrNameLst>
                                      </p:cBhvr>
                                      <p:to>
                                        <p:strVal val="visible"/>
                                      </p:to>
                                    </p:set>
                                    <p:animEffect transition="in" filter="dissolve">
                                      <p:cBhvr>
                                        <p:cTn id="7" dur="500"/>
                                        <p:tgtEl>
                                          <p:spTgt spid="167">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67">
                                            <p:txEl>
                                              <p:pRg st="2" end="2"/>
                                            </p:txEl>
                                          </p:spTgt>
                                        </p:tgtEl>
                                        <p:attrNameLst>
                                          <p:attrName>style.visibility</p:attrName>
                                        </p:attrNameLst>
                                      </p:cBhvr>
                                      <p:to>
                                        <p:strVal val="visible"/>
                                      </p:to>
                                    </p:set>
                                    <p:animEffect transition="in" filter="dissolve">
                                      <p:cBhvr>
                                        <p:cTn id="10" dur="500"/>
                                        <p:tgtEl>
                                          <p:spTgt spid="167">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67">
                                            <p:txEl>
                                              <p:pRg st="3" end="3"/>
                                            </p:txEl>
                                          </p:spTgt>
                                        </p:tgtEl>
                                        <p:attrNameLst>
                                          <p:attrName>style.visibility</p:attrName>
                                        </p:attrNameLst>
                                      </p:cBhvr>
                                      <p:to>
                                        <p:strVal val="visible"/>
                                      </p:to>
                                    </p:set>
                                    <p:animEffect transition="in" filter="dissolve">
                                      <p:cBhvr>
                                        <p:cTn id="13" dur="500"/>
                                        <p:tgtEl>
                                          <p:spTgt spid="16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67">
                                            <p:txEl>
                                              <p:pRg st="4" end="4"/>
                                            </p:txEl>
                                          </p:spTgt>
                                        </p:tgtEl>
                                        <p:attrNameLst>
                                          <p:attrName>style.visibility</p:attrName>
                                        </p:attrNameLst>
                                      </p:cBhvr>
                                      <p:to>
                                        <p:strVal val="visible"/>
                                      </p:to>
                                    </p:set>
                                    <p:animEffect transition="in" filter="dissolve">
                                      <p:cBhvr>
                                        <p:cTn id="18" dur="500"/>
                                        <p:tgtEl>
                                          <p:spTgt spid="167">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67">
                                            <p:txEl>
                                              <p:pRg st="5" end="5"/>
                                            </p:txEl>
                                          </p:spTgt>
                                        </p:tgtEl>
                                        <p:attrNameLst>
                                          <p:attrName>style.visibility</p:attrName>
                                        </p:attrNameLst>
                                      </p:cBhvr>
                                      <p:to>
                                        <p:strVal val="visible"/>
                                      </p:to>
                                    </p:set>
                                    <p:animEffect transition="in" filter="dissolve">
                                      <p:cBhvr>
                                        <p:cTn id="21" dur="500"/>
                                        <p:tgtEl>
                                          <p:spTgt spid="167">
                                            <p:txEl>
                                              <p:pRg st="5" end="5"/>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67">
                                            <p:txEl>
                                              <p:pRg st="6" end="6"/>
                                            </p:txEl>
                                          </p:spTgt>
                                        </p:tgtEl>
                                        <p:attrNameLst>
                                          <p:attrName>style.visibility</p:attrName>
                                        </p:attrNameLst>
                                      </p:cBhvr>
                                      <p:to>
                                        <p:strVal val="visible"/>
                                      </p:to>
                                    </p:set>
                                    <p:animEffect transition="in" filter="dissolve">
                                      <p:cBhvr>
                                        <p:cTn id="24" dur="500"/>
                                        <p:tgtEl>
                                          <p:spTgt spid="1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838200" y="362678"/>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records</a:t>
            </a:r>
            <a:endParaRPr lang="en-US" sz="4400" dirty="0">
              <a:cs typeface="Calibri" panose="020F0502020204030204" pitchFamily="34" charset="0"/>
            </a:endParaRPr>
          </a:p>
        </p:txBody>
      </p:sp>
      <p:sp>
        <p:nvSpPr>
          <p:cNvPr id="13" name="Rectangle 3">
            <a:extLst>
              <a:ext uri="{FF2B5EF4-FFF2-40B4-BE49-F238E27FC236}">
                <a16:creationId xmlns:a16="http://schemas.microsoft.com/office/drawing/2014/main" id="{D08588B2-F267-5D46-821D-D0D5A216E8F9}"/>
              </a:ext>
            </a:extLst>
          </p:cNvPr>
          <p:cNvSpPr txBox="1">
            <a:spLocks noChangeArrowheads="1"/>
          </p:cNvSpPr>
          <p:nvPr/>
        </p:nvSpPr>
        <p:spPr>
          <a:xfrm>
            <a:off x="1347787" y="1358900"/>
            <a:ext cx="9574213" cy="51435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DNS:</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distributed database storing resource records </a:t>
            </a: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(RR)</a:t>
            </a:r>
          </a:p>
        </p:txBody>
      </p:sp>
      <p:sp>
        <p:nvSpPr>
          <p:cNvPr id="14" name="Rectangle 4">
            <a:extLst>
              <a:ext uri="{FF2B5EF4-FFF2-40B4-BE49-F238E27FC236}">
                <a16:creationId xmlns:a16="http://schemas.microsoft.com/office/drawing/2014/main" id="{3AF614AE-5EFE-CD4F-98FF-6CA8EFEA6A47}"/>
              </a:ext>
            </a:extLst>
          </p:cNvPr>
          <p:cNvSpPr txBox="1">
            <a:spLocks noChangeArrowheads="1"/>
          </p:cNvSpPr>
          <p:nvPr/>
        </p:nvSpPr>
        <p:spPr>
          <a:xfrm>
            <a:off x="1080534" y="4388077"/>
            <a:ext cx="4547961" cy="19050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type=NS</a:t>
            </a:r>
          </a:p>
          <a:p>
            <a:pPr marL="346075" marR="0" lvl="1" indent="-288925"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name</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is domain (e.g., foo.com)</a:t>
            </a:r>
          </a:p>
          <a:p>
            <a:pPr marL="346075" marR="0" lvl="1" indent="-288925"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value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is hostname of authoritative name server for this domain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5" name="Text Box 6">
            <a:extLst>
              <a:ext uri="{FF2B5EF4-FFF2-40B4-BE49-F238E27FC236}">
                <a16:creationId xmlns:a16="http://schemas.microsoft.com/office/drawing/2014/main" id="{D7409DB2-6342-834D-ABB2-A1B3DA3A957D}"/>
              </a:ext>
            </a:extLst>
          </p:cNvPr>
          <p:cNvSpPr txBox="1">
            <a:spLocks noChangeArrowheads="1"/>
          </p:cNvSpPr>
          <p:nvPr/>
        </p:nvSpPr>
        <p:spPr bwMode="auto">
          <a:xfrm>
            <a:off x="2659064" y="1860128"/>
            <a:ext cx="63325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RR format: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name, value, type, ttl</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7" name="Rectangle 8">
            <a:extLst>
              <a:ext uri="{FF2B5EF4-FFF2-40B4-BE49-F238E27FC236}">
                <a16:creationId xmlns:a16="http://schemas.microsoft.com/office/drawing/2014/main" id="{5FF3C084-C8BC-1946-AC92-BACA78ED2659}"/>
              </a:ext>
            </a:extLst>
          </p:cNvPr>
          <p:cNvSpPr>
            <a:spLocks noChangeArrowheads="1"/>
          </p:cNvSpPr>
          <p:nvPr/>
        </p:nvSpPr>
        <p:spPr bwMode="auto">
          <a:xfrm>
            <a:off x="1067384" y="2774950"/>
            <a:ext cx="38100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
                <a:srgbClr val="000099"/>
              </a:buClr>
              <a:buSzPct val="75000"/>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type=A</a:t>
            </a:r>
          </a:p>
          <a:p>
            <a:pPr marL="403225" marR="0" lvl="1" indent="-317500" algn="l" defTabSz="914400" rtl="0" eaLnBrk="1" fontAlgn="auto" latinLnBrk="0" hangingPunct="1">
              <a:lnSpc>
                <a:spcPct val="100000"/>
              </a:lnSpc>
              <a:spcBef>
                <a:spcPts val="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name</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is hostname</a:t>
            </a:r>
          </a:p>
          <a:p>
            <a:pPr marL="403225" marR="0" lvl="1" indent="-317500" algn="l" defTabSz="914400" rtl="0" eaLnBrk="1" fontAlgn="auto" latinLnBrk="0" hangingPunct="1">
              <a:lnSpc>
                <a:spcPct val="100000"/>
              </a:lnSpc>
              <a:spcBef>
                <a:spcPts val="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value</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is IP address</a:t>
            </a:r>
          </a:p>
          <a:p>
            <a:pPr marL="342900" marR="0" lvl="0" indent="-342900" algn="l" defTabSz="914400" rtl="0" eaLnBrk="1" fontAlgn="auto" latinLnBrk="0" hangingPunct="1">
              <a:lnSpc>
                <a:spcPct val="100000"/>
              </a:lnSpc>
              <a:spcBef>
                <a:spcPts val="0"/>
              </a:spcBef>
              <a:spcAft>
                <a:spcPts val="0"/>
              </a:spcAft>
              <a:buClrTx/>
              <a:buSzTx/>
              <a:buFont typeface="ZapfDingbats" charset="2"/>
              <a:buChar char="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8" name="Rectangle 9">
            <a:extLst>
              <a:ext uri="{FF2B5EF4-FFF2-40B4-BE49-F238E27FC236}">
                <a16:creationId xmlns:a16="http://schemas.microsoft.com/office/drawing/2014/main" id="{133ECBD3-7BA2-AC4D-ADED-9C9DE52EAD44}"/>
              </a:ext>
            </a:extLst>
          </p:cNvPr>
          <p:cNvSpPr>
            <a:spLocks noChangeArrowheads="1"/>
          </p:cNvSpPr>
          <p:nvPr/>
        </p:nvSpPr>
        <p:spPr bwMode="auto">
          <a:xfrm>
            <a:off x="6015718" y="2797175"/>
            <a:ext cx="6176282"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type=CNAME</a:t>
            </a:r>
          </a:p>
          <a:p>
            <a:pPr marL="403225" marR="0" lvl="1" indent="-317500" algn="l" defTabSz="914400" rtl="0" eaLnBrk="1" fontAlgn="auto" latinLnBrk="0" hangingPunct="1">
              <a:lnSpc>
                <a:spcPct val="100000"/>
              </a:lnSpc>
              <a:spcBef>
                <a:spcPts val="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name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is alias name for some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canonical” (the real) name</a:t>
            </a:r>
          </a:p>
          <a:p>
            <a:pPr marL="403225" marR="0" lvl="1" indent="-317500" algn="l" defTabSz="914400" rtl="0" eaLnBrk="1" fontAlgn="auto" latinLnBrk="0" hangingPunct="1">
              <a:lnSpc>
                <a:spcPct val="100000"/>
              </a:lnSpc>
              <a:spcBef>
                <a:spcPts val="0"/>
              </a:spcBef>
              <a:spcAft>
                <a:spcPts val="0"/>
              </a:spcAft>
              <a:buClr>
                <a:srgbClr val="000099"/>
              </a:buClr>
              <a:buSzPct val="120000"/>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www.ibm.com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is really </a:t>
            </a: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servereast.backup2.ibm.com</a:t>
            </a:r>
          </a:p>
          <a:p>
            <a:pPr marL="403225" marR="0" lvl="1" indent="-317500" algn="l" defTabSz="914400" rtl="0" eaLnBrk="1" fontAlgn="auto" latinLnBrk="0" hangingPunct="1">
              <a:lnSpc>
                <a:spcPct val="100000"/>
              </a:lnSpc>
              <a:spcBef>
                <a:spcPts val="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value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is canonical name</a:t>
            </a:r>
          </a:p>
          <a:p>
            <a:pPr marL="342900" marR="0" lvl="0" indent="-342900" algn="l" defTabSz="914400" rtl="0" eaLnBrk="1" fontAlgn="auto" latinLnBrk="0" hangingPunct="1">
              <a:lnSpc>
                <a:spcPct val="100000"/>
              </a:lnSpc>
              <a:spcBef>
                <a:spcPts val="0"/>
              </a:spcBef>
              <a:spcAft>
                <a:spcPts val="0"/>
              </a:spcAft>
              <a:buClrTx/>
              <a:buSzTx/>
              <a:buFont typeface="ZapfDingbats" charset="2"/>
              <a:buChar char="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9" name="Rectangle 10">
            <a:extLst>
              <a:ext uri="{FF2B5EF4-FFF2-40B4-BE49-F238E27FC236}">
                <a16:creationId xmlns:a16="http://schemas.microsoft.com/office/drawing/2014/main" id="{B62233DC-6662-1844-8E5F-FDE264813A85}"/>
              </a:ext>
            </a:extLst>
          </p:cNvPr>
          <p:cNvSpPr>
            <a:spLocks noChangeArrowheads="1"/>
          </p:cNvSpPr>
          <p:nvPr/>
        </p:nvSpPr>
        <p:spPr bwMode="auto">
          <a:xfrm>
            <a:off x="6015718" y="4968875"/>
            <a:ext cx="5287866"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type=MX</a:t>
            </a:r>
          </a:p>
          <a:p>
            <a:pPr marL="742950" marR="0" lvl="1" indent="-285750" algn="l" defTabSz="914400" rtl="0" eaLnBrk="1" fontAlgn="auto" latinLnBrk="0" hangingPunct="1">
              <a:lnSpc>
                <a:spcPct val="100000"/>
              </a:lnSpc>
              <a:spcBef>
                <a:spcPts val="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value</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is name of SMTP mail server associated with </a:t>
            </a: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name</a:t>
            </a:r>
          </a:p>
          <a:p>
            <a:pPr marL="342900" marR="0" lvl="0" indent="-342900" algn="l" defTabSz="914400" rtl="0" eaLnBrk="1" fontAlgn="auto" latinLnBrk="0" hangingPunct="1">
              <a:lnSpc>
                <a:spcPct val="100000"/>
              </a:lnSpc>
              <a:spcBef>
                <a:spcPts val="0"/>
              </a:spcBef>
              <a:spcAft>
                <a:spcPts val="0"/>
              </a:spcAft>
              <a:buClrTx/>
              <a:buSzTx/>
              <a:buFont typeface="ZapfDingbats" charset="2"/>
              <a:buChar char="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 name="Rectangle 1">
            <a:extLst>
              <a:ext uri="{FF2B5EF4-FFF2-40B4-BE49-F238E27FC236}">
                <a16:creationId xmlns:a16="http://schemas.microsoft.com/office/drawing/2014/main" id="{3434497C-A235-8C46-8A1B-FDC4DB9ACC31}"/>
              </a:ext>
            </a:extLst>
          </p:cNvPr>
          <p:cNvSpPr/>
          <p:nvPr/>
        </p:nvSpPr>
        <p:spPr>
          <a:xfrm>
            <a:off x="1358900" y="1270000"/>
            <a:ext cx="9690100" cy="11557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Slide Number Placeholder 2">
            <a:extLst>
              <a:ext uri="{FF2B5EF4-FFF2-40B4-BE49-F238E27FC236}">
                <a16:creationId xmlns:a16="http://schemas.microsoft.com/office/drawing/2014/main" id="{E3AF190D-9153-4849-8D73-82E2FC3A4053}"/>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416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dissolv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C9A6680-5220-C94B-B54B-8246CBDC5236}"/>
              </a:ext>
            </a:extLst>
          </p:cNvPr>
          <p:cNvGrpSpPr/>
          <p:nvPr/>
        </p:nvGrpSpPr>
        <p:grpSpPr>
          <a:xfrm>
            <a:off x="6272212" y="1937764"/>
            <a:ext cx="3671888" cy="4505326"/>
            <a:chOff x="6272212" y="1937764"/>
            <a:chExt cx="3671888" cy="4505326"/>
          </a:xfrm>
        </p:grpSpPr>
        <p:sp>
          <p:nvSpPr>
            <p:cNvPr id="20" name="Rectangle 12">
              <a:extLst>
                <a:ext uri="{FF2B5EF4-FFF2-40B4-BE49-F238E27FC236}">
                  <a16:creationId xmlns:a16="http://schemas.microsoft.com/office/drawing/2014/main" id="{99BE727C-D65D-1B40-96AC-483DEC4F567E}"/>
                </a:ext>
              </a:extLst>
            </p:cNvPr>
            <p:cNvSpPr>
              <a:spLocks noChangeArrowheads="1"/>
            </p:cNvSpPr>
            <p:nvPr/>
          </p:nvSpPr>
          <p:spPr bwMode="auto">
            <a:xfrm>
              <a:off x="6297612" y="2339402"/>
              <a:ext cx="3614738" cy="4103688"/>
            </a:xfrm>
            <a:prstGeom prst="rect">
              <a:avLst/>
            </a:prstGeom>
            <a:solidFill>
              <a:schemeClr val="bg1"/>
            </a:solidFill>
            <a:ln w="19050">
              <a:solidFill>
                <a:schemeClr val="tx1"/>
              </a:solidFill>
              <a:miter lim="800000"/>
              <a:headEnd/>
              <a:tailEnd/>
            </a:ln>
            <a:effectLst>
              <a:outerShdw blurRad="50800" dist="38100" dir="18900000" sx="101000" sy="101000" algn="bl" rotWithShape="0">
                <a:srgbClr val="0000A3">
                  <a:alpha val="40000"/>
                </a:srgb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Line 13">
              <a:extLst>
                <a:ext uri="{FF2B5EF4-FFF2-40B4-BE49-F238E27FC236}">
                  <a16:creationId xmlns:a16="http://schemas.microsoft.com/office/drawing/2014/main" id="{D3137C12-F806-3641-A910-12D839D30810}"/>
                </a:ext>
              </a:extLst>
            </p:cNvPr>
            <p:cNvSpPr>
              <a:spLocks noChangeShapeType="1"/>
            </p:cNvSpPr>
            <p:nvPr/>
          </p:nvSpPr>
          <p:spPr bwMode="auto">
            <a:xfrm>
              <a:off x="6286500" y="57668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Line 14">
              <a:extLst>
                <a:ext uri="{FF2B5EF4-FFF2-40B4-BE49-F238E27FC236}">
                  <a16:creationId xmlns:a16="http://schemas.microsoft.com/office/drawing/2014/main" id="{EDBF86F0-1464-CB44-8885-0806AB78A64D}"/>
                </a:ext>
              </a:extLst>
            </p:cNvPr>
            <p:cNvSpPr>
              <a:spLocks noChangeShapeType="1"/>
            </p:cNvSpPr>
            <p:nvPr/>
          </p:nvSpPr>
          <p:spPr bwMode="auto">
            <a:xfrm>
              <a:off x="6297612" y="50810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ine 15">
              <a:extLst>
                <a:ext uri="{FF2B5EF4-FFF2-40B4-BE49-F238E27FC236}">
                  <a16:creationId xmlns:a16="http://schemas.microsoft.com/office/drawing/2014/main" id="{B63A2FA5-43E4-954D-9AB5-1D874BF6FD87}"/>
                </a:ext>
              </a:extLst>
            </p:cNvPr>
            <p:cNvSpPr>
              <a:spLocks noChangeShapeType="1"/>
            </p:cNvSpPr>
            <p:nvPr/>
          </p:nvSpPr>
          <p:spPr bwMode="auto">
            <a:xfrm>
              <a:off x="6286500" y="43952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Line 16">
              <a:extLst>
                <a:ext uri="{FF2B5EF4-FFF2-40B4-BE49-F238E27FC236}">
                  <a16:creationId xmlns:a16="http://schemas.microsoft.com/office/drawing/2014/main" id="{AAF4D57F-AE3F-9647-BE59-19E830D1D27D}"/>
                </a:ext>
              </a:extLst>
            </p:cNvPr>
            <p:cNvSpPr>
              <a:spLocks noChangeShapeType="1"/>
            </p:cNvSpPr>
            <p:nvPr/>
          </p:nvSpPr>
          <p:spPr bwMode="auto">
            <a:xfrm>
              <a:off x="6286500" y="372052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17">
              <a:extLst>
                <a:ext uri="{FF2B5EF4-FFF2-40B4-BE49-F238E27FC236}">
                  <a16:creationId xmlns:a16="http://schemas.microsoft.com/office/drawing/2014/main" id="{679A37C6-A060-1A4E-9044-88577B96F0A5}"/>
                </a:ext>
              </a:extLst>
            </p:cNvPr>
            <p:cNvSpPr>
              <a:spLocks noChangeShapeType="1"/>
            </p:cNvSpPr>
            <p:nvPr/>
          </p:nvSpPr>
          <p:spPr bwMode="auto">
            <a:xfrm>
              <a:off x="6284912" y="326332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18">
              <a:extLst>
                <a:ext uri="{FF2B5EF4-FFF2-40B4-BE49-F238E27FC236}">
                  <a16:creationId xmlns:a16="http://schemas.microsoft.com/office/drawing/2014/main" id="{673541D1-57E3-2945-9429-F011927643EA}"/>
                </a:ext>
              </a:extLst>
            </p:cNvPr>
            <p:cNvSpPr>
              <a:spLocks noChangeShapeType="1"/>
            </p:cNvSpPr>
            <p:nvPr/>
          </p:nvSpPr>
          <p:spPr bwMode="auto">
            <a:xfrm>
              <a:off x="6272212" y="281247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19">
              <a:extLst>
                <a:ext uri="{FF2B5EF4-FFF2-40B4-BE49-F238E27FC236}">
                  <a16:creationId xmlns:a16="http://schemas.microsoft.com/office/drawing/2014/main" id="{54CFADCD-AE37-1644-BF88-67FE47DB3E96}"/>
                </a:ext>
              </a:extLst>
            </p:cNvPr>
            <p:cNvSpPr>
              <a:spLocks noChangeShapeType="1"/>
            </p:cNvSpPr>
            <p:nvPr/>
          </p:nvSpPr>
          <p:spPr bwMode="auto">
            <a:xfrm>
              <a:off x="8104187" y="2350514"/>
              <a:ext cx="3175" cy="1360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Box 20">
              <a:extLst>
                <a:ext uri="{FF2B5EF4-FFF2-40B4-BE49-F238E27FC236}">
                  <a16:creationId xmlns:a16="http://schemas.microsoft.com/office/drawing/2014/main" id="{3D1A7AB7-6B0B-CF47-A475-00A1549B5634}"/>
                </a:ext>
              </a:extLst>
            </p:cNvPr>
            <p:cNvSpPr txBox="1">
              <a:spLocks noChangeArrowheads="1"/>
            </p:cNvSpPr>
            <p:nvPr/>
          </p:nvSpPr>
          <p:spPr bwMode="auto">
            <a:xfrm>
              <a:off x="6542087" y="2410839"/>
              <a:ext cx="1311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identification</a:t>
              </a:r>
            </a:p>
          </p:txBody>
        </p:sp>
        <p:sp>
          <p:nvSpPr>
            <p:cNvPr id="29" name="Text Box 21">
              <a:extLst>
                <a:ext uri="{FF2B5EF4-FFF2-40B4-BE49-F238E27FC236}">
                  <a16:creationId xmlns:a16="http://schemas.microsoft.com/office/drawing/2014/main" id="{F6CD8852-97C9-AA40-BE0D-939C3F2037C6}"/>
                </a:ext>
              </a:extLst>
            </p:cNvPr>
            <p:cNvSpPr txBox="1">
              <a:spLocks noChangeArrowheads="1"/>
            </p:cNvSpPr>
            <p:nvPr/>
          </p:nvSpPr>
          <p:spPr bwMode="auto">
            <a:xfrm>
              <a:off x="8666162" y="2410839"/>
              <a:ext cx="612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flags</a:t>
              </a:r>
            </a:p>
          </p:txBody>
        </p:sp>
        <p:sp>
          <p:nvSpPr>
            <p:cNvPr id="30" name="Text Box 22">
              <a:extLst>
                <a:ext uri="{FF2B5EF4-FFF2-40B4-BE49-F238E27FC236}">
                  <a16:creationId xmlns:a16="http://schemas.microsoft.com/office/drawing/2014/main" id="{8E843694-5A82-3146-BF88-2166E2F008E6}"/>
                </a:ext>
              </a:extLst>
            </p:cNvPr>
            <p:cNvSpPr txBox="1">
              <a:spLocks noChangeArrowheads="1"/>
            </p:cNvSpPr>
            <p:nvPr/>
          </p:nvSpPr>
          <p:spPr bwMode="auto">
            <a:xfrm>
              <a:off x="6573837" y="2868039"/>
              <a:ext cx="1222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questions</a:t>
              </a:r>
            </a:p>
          </p:txBody>
        </p:sp>
        <p:sp>
          <p:nvSpPr>
            <p:cNvPr id="31" name="Text Box 23">
              <a:extLst>
                <a:ext uri="{FF2B5EF4-FFF2-40B4-BE49-F238E27FC236}">
                  <a16:creationId xmlns:a16="http://schemas.microsoft.com/office/drawing/2014/main" id="{647BB3F6-ABB6-7745-BEE2-09BC405C08B2}"/>
                </a:ext>
              </a:extLst>
            </p:cNvPr>
            <p:cNvSpPr txBox="1">
              <a:spLocks noChangeArrowheads="1"/>
            </p:cNvSpPr>
            <p:nvPr/>
          </p:nvSpPr>
          <p:spPr bwMode="auto">
            <a:xfrm>
              <a:off x="6457950" y="3879277"/>
              <a:ext cx="3278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questions (variable # of questions)</a:t>
              </a:r>
            </a:p>
          </p:txBody>
        </p:sp>
        <p:sp>
          <p:nvSpPr>
            <p:cNvPr id="32" name="Text Box 26">
              <a:extLst>
                <a:ext uri="{FF2B5EF4-FFF2-40B4-BE49-F238E27FC236}">
                  <a16:creationId xmlns:a16="http://schemas.microsoft.com/office/drawing/2014/main" id="{43C35098-F1D5-F844-AD59-9E1AB2E6B0E1}"/>
                </a:ext>
              </a:extLst>
            </p:cNvPr>
            <p:cNvSpPr txBox="1">
              <a:spLocks noChangeArrowheads="1"/>
            </p:cNvSpPr>
            <p:nvPr/>
          </p:nvSpPr>
          <p:spPr bwMode="auto">
            <a:xfrm>
              <a:off x="8167687" y="3323652"/>
              <a:ext cx="1671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additional RRs</a:t>
              </a:r>
            </a:p>
          </p:txBody>
        </p:sp>
        <p:sp>
          <p:nvSpPr>
            <p:cNvPr id="33" name="Text Box 27">
              <a:extLst>
                <a:ext uri="{FF2B5EF4-FFF2-40B4-BE49-F238E27FC236}">
                  <a16:creationId xmlns:a16="http://schemas.microsoft.com/office/drawing/2014/main" id="{C77DED5D-F85E-BD49-A1EA-E279AC50D936}"/>
                </a:ext>
              </a:extLst>
            </p:cNvPr>
            <p:cNvSpPr txBox="1">
              <a:spLocks noChangeArrowheads="1"/>
            </p:cNvSpPr>
            <p:nvPr/>
          </p:nvSpPr>
          <p:spPr bwMode="auto">
            <a:xfrm>
              <a:off x="6415087" y="3325239"/>
              <a:ext cx="15843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authority RRs</a:t>
              </a:r>
            </a:p>
          </p:txBody>
        </p:sp>
        <p:sp>
          <p:nvSpPr>
            <p:cNvPr id="34" name="Text Box 28">
              <a:extLst>
                <a:ext uri="{FF2B5EF4-FFF2-40B4-BE49-F238E27FC236}">
                  <a16:creationId xmlns:a16="http://schemas.microsoft.com/office/drawing/2014/main" id="{570DB478-D786-3F43-96D9-4A3EFE52D168}"/>
                </a:ext>
              </a:extLst>
            </p:cNvPr>
            <p:cNvSpPr txBox="1">
              <a:spLocks noChangeArrowheads="1"/>
            </p:cNvSpPr>
            <p:nvPr/>
          </p:nvSpPr>
          <p:spPr bwMode="auto">
            <a:xfrm>
              <a:off x="8266112" y="2877564"/>
              <a:ext cx="1458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answer RRs</a:t>
              </a:r>
            </a:p>
          </p:txBody>
        </p:sp>
        <p:sp>
          <p:nvSpPr>
            <p:cNvPr id="35" name="Text Box 30">
              <a:extLst>
                <a:ext uri="{FF2B5EF4-FFF2-40B4-BE49-F238E27FC236}">
                  <a16:creationId xmlns:a16="http://schemas.microsoft.com/office/drawing/2014/main" id="{EC9CAD9A-2ACC-E841-964A-C51614A31DF5}"/>
                </a:ext>
              </a:extLst>
            </p:cNvPr>
            <p:cNvSpPr txBox="1">
              <a:spLocks noChangeArrowheads="1"/>
            </p:cNvSpPr>
            <p:nvPr/>
          </p:nvSpPr>
          <p:spPr bwMode="auto">
            <a:xfrm>
              <a:off x="6765925" y="4563489"/>
              <a:ext cx="26908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answers (variable # of RRs)</a:t>
              </a:r>
            </a:p>
          </p:txBody>
        </p:sp>
        <p:sp>
          <p:nvSpPr>
            <p:cNvPr id="36" name="Text Box 31">
              <a:extLst>
                <a:ext uri="{FF2B5EF4-FFF2-40B4-BE49-F238E27FC236}">
                  <a16:creationId xmlns:a16="http://schemas.microsoft.com/office/drawing/2014/main" id="{C50AEEC2-E934-374F-AD10-414E9A36FC33}"/>
                </a:ext>
              </a:extLst>
            </p:cNvPr>
            <p:cNvSpPr txBox="1">
              <a:spLocks noChangeArrowheads="1"/>
            </p:cNvSpPr>
            <p:nvPr/>
          </p:nvSpPr>
          <p:spPr bwMode="auto">
            <a:xfrm>
              <a:off x="6796087" y="5249289"/>
              <a:ext cx="2714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authority (variable # of RRs)</a:t>
              </a:r>
            </a:p>
          </p:txBody>
        </p:sp>
        <p:sp>
          <p:nvSpPr>
            <p:cNvPr id="37" name="Text Box 32">
              <a:extLst>
                <a:ext uri="{FF2B5EF4-FFF2-40B4-BE49-F238E27FC236}">
                  <a16:creationId xmlns:a16="http://schemas.microsoft.com/office/drawing/2014/main" id="{0F454706-890A-194D-A8B9-1F027F5A53E2}"/>
                </a:ext>
              </a:extLst>
            </p:cNvPr>
            <p:cNvSpPr txBox="1">
              <a:spLocks noChangeArrowheads="1"/>
            </p:cNvSpPr>
            <p:nvPr/>
          </p:nvSpPr>
          <p:spPr bwMode="auto">
            <a:xfrm>
              <a:off x="6492875" y="5916039"/>
              <a:ext cx="31861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additional info (variable # of RRs)</a:t>
              </a:r>
            </a:p>
          </p:txBody>
        </p:sp>
        <p:grpSp>
          <p:nvGrpSpPr>
            <p:cNvPr id="40" name="Group 60">
              <a:extLst>
                <a:ext uri="{FF2B5EF4-FFF2-40B4-BE49-F238E27FC236}">
                  <a16:creationId xmlns:a16="http://schemas.microsoft.com/office/drawing/2014/main" id="{B20DF2CE-5427-7642-BC04-9D36B08A468C}"/>
                </a:ext>
              </a:extLst>
            </p:cNvPr>
            <p:cNvGrpSpPr>
              <a:grpSpLocks/>
            </p:cNvGrpSpPr>
            <p:nvPr/>
          </p:nvGrpSpPr>
          <p:grpSpPr bwMode="auto">
            <a:xfrm>
              <a:off x="6302375" y="1937764"/>
              <a:ext cx="1747837" cy="274638"/>
              <a:chOff x="2691" y="1194"/>
              <a:chExt cx="1101" cy="173"/>
            </a:xfrm>
          </p:grpSpPr>
          <p:sp>
            <p:nvSpPr>
              <p:cNvPr id="41" name="Text Box 57">
                <a:extLst>
                  <a:ext uri="{FF2B5EF4-FFF2-40B4-BE49-F238E27FC236}">
                    <a16:creationId xmlns:a16="http://schemas.microsoft.com/office/drawing/2014/main" id="{4CC1EC8B-ED8A-534D-B8AB-0E3E39481892}"/>
                  </a:ext>
                </a:extLst>
              </p:cNvPr>
              <p:cNvSpPr txBox="1">
                <a:spLocks noChangeArrowheads="1"/>
              </p:cNvSpPr>
              <p:nvPr/>
            </p:nvSpPr>
            <p:spPr bwMode="auto">
              <a:xfrm>
                <a:off x="3032" y="1194"/>
                <a:ext cx="4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 bytes</a:t>
                </a:r>
              </a:p>
            </p:txBody>
          </p:sp>
          <p:sp>
            <p:nvSpPr>
              <p:cNvPr id="42" name="Line 58">
                <a:extLst>
                  <a:ext uri="{FF2B5EF4-FFF2-40B4-BE49-F238E27FC236}">
                    <a16:creationId xmlns:a16="http://schemas.microsoft.com/office/drawing/2014/main" id="{FD720698-F5B3-5C47-A102-5E4786459A22}"/>
                  </a:ext>
                </a:extLst>
              </p:cNvPr>
              <p:cNvSpPr>
                <a:spLocks noChangeShapeType="1"/>
              </p:cNvSpPr>
              <p:nvPr/>
            </p:nvSpPr>
            <p:spPr bwMode="auto">
              <a:xfrm>
                <a:off x="3465"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Line 59">
                <a:extLst>
                  <a:ext uri="{FF2B5EF4-FFF2-40B4-BE49-F238E27FC236}">
                    <a16:creationId xmlns:a16="http://schemas.microsoft.com/office/drawing/2014/main" id="{5FE43354-E99E-6549-837E-529B4A967BBD}"/>
                  </a:ext>
                </a:extLst>
              </p:cNvPr>
              <p:cNvSpPr>
                <a:spLocks noChangeShapeType="1"/>
              </p:cNvSpPr>
              <p:nvPr/>
            </p:nvSpPr>
            <p:spPr bwMode="auto">
              <a:xfrm flipH="1" flipV="1">
                <a:off x="2691"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 name="Group 61">
              <a:extLst>
                <a:ext uri="{FF2B5EF4-FFF2-40B4-BE49-F238E27FC236}">
                  <a16:creationId xmlns:a16="http://schemas.microsoft.com/office/drawing/2014/main" id="{7B6CBFB9-B999-324E-91C4-CB7BCE5D8665}"/>
                </a:ext>
              </a:extLst>
            </p:cNvPr>
            <p:cNvGrpSpPr>
              <a:grpSpLocks/>
            </p:cNvGrpSpPr>
            <p:nvPr/>
          </p:nvGrpSpPr>
          <p:grpSpPr bwMode="auto">
            <a:xfrm>
              <a:off x="8077200" y="1937764"/>
              <a:ext cx="1747837" cy="274638"/>
              <a:chOff x="2691" y="1194"/>
              <a:chExt cx="1101" cy="173"/>
            </a:xfrm>
          </p:grpSpPr>
          <p:sp>
            <p:nvSpPr>
              <p:cNvPr id="45" name="Text Box 62">
                <a:extLst>
                  <a:ext uri="{FF2B5EF4-FFF2-40B4-BE49-F238E27FC236}">
                    <a16:creationId xmlns:a16="http://schemas.microsoft.com/office/drawing/2014/main" id="{E2F0F997-6116-0C45-BA9F-CBA730A15961}"/>
                  </a:ext>
                </a:extLst>
              </p:cNvPr>
              <p:cNvSpPr txBox="1">
                <a:spLocks noChangeArrowheads="1"/>
              </p:cNvSpPr>
              <p:nvPr/>
            </p:nvSpPr>
            <p:spPr bwMode="auto">
              <a:xfrm>
                <a:off x="3032" y="1194"/>
                <a:ext cx="4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 bytes</a:t>
                </a:r>
              </a:p>
            </p:txBody>
          </p:sp>
          <p:sp>
            <p:nvSpPr>
              <p:cNvPr id="46" name="Line 63">
                <a:extLst>
                  <a:ext uri="{FF2B5EF4-FFF2-40B4-BE49-F238E27FC236}">
                    <a16:creationId xmlns:a16="http://schemas.microsoft.com/office/drawing/2014/main" id="{17A912FD-E8A8-8442-8F53-5994F27165BE}"/>
                  </a:ext>
                </a:extLst>
              </p:cNvPr>
              <p:cNvSpPr>
                <a:spLocks noChangeShapeType="1"/>
              </p:cNvSpPr>
              <p:nvPr/>
            </p:nvSpPr>
            <p:spPr bwMode="auto">
              <a:xfrm>
                <a:off x="3465"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Line 64">
                <a:extLst>
                  <a:ext uri="{FF2B5EF4-FFF2-40B4-BE49-F238E27FC236}">
                    <a16:creationId xmlns:a16="http://schemas.microsoft.com/office/drawing/2014/main" id="{07B7A39C-E852-2B4C-941E-0B488FF8CD3B}"/>
                  </a:ext>
                </a:extLst>
              </p:cNvPr>
              <p:cNvSpPr>
                <a:spLocks noChangeShapeType="1"/>
              </p:cNvSpPr>
              <p:nvPr/>
            </p:nvSpPr>
            <p:spPr bwMode="auto">
              <a:xfrm flipH="1" flipV="1">
                <a:off x="2691"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838200" y="362678"/>
            <a:ext cx="10515600" cy="894622"/>
          </a:xfrm>
        </p:spPr>
        <p:txBody>
          <a:bodyPr>
            <a:normAutofit/>
          </a:bodyPr>
          <a:lstStyle/>
          <a:p>
            <a:r>
              <a:rPr lang="en-US" altLang="en-US" sz="4400" dirty="0">
                <a:ea typeface="ＭＳ Ｐゴシック" panose="020B0600070205080204" pitchFamily="34" charset="-128"/>
              </a:rPr>
              <a:t>DNS protocol messages</a:t>
            </a:r>
            <a:endParaRPr lang="en-US" sz="4400" dirty="0">
              <a:cs typeface="Calibri" panose="020F0502020204030204" pitchFamily="34" charset="0"/>
            </a:endParaRPr>
          </a:p>
        </p:txBody>
      </p:sp>
      <p:sp>
        <p:nvSpPr>
          <p:cNvPr id="10" name="Rectangle 3">
            <a:extLst>
              <a:ext uri="{FF2B5EF4-FFF2-40B4-BE49-F238E27FC236}">
                <a16:creationId xmlns:a16="http://schemas.microsoft.com/office/drawing/2014/main" id="{CD167590-D12C-F842-94F3-26CF0F3023F4}"/>
              </a:ext>
            </a:extLst>
          </p:cNvPr>
          <p:cNvSpPr txBox="1">
            <a:spLocks noChangeArrowheads="1"/>
          </p:cNvSpPr>
          <p:nvPr/>
        </p:nvSpPr>
        <p:spPr>
          <a:xfrm>
            <a:off x="693057" y="1391557"/>
            <a:ext cx="10393362" cy="51435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DNS</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query</a:t>
            </a:r>
            <a:r>
              <a:rPr kumimoji="0" lang="en-US" altLang="en-US" sz="32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and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reply</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messages, both have same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format:</a:t>
            </a:r>
            <a:endPar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11" name="Rectangle 4">
            <a:extLst>
              <a:ext uri="{FF2B5EF4-FFF2-40B4-BE49-F238E27FC236}">
                <a16:creationId xmlns:a16="http://schemas.microsoft.com/office/drawing/2014/main" id="{F978C79B-5602-8E43-829C-44002A5A2D5E}"/>
              </a:ext>
            </a:extLst>
          </p:cNvPr>
          <p:cNvSpPr>
            <a:spLocks noChangeArrowheads="1"/>
          </p:cNvSpPr>
          <p:nvPr/>
        </p:nvSpPr>
        <p:spPr bwMode="auto">
          <a:xfrm>
            <a:off x="1407887" y="2394964"/>
            <a:ext cx="4688114" cy="3838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marR="0" lvl="0" indent="-342900" algn="l" defTabSz="914400" rtl="0" eaLnBrk="1" fontAlgn="auto" latinLnBrk="0" hangingPunct="1">
              <a:lnSpc>
                <a:spcPct val="100000"/>
              </a:lnSpc>
              <a:spcBef>
                <a:spcPts val="0"/>
              </a:spcBef>
              <a:spcAft>
                <a:spcPts val="0"/>
              </a:spcAft>
              <a:buClrTx/>
              <a:buSzTx/>
              <a:buFont typeface="ZapfDingbat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message header:</a:t>
            </a:r>
          </a:p>
          <a:p>
            <a:pPr marL="227013" marR="0" lvl="0" indent="-227013" algn="l" defTabSz="914400" rtl="0" eaLnBrk="1" fontAlgn="auto" latinLnBrk="0" hangingPunct="1">
              <a:lnSpc>
                <a:spcPct val="100000"/>
              </a:lnSpc>
              <a:spcBef>
                <a:spcPts val="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ＭＳ Ｐゴシック" charset="0"/>
              </a:rPr>
              <a:t>identification: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 16 bit # for query, reply to query uses same #</a:t>
            </a:r>
          </a:p>
          <a:p>
            <a:pPr marL="227013" marR="0" lvl="0" indent="-227013" algn="l" defTabSz="914400" rtl="0" eaLnBrk="1" fontAlgn="auto" latinLnBrk="0" hangingPunct="1">
              <a:lnSpc>
                <a:spcPct val="100000"/>
              </a:lnSpc>
              <a:spcBef>
                <a:spcPts val="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ＭＳ Ｐゴシック" charset="0"/>
              </a:rPr>
              <a:t>flags:</a:t>
            </a:r>
          </a:p>
          <a:p>
            <a:pPr marL="460375" marR="0" lvl="1" indent="-230188" algn="l" defTabSz="914400" rtl="0" eaLnBrk="1" fontAlgn="auto" latinLnBrk="0" hangingPunct="1">
              <a:lnSpc>
                <a:spcPct val="100000"/>
              </a:lnSpc>
              <a:spcBef>
                <a:spcPts val="0"/>
              </a:spcBef>
              <a:spcAft>
                <a:spcPts val="0"/>
              </a:spcAft>
              <a:buClr>
                <a:srgbClr val="000099"/>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query or reply</a:t>
            </a:r>
          </a:p>
          <a:p>
            <a:pPr marL="460375" marR="0" lvl="1" indent="-230188" algn="l" defTabSz="914400" rtl="0" eaLnBrk="1" fontAlgn="auto" latinLnBrk="0" hangingPunct="1">
              <a:lnSpc>
                <a:spcPct val="100000"/>
              </a:lnSpc>
              <a:spcBef>
                <a:spcPts val="0"/>
              </a:spcBef>
              <a:spcAft>
                <a:spcPts val="0"/>
              </a:spcAft>
              <a:buClr>
                <a:srgbClr val="000099"/>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recursion desired </a:t>
            </a:r>
          </a:p>
          <a:p>
            <a:pPr marL="460375" marR="0" lvl="1" indent="-230188" algn="l" defTabSz="914400" rtl="0" eaLnBrk="1" fontAlgn="auto" latinLnBrk="0" hangingPunct="1">
              <a:lnSpc>
                <a:spcPct val="100000"/>
              </a:lnSpc>
              <a:spcBef>
                <a:spcPts val="0"/>
              </a:spcBef>
              <a:spcAft>
                <a:spcPts val="0"/>
              </a:spcAft>
              <a:buClr>
                <a:srgbClr val="000099"/>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recursion available</a:t>
            </a:r>
          </a:p>
          <a:p>
            <a:pPr marL="460375" marR="0" lvl="1" indent="-230188" algn="l" defTabSz="914400" rtl="0" eaLnBrk="1" fontAlgn="auto" latinLnBrk="0" hangingPunct="1">
              <a:lnSpc>
                <a:spcPct val="100000"/>
              </a:lnSpc>
              <a:spcBef>
                <a:spcPts val="0"/>
              </a:spcBef>
              <a:spcAft>
                <a:spcPts val="0"/>
              </a:spcAft>
              <a:buClr>
                <a:srgbClr val="000099"/>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reply is authoritative</a:t>
            </a:r>
          </a:p>
        </p:txBody>
      </p:sp>
      <p:sp>
        <p:nvSpPr>
          <p:cNvPr id="38" name="Line 34">
            <a:extLst>
              <a:ext uri="{FF2B5EF4-FFF2-40B4-BE49-F238E27FC236}">
                <a16:creationId xmlns:a16="http://schemas.microsoft.com/office/drawing/2014/main" id="{03A0FB20-73AE-C645-8115-85F6EEA5B5D1}"/>
              </a:ext>
            </a:extLst>
          </p:cNvPr>
          <p:cNvSpPr>
            <a:spLocks noChangeShapeType="1"/>
          </p:cNvSpPr>
          <p:nvPr/>
        </p:nvSpPr>
        <p:spPr bwMode="auto">
          <a:xfrm flipV="1">
            <a:off x="3710672" y="2610864"/>
            <a:ext cx="2902854" cy="295274"/>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Line 35">
            <a:extLst>
              <a:ext uri="{FF2B5EF4-FFF2-40B4-BE49-F238E27FC236}">
                <a16:creationId xmlns:a16="http://schemas.microsoft.com/office/drawing/2014/main" id="{1A55A89B-1CD7-B54F-863D-E99720E03B7C}"/>
              </a:ext>
            </a:extLst>
          </p:cNvPr>
          <p:cNvSpPr>
            <a:spLocks noChangeShapeType="1"/>
          </p:cNvSpPr>
          <p:nvPr/>
        </p:nvSpPr>
        <p:spPr bwMode="auto">
          <a:xfrm flipV="1">
            <a:off x="2352675" y="2590227"/>
            <a:ext cx="6383337" cy="1208088"/>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lide Number Placeholder 2">
            <a:extLst>
              <a:ext uri="{FF2B5EF4-FFF2-40B4-BE49-F238E27FC236}">
                <a16:creationId xmlns:a16="http://schemas.microsoft.com/office/drawing/2014/main" id="{B83050FC-315F-2544-B90A-1FF8E08E69C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154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dissolve">
                                      <p:cBhvr>
                                        <p:cTn id="7" dur="500"/>
                                        <p:tgtEl>
                                          <p:spTgt spid="11">
                                            <p:txEl>
                                              <p:pRg st="1" end="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dissolv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dissolve">
                                      <p:cBhvr>
                                        <p:cTn id="15" dur="500"/>
                                        <p:tgtEl>
                                          <p:spTgt spid="11">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animEffect transition="in" filter="dissolve">
                                      <p:cBhvr>
                                        <p:cTn id="18" dur="500"/>
                                        <p:tgtEl>
                                          <p:spTgt spid="11">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dissolve">
                                      <p:cBhvr>
                                        <p:cTn id="21" dur="500"/>
                                        <p:tgtEl>
                                          <p:spTgt spid="11">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1">
                                            <p:txEl>
                                              <p:pRg st="5" end="5"/>
                                            </p:txEl>
                                          </p:spTgt>
                                        </p:tgtEl>
                                        <p:attrNameLst>
                                          <p:attrName>style.visibility</p:attrName>
                                        </p:attrNameLst>
                                      </p:cBhvr>
                                      <p:to>
                                        <p:strVal val="visible"/>
                                      </p:to>
                                    </p:set>
                                    <p:animEffect transition="in" filter="dissolve">
                                      <p:cBhvr>
                                        <p:cTn id="24" dur="500"/>
                                        <p:tgtEl>
                                          <p:spTgt spid="11">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animEffect transition="in" filter="dissolve">
                                      <p:cBhvr>
                                        <p:cTn id="27" dur="500"/>
                                        <p:tgtEl>
                                          <p:spTgt spid="11">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dissolve">
                                      <p:cBhvr>
                                        <p:cTn id="3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a:extLst>
              <a:ext uri="{FF2B5EF4-FFF2-40B4-BE49-F238E27FC236}">
                <a16:creationId xmlns:a16="http://schemas.microsoft.com/office/drawing/2014/main" id="{F3A966D3-2C53-7043-9726-8E5764BD36FD}"/>
              </a:ext>
            </a:extLst>
          </p:cNvPr>
          <p:cNvGrpSpPr/>
          <p:nvPr/>
        </p:nvGrpSpPr>
        <p:grpSpPr>
          <a:xfrm>
            <a:off x="6272212" y="1937764"/>
            <a:ext cx="3671888" cy="4505326"/>
            <a:chOff x="6272212" y="1937764"/>
            <a:chExt cx="3671888" cy="4505326"/>
          </a:xfrm>
        </p:grpSpPr>
        <p:sp>
          <p:nvSpPr>
            <p:cNvPr id="58" name="Rectangle 12">
              <a:extLst>
                <a:ext uri="{FF2B5EF4-FFF2-40B4-BE49-F238E27FC236}">
                  <a16:creationId xmlns:a16="http://schemas.microsoft.com/office/drawing/2014/main" id="{D3568E88-5955-424B-B8F5-A21359D5E540}"/>
                </a:ext>
              </a:extLst>
            </p:cNvPr>
            <p:cNvSpPr>
              <a:spLocks noChangeArrowheads="1"/>
            </p:cNvSpPr>
            <p:nvPr/>
          </p:nvSpPr>
          <p:spPr bwMode="auto">
            <a:xfrm>
              <a:off x="6297612" y="2339402"/>
              <a:ext cx="3614738" cy="4103688"/>
            </a:xfrm>
            <a:prstGeom prst="rect">
              <a:avLst/>
            </a:prstGeom>
            <a:solidFill>
              <a:schemeClr val="bg1"/>
            </a:solidFill>
            <a:ln w="19050">
              <a:solidFill>
                <a:schemeClr val="tx1"/>
              </a:solidFill>
              <a:miter lim="800000"/>
              <a:headEnd/>
              <a:tailEnd/>
            </a:ln>
            <a:effectLst>
              <a:outerShdw blurRad="50800" dist="38100" dir="18900000" sx="101000" sy="101000" algn="bl" rotWithShape="0">
                <a:srgbClr val="0000A3">
                  <a:alpha val="40000"/>
                </a:srgb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 name="Line 13">
              <a:extLst>
                <a:ext uri="{FF2B5EF4-FFF2-40B4-BE49-F238E27FC236}">
                  <a16:creationId xmlns:a16="http://schemas.microsoft.com/office/drawing/2014/main" id="{F1DAA21C-2CC0-F041-B1F7-E5116088076B}"/>
                </a:ext>
              </a:extLst>
            </p:cNvPr>
            <p:cNvSpPr>
              <a:spLocks noChangeShapeType="1"/>
            </p:cNvSpPr>
            <p:nvPr/>
          </p:nvSpPr>
          <p:spPr bwMode="auto">
            <a:xfrm>
              <a:off x="6286500" y="57668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Line 14">
              <a:extLst>
                <a:ext uri="{FF2B5EF4-FFF2-40B4-BE49-F238E27FC236}">
                  <a16:creationId xmlns:a16="http://schemas.microsoft.com/office/drawing/2014/main" id="{507E3301-3AAB-0340-A7F1-6C57515086B5}"/>
                </a:ext>
              </a:extLst>
            </p:cNvPr>
            <p:cNvSpPr>
              <a:spLocks noChangeShapeType="1"/>
            </p:cNvSpPr>
            <p:nvPr/>
          </p:nvSpPr>
          <p:spPr bwMode="auto">
            <a:xfrm>
              <a:off x="6297612" y="50810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Line 15">
              <a:extLst>
                <a:ext uri="{FF2B5EF4-FFF2-40B4-BE49-F238E27FC236}">
                  <a16:creationId xmlns:a16="http://schemas.microsoft.com/office/drawing/2014/main" id="{C84DEA63-7944-AC4C-88AD-6817D39540D9}"/>
                </a:ext>
              </a:extLst>
            </p:cNvPr>
            <p:cNvSpPr>
              <a:spLocks noChangeShapeType="1"/>
            </p:cNvSpPr>
            <p:nvPr/>
          </p:nvSpPr>
          <p:spPr bwMode="auto">
            <a:xfrm>
              <a:off x="6286500" y="43952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Line 16">
              <a:extLst>
                <a:ext uri="{FF2B5EF4-FFF2-40B4-BE49-F238E27FC236}">
                  <a16:creationId xmlns:a16="http://schemas.microsoft.com/office/drawing/2014/main" id="{DC9B8E6D-9F7D-004C-98A3-75DEEEBD9AD5}"/>
                </a:ext>
              </a:extLst>
            </p:cNvPr>
            <p:cNvSpPr>
              <a:spLocks noChangeShapeType="1"/>
            </p:cNvSpPr>
            <p:nvPr/>
          </p:nvSpPr>
          <p:spPr bwMode="auto">
            <a:xfrm>
              <a:off x="6286500" y="372052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Line 17">
              <a:extLst>
                <a:ext uri="{FF2B5EF4-FFF2-40B4-BE49-F238E27FC236}">
                  <a16:creationId xmlns:a16="http://schemas.microsoft.com/office/drawing/2014/main" id="{306014BE-BC39-824E-9F78-D660CD267573}"/>
                </a:ext>
              </a:extLst>
            </p:cNvPr>
            <p:cNvSpPr>
              <a:spLocks noChangeShapeType="1"/>
            </p:cNvSpPr>
            <p:nvPr/>
          </p:nvSpPr>
          <p:spPr bwMode="auto">
            <a:xfrm>
              <a:off x="6284912" y="326332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Line 18">
              <a:extLst>
                <a:ext uri="{FF2B5EF4-FFF2-40B4-BE49-F238E27FC236}">
                  <a16:creationId xmlns:a16="http://schemas.microsoft.com/office/drawing/2014/main" id="{A42C2C1E-84BD-9743-97E0-09CF9FCFF2BD}"/>
                </a:ext>
              </a:extLst>
            </p:cNvPr>
            <p:cNvSpPr>
              <a:spLocks noChangeShapeType="1"/>
            </p:cNvSpPr>
            <p:nvPr/>
          </p:nvSpPr>
          <p:spPr bwMode="auto">
            <a:xfrm>
              <a:off x="6272212" y="281247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Line 19">
              <a:extLst>
                <a:ext uri="{FF2B5EF4-FFF2-40B4-BE49-F238E27FC236}">
                  <a16:creationId xmlns:a16="http://schemas.microsoft.com/office/drawing/2014/main" id="{A5708C43-6E7B-824A-980E-C5EB81FC2101}"/>
                </a:ext>
              </a:extLst>
            </p:cNvPr>
            <p:cNvSpPr>
              <a:spLocks noChangeShapeType="1"/>
            </p:cNvSpPr>
            <p:nvPr/>
          </p:nvSpPr>
          <p:spPr bwMode="auto">
            <a:xfrm>
              <a:off x="8104187" y="2350514"/>
              <a:ext cx="3175" cy="1360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Box 20">
              <a:extLst>
                <a:ext uri="{FF2B5EF4-FFF2-40B4-BE49-F238E27FC236}">
                  <a16:creationId xmlns:a16="http://schemas.microsoft.com/office/drawing/2014/main" id="{B5DFDF92-2319-2549-A363-2E65C1291108}"/>
                </a:ext>
              </a:extLst>
            </p:cNvPr>
            <p:cNvSpPr txBox="1">
              <a:spLocks noChangeArrowheads="1"/>
            </p:cNvSpPr>
            <p:nvPr/>
          </p:nvSpPr>
          <p:spPr bwMode="auto">
            <a:xfrm>
              <a:off x="6542087" y="2410839"/>
              <a:ext cx="1311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identification</a:t>
              </a:r>
            </a:p>
          </p:txBody>
        </p:sp>
        <p:sp>
          <p:nvSpPr>
            <p:cNvPr id="67" name="Text Box 21">
              <a:extLst>
                <a:ext uri="{FF2B5EF4-FFF2-40B4-BE49-F238E27FC236}">
                  <a16:creationId xmlns:a16="http://schemas.microsoft.com/office/drawing/2014/main" id="{D4E993B8-AE34-384B-8C59-1B56BB128D3A}"/>
                </a:ext>
              </a:extLst>
            </p:cNvPr>
            <p:cNvSpPr txBox="1">
              <a:spLocks noChangeArrowheads="1"/>
            </p:cNvSpPr>
            <p:nvPr/>
          </p:nvSpPr>
          <p:spPr bwMode="auto">
            <a:xfrm>
              <a:off x="8666162" y="2410839"/>
              <a:ext cx="612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flags</a:t>
              </a:r>
            </a:p>
          </p:txBody>
        </p:sp>
        <p:sp>
          <p:nvSpPr>
            <p:cNvPr id="68" name="Text Box 22">
              <a:extLst>
                <a:ext uri="{FF2B5EF4-FFF2-40B4-BE49-F238E27FC236}">
                  <a16:creationId xmlns:a16="http://schemas.microsoft.com/office/drawing/2014/main" id="{B3DF818C-F6C8-E14D-A46C-FD30630746B9}"/>
                </a:ext>
              </a:extLst>
            </p:cNvPr>
            <p:cNvSpPr txBox="1">
              <a:spLocks noChangeArrowheads="1"/>
            </p:cNvSpPr>
            <p:nvPr/>
          </p:nvSpPr>
          <p:spPr bwMode="auto">
            <a:xfrm>
              <a:off x="6573837" y="2868039"/>
              <a:ext cx="1222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questions</a:t>
              </a:r>
            </a:p>
          </p:txBody>
        </p:sp>
        <p:sp>
          <p:nvSpPr>
            <p:cNvPr id="69" name="Text Box 23">
              <a:extLst>
                <a:ext uri="{FF2B5EF4-FFF2-40B4-BE49-F238E27FC236}">
                  <a16:creationId xmlns:a16="http://schemas.microsoft.com/office/drawing/2014/main" id="{9A6A9AC2-926A-8B4E-81B0-9CE0DD3BB5BE}"/>
                </a:ext>
              </a:extLst>
            </p:cNvPr>
            <p:cNvSpPr txBox="1">
              <a:spLocks noChangeArrowheads="1"/>
            </p:cNvSpPr>
            <p:nvPr/>
          </p:nvSpPr>
          <p:spPr bwMode="auto">
            <a:xfrm>
              <a:off x="6457950" y="3879277"/>
              <a:ext cx="3278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questions (variable # of questions)</a:t>
              </a:r>
            </a:p>
          </p:txBody>
        </p:sp>
        <p:sp>
          <p:nvSpPr>
            <p:cNvPr id="70" name="Text Box 26">
              <a:extLst>
                <a:ext uri="{FF2B5EF4-FFF2-40B4-BE49-F238E27FC236}">
                  <a16:creationId xmlns:a16="http://schemas.microsoft.com/office/drawing/2014/main" id="{C9071FBC-5A74-7341-A63F-649340BD848A}"/>
                </a:ext>
              </a:extLst>
            </p:cNvPr>
            <p:cNvSpPr txBox="1">
              <a:spLocks noChangeArrowheads="1"/>
            </p:cNvSpPr>
            <p:nvPr/>
          </p:nvSpPr>
          <p:spPr bwMode="auto">
            <a:xfrm>
              <a:off x="8167687" y="3323652"/>
              <a:ext cx="1671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additional RRs</a:t>
              </a:r>
            </a:p>
          </p:txBody>
        </p:sp>
        <p:sp>
          <p:nvSpPr>
            <p:cNvPr id="71" name="Text Box 27">
              <a:extLst>
                <a:ext uri="{FF2B5EF4-FFF2-40B4-BE49-F238E27FC236}">
                  <a16:creationId xmlns:a16="http://schemas.microsoft.com/office/drawing/2014/main" id="{9513342D-3D82-2446-A7D3-28EDD5EAEE7E}"/>
                </a:ext>
              </a:extLst>
            </p:cNvPr>
            <p:cNvSpPr txBox="1">
              <a:spLocks noChangeArrowheads="1"/>
            </p:cNvSpPr>
            <p:nvPr/>
          </p:nvSpPr>
          <p:spPr bwMode="auto">
            <a:xfrm>
              <a:off x="6415087" y="3325239"/>
              <a:ext cx="15843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authority RRs</a:t>
              </a:r>
            </a:p>
          </p:txBody>
        </p:sp>
        <p:sp>
          <p:nvSpPr>
            <p:cNvPr id="72" name="Text Box 28">
              <a:extLst>
                <a:ext uri="{FF2B5EF4-FFF2-40B4-BE49-F238E27FC236}">
                  <a16:creationId xmlns:a16="http://schemas.microsoft.com/office/drawing/2014/main" id="{83ED9871-C6FF-8644-98E4-EEE7A5BD0267}"/>
                </a:ext>
              </a:extLst>
            </p:cNvPr>
            <p:cNvSpPr txBox="1">
              <a:spLocks noChangeArrowheads="1"/>
            </p:cNvSpPr>
            <p:nvPr/>
          </p:nvSpPr>
          <p:spPr bwMode="auto">
            <a:xfrm>
              <a:off x="8266112" y="2877564"/>
              <a:ext cx="1458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answer RRs</a:t>
              </a:r>
            </a:p>
          </p:txBody>
        </p:sp>
        <p:sp>
          <p:nvSpPr>
            <p:cNvPr id="73" name="Text Box 30">
              <a:extLst>
                <a:ext uri="{FF2B5EF4-FFF2-40B4-BE49-F238E27FC236}">
                  <a16:creationId xmlns:a16="http://schemas.microsoft.com/office/drawing/2014/main" id="{646FFA4C-D2F4-804F-BB10-D2E1E711F5DF}"/>
                </a:ext>
              </a:extLst>
            </p:cNvPr>
            <p:cNvSpPr txBox="1">
              <a:spLocks noChangeArrowheads="1"/>
            </p:cNvSpPr>
            <p:nvPr/>
          </p:nvSpPr>
          <p:spPr bwMode="auto">
            <a:xfrm>
              <a:off x="6765925" y="4563489"/>
              <a:ext cx="26908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answers (variable # of RRs)</a:t>
              </a:r>
            </a:p>
          </p:txBody>
        </p:sp>
        <p:sp>
          <p:nvSpPr>
            <p:cNvPr id="74" name="Text Box 31">
              <a:extLst>
                <a:ext uri="{FF2B5EF4-FFF2-40B4-BE49-F238E27FC236}">
                  <a16:creationId xmlns:a16="http://schemas.microsoft.com/office/drawing/2014/main" id="{F169C7FC-D0F8-9546-93C0-00F4E6E4B0A7}"/>
                </a:ext>
              </a:extLst>
            </p:cNvPr>
            <p:cNvSpPr txBox="1">
              <a:spLocks noChangeArrowheads="1"/>
            </p:cNvSpPr>
            <p:nvPr/>
          </p:nvSpPr>
          <p:spPr bwMode="auto">
            <a:xfrm>
              <a:off x="6796087" y="5249289"/>
              <a:ext cx="2714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authority (variable # of RRs)</a:t>
              </a:r>
            </a:p>
          </p:txBody>
        </p:sp>
        <p:sp>
          <p:nvSpPr>
            <p:cNvPr id="75" name="Text Box 32">
              <a:extLst>
                <a:ext uri="{FF2B5EF4-FFF2-40B4-BE49-F238E27FC236}">
                  <a16:creationId xmlns:a16="http://schemas.microsoft.com/office/drawing/2014/main" id="{2A810C4D-9EF9-0B42-8366-C238D3FBAE0A}"/>
                </a:ext>
              </a:extLst>
            </p:cNvPr>
            <p:cNvSpPr txBox="1">
              <a:spLocks noChangeArrowheads="1"/>
            </p:cNvSpPr>
            <p:nvPr/>
          </p:nvSpPr>
          <p:spPr bwMode="auto">
            <a:xfrm>
              <a:off x="6492875" y="5916039"/>
              <a:ext cx="31861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additional info (variable # of RRs)</a:t>
              </a:r>
            </a:p>
          </p:txBody>
        </p:sp>
        <p:grpSp>
          <p:nvGrpSpPr>
            <p:cNvPr id="76" name="Group 60">
              <a:extLst>
                <a:ext uri="{FF2B5EF4-FFF2-40B4-BE49-F238E27FC236}">
                  <a16:creationId xmlns:a16="http://schemas.microsoft.com/office/drawing/2014/main" id="{8BF3E406-CCE3-D64E-8AB4-D91149714F06}"/>
                </a:ext>
              </a:extLst>
            </p:cNvPr>
            <p:cNvGrpSpPr>
              <a:grpSpLocks/>
            </p:cNvGrpSpPr>
            <p:nvPr/>
          </p:nvGrpSpPr>
          <p:grpSpPr bwMode="auto">
            <a:xfrm>
              <a:off x="6302375" y="1937764"/>
              <a:ext cx="1747837" cy="274638"/>
              <a:chOff x="2691" y="1194"/>
              <a:chExt cx="1101" cy="173"/>
            </a:xfrm>
          </p:grpSpPr>
          <p:sp>
            <p:nvSpPr>
              <p:cNvPr id="81" name="Text Box 57">
                <a:extLst>
                  <a:ext uri="{FF2B5EF4-FFF2-40B4-BE49-F238E27FC236}">
                    <a16:creationId xmlns:a16="http://schemas.microsoft.com/office/drawing/2014/main" id="{C33F9937-2680-5C4C-811E-5F9E3D43BD26}"/>
                  </a:ext>
                </a:extLst>
              </p:cNvPr>
              <p:cNvSpPr txBox="1">
                <a:spLocks noChangeArrowheads="1"/>
              </p:cNvSpPr>
              <p:nvPr/>
            </p:nvSpPr>
            <p:spPr bwMode="auto">
              <a:xfrm>
                <a:off x="3032" y="1194"/>
                <a:ext cx="4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 bytes</a:t>
                </a:r>
              </a:p>
            </p:txBody>
          </p:sp>
          <p:sp>
            <p:nvSpPr>
              <p:cNvPr id="82" name="Line 58">
                <a:extLst>
                  <a:ext uri="{FF2B5EF4-FFF2-40B4-BE49-F238E27FC236}">
                    <a16:creationId xmlns:a16="http://schemas.microsoft.com/office/drawing/2014/main" id="{B39B871F-A818-1B4E-A225-DA01D5EDAC73}"/>
                  </a:ext>
                </a:extLst>
              </p:cNvPr>
              <p:cNvSpPr>
                <a:spLocks noChangeShapeType="1"/>
              </p:cNvSpPr>
              <p:nvPr/>
            </p:nvSpPr>
            <p:spPr bwMode="auto">
              <a:xfrm>
                <a:off x="3465"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Line 59">
                <a:extLst>
                  <a:ext uri="{FF2B5EF4-FFF2-40B4-BE49-F238E27FC236}">
                    <a16:creationId xmlns:a16="http://schemas.microsoft.com/office/drawing/2014/main" id="{3CB8F9AE-D625-1D4A-8625-28F8772B9B79}"/>
                  </a:ext>
                </a:extLst>
              </p:cNvPr>
              <p:cNvSpPr>
                <a:spLocks noChangeShapeType="1"/>
              </p:cNvSpPr>
              <p:nvPr/>
            </p:nvSpPr>
            <p:spPr bwMode="auto">
              <a:xfrm flipH="1" flipV="1">
                <a:off x="2691"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7" name="Group 61">
              <a:extLst>
                <a:ext uri="{FF2B5EF4-FFF2-40B4-BE49-F238E27FC236}">
                  <a16:creationId xmlns:a16="http://schemas.microsoft.com/office/drawing/2014/main" id="{711AFC78-9A4A-CD41-A49D-623142A48198}"/>
                </a:ext>
              </a:extLst>
            </p:cNvPr>
            <p:cNvGrpSpPr>
              <a:grpSpLocks/>
            </p:cNvGrpSpPr>
            <p:nvPr/>
          </p:nvGrpSpPr>
          <p:grpSpPr bwMode="auto">
            <a:xfrm>
              <a:off x="8077200" y="1937764"/>
              <a:ext cx="1747837" cy="274638"/>
              <a:chOff x="2691" y="1194"/>
              <a:chExt cx="1101" cy="173"/>
            </a:xfrm>
          </p:grpSpPr>
          <p:sp>
            <p:nvSpPr>
              <p:cNvPr id="78" name="Text Box 62">
                <a:extLst>
                  <a:ext uri="{FF2B5EF4-FFF2-40B4-BE49-F238E27FC236}">
                    <a16:creationId xmlns:a16="http://schemas.microsoft.com/office/drawing/2014/main" id="{D2686047-8DDE-AA4D-88A8-9F0670CBD058}"/>
                  </a:ext>
                </a:extLst>
              </p:cNvPr>
              <p:cNvSpPr txBox="1">
                <a:spLocks noChangeArrowheads="1"/>
              </p:cNvSpPr>
              <p:nvPr/>
            </p:nvSpPr>
            <p:spPr bwMode="auto">
              <a:xfrm>
                <a:off x="3032" y="1194"/>
                <a:ext cx="4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 bytes</a:t>
                </a:r>
              </a:p>
            </p:txBody>
          </p:sp>
          <p:sp>
            <p:nvSpPr>
              <p:cNvPr id="79" name="Line 63">
                <a:extLst>
                  <a:ext uri="{FF2B5EF4-FFF2-40B4-BE49-F238E27FC236}">
                    <a16:creationId xmlns:a16="http://schemas.microsoft.com/office/drawing/2014/main" id="{A93491FC-3FC2-BA4A-B5FC-8BFED427087D}"/>
                  </a:ext>
                </a:extLst>
              </p:cNvPr>
              <p:cNvSpPr>
                <a:spLocks noChangeShapeType="1"/>
              </p:cNvSpPr>
              <p:nvPr/>
            </p:nvSpPr>
            <p:spPr bwMode="auto">
              <a:xfrm>
                <a:off x="3465"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Line 64">
                <a:extLst>
                  <a:ext uri="{FF2B5EF4-FFF2-40B4-BE49-F238E27FC236}">
                    <a16:creationId xmlns:a16="http://schemas.microsoft.com/office/drawing/2014/main" id="{B4EF32F5-CEE0-064C-98D1-0B2AED9C53EF}"/>
                  </a:ext>
                </a:extLst>
              </p:cNvPr>
              <p:cNvSpPr>
                <a:spLocks noChangeShapeType="1"/>
              </p:cNvSpPr>
              <p:nvPr/>
            </p:nvSpPr>
            <p:spPr bwMode="auto">
              <a:xfrm flipH="1" flipV="1">
                <a:off x="2691"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10" name="Rectangle 3">
            <a:extLst>
              <a:ext uri="{FF2B5EF4-FFF2-40B4-BE49-F238E27FC236}">
                <a16:creationId xmlns:a16="http://schemas.microsoft.com/office/drawing/2014/main" id="{CD167590-D12C-F842-94F3-26CF0F3023F4}"/>
              </a:ext>
            </a:extLst>
          </p:cNvPr>
          <p:cNvSpPr txBox="1">
            <a:spLocks noChangeArrowheads="1"/>
          </p:cNvSpPr>
          <p:nvPr/>
        </p:nvSpPr>
        <p:spPr>
          <a:xfrm>
            <a:off x="693057" y="1391557"/>
            <a:ext cx="10393362" cy="51435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DNS</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query</a:t>
            </a:r>
            <a:r>
              <a:rPr kumimoji="0" lang="en-US" altLang="en-US" sz="32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and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reply</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messages, both have same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format:</a:t>
            </a:r>
            <a:endPar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48" name="Text Box 4">
            <a:extLst>
              <a:ext uri="{FF2B5EF4-FFF2-40B4-BE49-F238E27FC236}">
                <a16:creationId xmlns:a16="http://schemas.microsoft.com/office/drawing/2014/main" id="{95042E94-C8A0-BE46-8EB4-39429E2BF4C4}"/>
              </a:ext>
            </a:extLst>
          </p:cNvPr>
          <p:cNvSpPr txBox="1">
            <a:spLocks noChangeArrowheads="1"/>
          </p:cNvSpPr>
          <p:nvPr/>
        </p:nvSpPr>
        <p:spPr bwMode="auto">
          <a:xfrm>
            <a:off x="1027795" y="3882482"/>
            <a:ext cx="3970338" cy="409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name, type fields for a query</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9" name="Text Box 5">
            <a:extLst>
              <a:ext uri="{FF2B5EF4-FFF2-40B4-BE49-F238E27FC236}">
                <a16:creationId xmlns:a16="http://schemas.microsoft.com/office/drawing/2014/main" id="{4E613433-F917-A147-AF5A-4DF4F76E7E09}"/>
              </a:ext>
            </a:extLst>
          </p:cNvPr>
          <p:cNvSpPr txBox="1">
            <a:spLocks noChangeArrowheads="1"/>
          </p:cNvSpPr>
          <p:nvPr/>
        </p:nvSpPr>
        <p:spPr bwMode="auto">
          <a:xfrm>
            <a:off x="998138" y="4604794"/>
            <a:ext cx="4003170" cy="409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RRs in response to query</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0" name="Text Box 6">
            <a:extLst>
              <a:ext uri="{FF2B5EF4-FFF2-40B4-BE49-F238E27FC236}">
                <a16:creationId xmlns:a16="http://schemas.microsoft.com/office/drawing/2014/main" id="{3FD623A6-A024-6347-B591-DAC5D82FD136}"/>
              </a:ext>
            </a:extLst>
          </p:cNvPr>
          <p:cNvSpPr txBox="1">
            <a:spLocks noChangeArrowheads="1"/>
          </p:cNvSpPr>
          <p:nvPr/>
        </p:nvSpPr>
        <p:spPr bwMode="auto">
          <a:xfrm>
            <a:off x="217715" y="5271771"/>
            <a:ext cx="4801281" cy="409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records for authoritative servers</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1" name="Text Box 7">
            <a:extLst>
              <a:ext uri="{FF2B5EF4-FFF2-40B4-BE49-F238E27FC236}">
                <a16:creationId xmlns:a16="http://schemas.microsoft.com/office/drawing/2014/main" id="{4B8555F6-7100-944F-9974-2E826BBBD80C}"/>
              </a:ext>
            </a:extLst>
          </p:cNvPr>
          <p:cNvSpPr txBox="1">
            <a:spLocks noChangeArrowheads="1"/>
          </p:cNvSpPr>
          <p:nvPr/>
        </p:nvSpPr>
        <p:spPr bwMode="auto">
          <a:xfrm>
            <a:off x="399371" y="5790401"/>
            <a:ext cx="4614409" cy="72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additional “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helpful”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info that may be used</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2" name="Line 37">
            <a:extLst>
              <a:ext uri="{FF2B5EF4-FFF2-40B4-BE49-F238E27FC236}">
                <a16:creationId xmlns:a16="http://schemas.microsoft.com/office/drawing/2014/main" id="{F803F024-9C8E-164E-BC96-48776D3FA40F}"/>
              </a:ext>
            </a:extLst>
          </p:cNvPr>
          <p:cNvSpPr>
            <a:spLocks noChangeShapeType="1"/>
          </p:cNvSpPr>
          <p:nvPr/>
        </p:nvSpPr>
        <p:spPr bwMode="auto">
          <a:xfrm flipH="1">
            <a:off x="5070475" y="6126704"/>
            <a:ext cx="137160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Line 38">
            <a:extLst>
              <a:ext uri="{FF2B5EF4-FFF2-40B4-BE49-F238E27FC236}">
                <a16:creationId xmlns:a16="http://schemas.microsoft.com/office/drawing/2014/main" id="{316EAAA0-F793-2043-BFB7-87E6DFAFF73D}"/>
              </a:ext>
            </a:extLst>
          </p:cNvPr>
          <p:cNvSpPr>
            <a:spLocks noChangeShapeType="1"/>
          </p:cNvSpPr>
          <p:nvPr/>
        </p:nvSpPr>
        <p:spPr bwMode="auto">
          <a:xfrm flipH="1">
            <a:off x="5078413" y="5467891"/>
            <a:ext cx="137160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Line 39">
            <a:extLst>
              <a:ext uri="{FF2B5EF4-FFF2-40B4-BE49-F238E27FC236}">
                <a16:creationId xmlns:a16="http://schemas.microsoft.com/office/drawing/2014/main" id="{408447E0-07FB-1341-9B44-D1DA4C6774E2}"/>
              </a:ext>
            </a:extLst>
          </p:cNvPr>
          <p:cNvSpPr>
            <a:spLocks noChangeShapeType="1"/>
          </p:cNvSpPr>
          <p:nvPr/>
        </p:nvSpPr>
        <p:spPr bwMode="auto">
          <a:xfrm flipH="1">
            <a:off x="5086350" y="4809079"/>
            <a:ext cx="137160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Line 40">
            <a:extLst>
              <a:ext uri="{FF2B5EF4-FFF2-40B4-BE49-F238E27FC236}">
                <a16:creationId xmlns:a16="http://schemas.microsoft.com/office/drawing/2014/main" id="{F708B0A3-0C69-D745-B00F-2DDF2924D4FD}"/>
              </a:ext>
            </a:extLst>
          </p:cNvPr>
          <p:cNvSpPr>
            <a:spLocks noChangeShapeType="1"/>
          </p:cNvSpPr>
          <p:nvPr/>
        </p:nvSpPr>
        <p:spPr bwMode="auto">
          <a:xfrm flipH="1">
            <a:off x="5072063" y="4083591"/>
            <a:ext cx="137160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Title 1">
            <a:extLst>
              <a:ext uri="{FF2B5EF4-FFF2-40B4-BE49-F238E27FC236}">
                <a16:creationId xmlns:a16="http://schemas.microsoft.com/office/drawing/2014/main" id="{95E186ED-4245-C448-9822-1199EA93DC2B}"/>
              </a:ext>
            </a:extLst>
          </p:cNvPr>
          <p:cNvSpPr>
            <a:spLocks noGrp="1"/>
          </p:cNvSpPr>
          <p:nvPr>
            <p:ph type="title"/>
          </p:nvPr>
        </p:nvSpPr>
        <p:spPr>
          <a:xfrm>
            <a:off x="838200" y="362678"/>
            <a:ext cx="10515600" cy="894622"/>
          </a:xfrm>
        </p:spPr>
        <p:txBody>
          <a:bodyPr>
            <a:normAutofit/>
          </a:bodyPr>
          <a:lstStyle/>
          <a:p>
            <a:r>
              <a:rPr lang="en-US" altLang="en-US" sz="4400" dirty="0">
                <a:ea typeface="ＭＳ Ｐゴシック" panose="020B0600070205080204" pitchFamily="34" charset="-128"/>
              </a:rPr>
              <a:t>DNS protocol messages</a:t>
            </a:r>
            <a:endParaRPr lang="en-US" sz="4400" dirty="0">
              <a:cs typeface="Calibri" panose="020F0502020204030204" pitchFamily="34" charset="0"/>
            </a:endParaRPr>
          </a:p>
        </p:txBody>
      </p:sp>
      <p:sp>
        <p:nvSpPr>
          <p:cNvPr id="39" name="Slide Number Placeholder 2">
            <a:extLst>
              <a:ext uri="{FF2B5EF4-FFF2-40B4-BE49-F238E27FC236}">
                <a16:creationId xmlns:a16="http://schemas.microsoft.com/office/drawing/2014/main" id="{C19D16D8-DC06-E546-AA51-6069613B416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685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dissolve">
                                      <p:cBhvr>
                                        <p:cTn id="10" dur="500"/>
                                        <p:tgtEl>
                                          <p:spTgt spid="5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dissolve">
                                      <p:cBhvr>
                                        <p:cTn id="15" dur="500"/>
                                        <p:tgtEl>
                                          <p:spTgt spid="4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dissolve">
                                      <p:cBhvr>
                                        <p:cTn id="18" dur="500"/>
                                        <p:tgtEl>
                                          <p:spTgt spid="5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dissolve">
                                      <p:cBhvr>
                                        <p:cTn id="23" dur="500"/>
                                        <p:tgtEl>
                                          <p:spTgt spid="50"/>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dissolve">
                                      <p:cBhvr>
                                        <p:cTn id="26" dur="500"/>
                                        <p:tgtEl>
                                          <p:spTgt spid="51"/>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dissolve">
                                      <p:cBhvr>
                                        <p:cTn id="29" dur="500"/>
                                        <p:tgtEl>
                                          <p:spTgt spid="52"/>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dissolve">
                                      <p:cBhvr>
                                        <p:cTn id="3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animBg="1"/>
      <p:bldP spid="53" grpId="0" animBg="1"/>
      <p:bldP spid="54" grpId="0" animBg="1"/>
      <p:bldP spid="5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838200" y="362678"/>
            <a:ext cx="10515600" cy="894622"/>
          </a:xfrm>
        </p:spPr>
        <p:txBody>
          <a:bodyPr>
            <a:normAutofit/>
          </a:bodyPr>
          <a:lstStyle/>
          <a:p>
            <a:r>
              <a:rPr lang="en-US" altLang="en-US" sz="4400" dirty="0">
                <a:ea typeface="ＭＳ Ｐゴシック" panose="020B0600070205080204" pitchFamily="34" charset="-128"/>
              </a:rPr>
              <a:t>Getting your info into the DNS</a:t>
            </a:r>
            <a:endParaRPr lang="en-US" sz="4400" dirty="0">
              <a:cs typeface="Calibri" panose="020F0502020204030204" pitchFamily="34" charset="0"/>
            </a:endParaRPr>
          </a:p>
        </p:txBody>
      </p:sp>
      <p:sp>
        <p:nvSpPr>
          <p:cNvPr id="56" name="Rectangle 4">
            <a:extLst>
              <a:ext uri="{FF2B5EF4-FFF2-40B4-BE49-F238E27FC236}">
                <a16:creationId xmlns:a16="http://schemas.microsoft.com/office/drawing/2014/main" id="{3216383A-5EC1-7E47-A0BE-F48A801236CE}"/>
              </a:ext>
            </a:extLst>
          </p:cNvPr>
          <p:cNvSpPr txBox="1">
            <a:spLocks noChangeArrowheads="1"/>
          </p:cNvSpPr>
          <p:nvPr/>
        </p:nvSpPr>
        <p:spPr>
          <a:xfrm>
            <a:off x="838200" y="1404537"/>
            <a:ext cx="10253340"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new startup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Network Utopia”</a:t>
            </a:r>
          </a:p>
          <a:p>
            <a:pPr marL="352425" marR="0" lvl="0" indent="-2952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register name networkuptopia.com at </a:t>
            </a: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DNS registrar</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(e.g., Network Solutions)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provide names, IP addresses of authoritative name server (primary and secondary)</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registrar inserts NS, A RRs into .com TLD server:</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463550" marR="0" lvl="1" indent="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None/>
              <a:tabLst/>
              <a:defRPr/>
            </a:pPr>
            <a:r>
              <a:rPr kumimoji="0" lang="en-US" altLang="en-US" sz="22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 (networkutopia.com, dns1.networkutopia.com, NS)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None/>
              <a:tabLst/>
              <a:defRPr/>
            </a:pPr>
            <a:r>
              <a:rPr kumimoji="0" lang="en-US" altLang="en-US" sz="22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 (dns1.networkutopia.com, 212.212.212.1, A)</a:t>
            </a:r>
            <a:endParaRPr kumimoji="0" lang="en-US" altLang="en-US" sz="2200" b="0" i="0" u="none" strike="noStrike" kern="1200" cap="none" spc="0" normalizeH="0" baseline="0" noProof="0" dirty="0">
              <a:ln>
                <a:noFill/>
              </a:ln>
              <a:solidFill>
                <a:srgbClr val="ED7D31"/>
              </a:solidFill>
              <a:effectLst/>
              <a:uLnTx/>
              <a:uFillTx/>
              <a:latin typeface="Courier" pitchFamily="2" charset="0"/>
              <a:ea typeface="ＭＳ Ｐゴシック" panose="020B0600070205080204" pitchFamily="34" charset="-128"/>
              <a:cs typeface="+mn-cs"/>
            </a:endParaRPr>
          </a:p>
          <a:p>
            <a:pPr marL="352425" marR="0" lvl="0" indent="-2952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create authoritative server locally with IP address </a:t>
            </a:r>
            <a:r>
              <a:rPr kumimoji="0" lang="en-US" altLang="en-US" sz="20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212.212.212.1</a:t>
            </a:r>
            <a:endPar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95325" marR="0" lvl="1" indent="-2952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type A record for www.networkuptopia.com</a:t>
            </a:r>
          </a:p>
          <a:p>
            <a:pPr marL="695325" marR="0" lvl="1" indent="-2952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type MX record for networkutopia.com</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 name="Slide Number Placeholder 2">
            <a:extLst>
              <a:ext uri="{FF2B5EF4-FFF2-40B4-BE49-F238E27FC236}">
                <a16:creationId xmlns:a16="http://schemas.microsoft.com/office/drawing/2014/main" id="{7792EB6E-923E-9C45-A570-23DE9782A5C8}"/>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265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6">
                                            <p:txEl>
                                              <p:pRg st="1" end="1"/>
                                            </p:txEl>
                                          </p:spTgt>
                                        </p:tgtEl>
                                        <p:attrNameLst>
                                          <p:attrName>style.visibility</p:attrName>
                                        </p:attrNameLst>
                                      </p:cBhvr>
                                      <p:to>
                                        <p:strVal val="visible"/>
                                      </p:to>
                                    </p:set>
                                    <p:animEffect transition="in" filter="dissolve">
                                      <p:cBhvr>
                                        <p:cTn id="7" dur="500"/>
                                        <p:tgtEl>
                                          <p:spTgt spid="56">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6">
                                            <p:txEl>
                                              <p:pRg st="2" end="2"/>
                                            </p:txEl>
                                          </p:spTgt>
                                        </p:tgtEl>
                                        <p:attrNameLst>
                                          <p:attrName>style.visibility</p:attrName>
                                        </p:attrNameLst>
                                      </p:cBhvr>
                                      <p:to>
                                        <p:strVal val="visible"/>
                                      </p:to>
                                    </p:set>
                                    <p:animEffect transition="in" filter="dissolve">
                                      <p:cBhvr>
                                        <p:cTn id="10" dur="500"/>
                                        <p:tgtEl>
                                          <p:spTgt spid="56">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6">
                                            <p:txEl>
                                              <p:pRg st="3" end="3"/>
                                            </p:txEl>
                                          </p:spTgt>
                                        </p:tgtEl>
                                        <p:attrNameLst>
                                          <p:attrName>style.visibility</p:attrName>
                                        </p:attrNameLst>
                                      </p:cBhvr>
                                      <p:to>
                                        <p:strVal val="visible"/>
                                      </p:to>
                                    </p:set>
                                    <p:animEffect transition="in" filter="dissolve">
                                      <p:cBhvr>
                                        <p:cTn id="13" dur="500"/>
                                        <p:tgtEl>
                                          <p:spTgt spid="56">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56">
                                            <p:txEl>
                                              <p:pRg st="4" end="4"/>
                                            </p:txEl>
                                          </p:spTgt>
                                        </p:tgtEl>
                                        <p:attrNameLst>
                                          <p:attrName>style.visibility</p:attrName>
                                        </p:attrNameLst>
                                      </p:cBhvr>
                                      <p:to>
                                        <p:strVal val="visible"/>
                                      </p:to>
                                    </p:set>
                                    <p:animEffect transition="in" filter="dissolve">
                                      <p:cBhvr>
                                        <p:cTn id="16" dur="500"/>
                                        <p:tgtEl>
                                          <p:spTgt spid="56">
                                            <p:txEl>
                                              <p:pRg st="4" end="4"/>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56">
                                            <p:txEl>
                                              <p:pRg st="5" end="5"/>
                                            </p:txEl>
                                          </p:spTgt>
                                        </p:tgtEl>
                                        <p:attrNameLst>
                                          <p:attrName>style.visibility</p:attrName>
                                        </p:attrNameLst>
                                      </p:cBhvr>
                                      <p:to>
                                        <p:strVal val="visible"/>
                                      </p:to>
                                    </p:set>
                                    <p:animEffect transition="in" filter="dissolve">
                                      <p:cBhvr>
                                        <p:cTn id="19" dur="500"/>
                                        <p:tgtEl>
                                          <p:spTgt spid="56">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56">
                                            <p:txEl>
                                              <p:pRg st="6" end="6"/>
                                            </p:txEl>
                                          </p:spTgt>
                                        </p:tgtEl>
                                        <p:attrNameLst>
                                          <p:attrName>style.visibility</p:attrName>
                                        </p:attrNameLst>
                                      </p:cBhvr>
                                      <p:to>
                                        <p:strVal val="visible"/>
                                      </p:to>
                                    </p:set>
                                    <p:animEffect transition="in" filter="dissolve">
                                      <p:cBhvr>
                                        <p:cTn id="24" dur="500"/>
                                        <p:tgtEl>
                                          <p:spTgt spid="56">
                                            <p:txEl>
                                              <p:pRg st="6" end="6"/>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56">
                                            <p:txEl>
                                              <p:pRg st="7" end="7"/>
                                            </p:txEl>
                                          </p:spTgt>
                                        </p:tgtEl>
                                        <p:attrNameLst>
                                          <p:attrName>style.visibility</p:attrName>
                                        </p:attrNameLst>
                                      </p:cBhvr>
                                      <p:to>
                                        <p:strVal val="visible"/>
                                      </p:to>
                                    </p:set>
                                    <p:animEffect transition="in" filter="dissolve">
                                      <p:cBhvr>
                                        <p:cTn id="27" dur="500"/>
                                        <p:tgtEl>
                                          <p:spTgt spid="56">
                                            <p:txEl>
                                              <p:pRg st="7" end="7"/>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56">
                                            <p:txEl>
                                              <p:pRg st="8" end="8"/>
                                            </p:txEl>
                                          </p:spTgt>
                                        </p:tgtEl>
                                        <p:attrNameLst>
                                          <p:attrName>style.visibility</p:attrName>
                                        </p:attrNameLst>
                                      </p:cBhvr>
                                      <p:to>
                                        <p:strVal val="visible"/>
                                      </p:to>
                                    </p:set>
                                    <p:animEffect transition="in" filter="dissolve">
                                      <p:cBhvr>
                                        <p:cTn id="30" dur="500"/>
                                        <p:tgtEl>
                                          <p:spTgt spid="5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838200" y="362678"/>
            <a:ext cx="10515600" cy="894622"/>
          </a:xfrm>
        </p:spPr>
        <p:txBody>
          <a:bodyPr>
            <a:normAutofit/>
          </a:bodyPr>
          <a:lstStyle/>
          <a:p>
            <a:r>
              <a:rPr lang="en-US" altLang="en-US" sz="4400" dirty="0">
                <a:ea typeface="ＭＳ Ｐゴシック" panose="020B0600070205080204" pitchFamily="34" charset="-128"/>
              </a:rPr>
              <a:t>DNS security</a:t>
            </a:r>
            <a:endParaRPr lang="en-US" sz="4400" dirty="0">
              <a:cs typeface="Calibri" panose="020F0502020204030204" pitchFamily="34" charset="0"/>
            </a:endParaRPr>
          </a:p>
        </p:txBody>
      </p:sp>
      <p:sp>
        <p:nvSpPr>
          <p:cNvPr id="5" name="Content Placeholder 5">
            <a:extLst>
              <a:ext uri="{FF2B5EF4-FFF2-40B4-BE49-F238E27FC236}">
                <a16:creationId xmlns:a16="http://schemas.microsoft.com/office/drawing/2014/main" id="{81829ECA-BDD6-AD44-8D36-9BB88442CDAB}"/>
              </a:ext>
            </a:extLst>
          </p:cNvPr>
          <p:cNvSpPr txBox="1">
            <a:spLocks/>
          </p:cNvSpPr>
          <p:nvPr/>
        </p:nvSpPr>
        <p:spPr>
          <a:xfrm>
            <a:off x="838200" y="1526094"/>
            <a:ext cx="5025571"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22228B"/>
                </a:solidFill>
                <a:effectLst/>
                <a:uLnTx/>
                <a:uFillTx/>
                <a:latin typeface="Calibri" panose="020F0502020204030204"/>
                <a:ea typeface="ＭＳ Ｐゴシック" panose="020B0600070205080204" pitchFamily="34" charset="-128"/>
                <a:cs typeface="+mn-cs"/>
              </a:rPr>
              <a:t>DDoS attacks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bombard root servers with traffic</a:t>
            </a:r>
          </a:p>
          <a:p>
            <a:pPr marL="574675" marR="0" lvl="1" indent="-22701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not successful to date</a:t>
            </a:r>
          </a:p>
          <a:p>
            <a:pPr marL="574675" marR="0" lvl="1" indent="-22701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traffic filtering</a:t>
            </a:r>
          </a:p>
          <a:p>
            <a:pPr marL="574675" marR="0" lvl="1" indent="-22701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local DNS servers cache IPs of TLD servers, allowing root server bypass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bombard TLD servers</a:t>
            </a:r>
          </a:p>
          <a:p>
            <a:pPr marL="574675" marR="0" lvl="1" indent="-22701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potentially more dangerous</a:t>
            </a:r>
          </a:p>
          <a:p>
            <a:pPr marL="352425" marR="0" lvl="0" indent="-222250" algn="l" defTabSz="914400" rtl="0" eaLnBrk="1" fontAlgn="auto" latinLnBrk="0" hangingPunct="1">
              <a:lnSpc>
                <a:spcPct val="90000"/>
              </a:lnSpc>
              <a:spcBef>
                <a:spcPts val="1000"/>
              </a:spcBef>
              <a:spcAft>
                <a:spcPts val="0"/>
              </a:spcAft>
              <a:buClr>
                <a:srgbClr val="0000A3"/>
              </a:buClr>
              <a:buSzTx/>
              <a:buFont typeface="Comic Sans MS" panose="030F0902030302020204" pitchFamily="66" charset="0"/>
              <a:buAutoNum type="arabicPeriod"/>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7" name="Content Placeholder 6">
            <a:extLst>
              <a:ext uri="{FF2B5EF4-FFF2-40B4-BE49-F238E27FC236}">
                <a16:creationId xmlns:a16="http://schemas.microsoft.com/office/drawing/2014/main" id="{5A84F48D-B139-BA49-B127-5134E112078B}"/>
              </a:ext>
            </a:extLst>
          </p:cNvPr>
          <p:cNvSpPr txBox="1">
            <a:spLocks/>
          </p:cNvSpPr>
          <p:nvPr/>
        </p:nvSpPr>
        <p:spPr bwMode="auto">
          <a:xfrm>
            <a:off x="6096000" y="1526094"/>
            <a:ext cx="4760686"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8" charset="0"/>
              </a:defRPr>
            </a:lvl9pPr>
          </a:lstStyle>
          <a:p>
            <a:pPr marL="14288" marR="0" lvl="0" indent="0"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sz="3200" b="0" i="0" u="none" strike="noStrike" kern="0" cap="none" spc="0" normalizeH="0" baseline="0" noProof="0" dirty="0">
                <a:ln>
                  <a:noFill/>
                </a:ln>
                <a:solidFill>
                  <a:srgbClr val="2D2DB9">
                    <a:lumMod val="75000"/>
                  </a:srgbClr>
                </a:solidFill>
                <a:effectLst/>
                <a:uLnTx/>
                <a:uFillTx/>
                <a:latin typeface="Calibri" panose="020F0502020204030204"/>
                <a:ea typeface="ＭＳ Ｐゴシック" charset="0"/>
              </a:rPr>
              <a:t>Spoofing  attacks</a:t>
            </a:r>
          </a:p>
          <a:p>
            <a:pPr marL="342900" marR="0" lvl="0" indent="-342900" algn="l" defTabSz="914400" rtl="0" eaLnBrk="0" fontAlgn="base" latinLnBrk="0" hangingPunct="0">
              <a:lnSpc>
                <a:spcPct val="85000"/>
              </a:lnSpc>
              <a:spcBef>
                <a:spcPct val="20000"/>
              </a:spcBef>
              <a:spcAft>
                <a:spcPct val="0"/>
              </a:spcAft>
              <a:buClr>
                <a:srgbClr val="000099"/>
              </a:buClr>
              <a:buSzTx/>
              <a:buFont typeface="Wingdings" pitchFamily="2"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intercept DNS queries, returning bogus replies</a:t>
            </a:r>
          </a:p>
          <a:p>
            <a:pPr marL="742950" marR="0" lvl="1" indent="-28575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DNS cache poisoning</a:t>
            </a:r>
          </a:p>
          <a:p>
            <a:pPr marL="742950" marR="0" lvl="1" indent="-28575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RFC 4033: DNSSEC authentication services</a:t>
            </a:r>
          </a:p>
        </p:txBody>
      </p:sp>
      <p:sp>
        <p:nvSpPr>
          <p:cNvPr id="6" name="Slide Number Placeholder 2">
            <a:extLst>
              <a:ext uri="{FF2B5EF4-FFF2-40B4-BE49-F238E27FC236}">
                <a16:creationId xmlns:a16="http://schemas.microsoft.com/office/drawing/2014/main" id="{CEE8551A-CF21-2D4C-B81F-11CF85B7E4F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706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19957</TotalTime>
  <Words>7498</Words>
  <Application>Microsoft Office PowerPoint</Application>
  <PresentationFormat>Widescreen</PresentationFormat>
  <Paragraphs>1273</Paragraphs>
  <Slides>81</Slides>
  <Notes>62</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81</vt:i4>
      </vt:variant>
    </vt:vector>
  </HeadingPairs>
  <TitlesOfParts>
    <vt:vector size="96" baseType="lpstr">
      <vt:lpstr>ＭＳ Ｐゴシック</vt:lpstr>
      <vt:lpstr>Arial</vt:lpstr>
      <vt:lpstr>Calibri</vt:lpstr>
      <vt:lpstr>Calibri Light</vt:lpstr>
      <vt:lpstr>Comic Sans MS</vt:lpstr>
      <vt:lpstr>Courier</vt:lpstr>
      <vt:lpstr>Courier New</vt:lpstr>
      <vt:lpstr>Gill Sans MT</vt:lpstr>
      <vt:lpstr>Open Sans</vt:lpstr>
      <vt:lpstr>Times New Roman</vt:lpstr>
      <vt:lpstr>Wingdings</vt:lpstr>
      <vt:lpstr>ZapfDingbats</vt:lpstr>
      <vt:lpstr>Office Theme</vt:lpstr>
      <vt:lpstr>1_Office Theme</vt:lpstr>
      <vt:lpstr>3_Office Theme</vt:lpstr>
      <vt:lpstr>Web and HTTP</vt:lpstr>
      <vt:lpstr>HTTP overview</vt:lpstr>
      <vt:lpstr>HTTP overview (continued)</vt:lpstr>
      <vt:lpstr>HTTP is “stateless”</vt:lpstr>
      <vt:lpstr>HTTP connections: two types</vt:lpstr>
      <vt:lpstr>Non-persistent HTTP: example</vt:lpstr>
      <vt:lpstr>Non-persistent HTTP: example (cont.)</vt:lpstr>
      <vt:lpstr>Non-persistent HTTP: response time</vt:lpstr>
      <vt:lpstr>Persistent HTTP (HTTP 1.1)</vt:lpstr>
      <vt:lpstr>Exercise 1: Non-Persistent HTTP</vt:lpstr>
      <vt:lpstr>Response Time for the HTML file</vt:lpstr>
      <vt:lpstr>Response Time for each additional object (non-persistent connection)</vt:lpstr>
      <vt:lpstr>Total Response Time for the Entire Webpage</vt:lpstr>
      <vt:lpstr>Steps involved in Persistent HTTP</vt:lpstr>
      <vt:lpstr>Response Time for each additional object (over persistent connection)</vt:lpstr>
      <vt:lpstr>Total Response Time for the Entire Webpage</vt:lpstr>
      <vt:lpstr>Comparison of Non-Persistent vs. Persistent HTTP:</vt:lpstr>
      <vt:lpstr>HTTP request message</vt:lpstr>
      <vt:lpstr>HTTP request message: general format</vt:lpstr>
      <vt:lpstr>Other HTTP request messages</vt:lpstr>
      <vt:lpstr>Key Differences</vt:lpstr>
      <vt:lpstr>Idempotent </vt:lpstr>
      <vt:lpstr>Idempotent Methods in HTTP</vt:lpstr>
      <vt:lpstr>Non-Idempotent Methods in HTTP</vt:lpstr>
      <vt:lpstr>Why Idempotence Matters</vt:lpstr>
      <vt:lpstr>HTTP response message</vt:lpstr>
      <vt:lpstr>HTTP response status codes</vt:lpstr>
      <vt:lpstr>Trying out HTTP (client side) for yourself</vt:lpstr>
      <vt:lpstr>Maintaining user/server state: cookies</vt:lpstr>
      <vt:lpstr>What happens if network connection or client crashes at t’ ?</vt:lpstr>
      <vt:lpstr>Maintaining user/server state: cookies</vt:lpstr>
      <vt:lpstr>Maintaining user/server state: cookies</vt:lpstr>
      <vt:lpstr>HTTP cookies: comments</vt:lpstr>
      <vt:lpstr>PowerPoint Presentation</vt:lpstr>
      <vt:lpstr>PowerPoint Presentation</vt:lpstr>
      <vt:lpstr>PowerPoint Presentation</vt:lpstr>
      <vt:lpstr>PowerPoint Presentation</vt:lpstr>
      <vt:lpstr>PowerPoint Presentation</vt:lpstr>
      <vt:lpstr>PowerPoint Presentation</vt:lpstr>
      <vt:lpstr>Web caches</vt:lpstr>
      <vt:lpstr>Web caches (aka proxy servers)</vt:lpstr>
      <vt:lpstr>Caching example</vt:lpstr>
      <vt:lpstr>Option 1: buy a faster access link</vt:lpstr>
      <vt:lpstr>Option 2: install a web cache</vt:lpstr>
      <vt:lpstr>Calculating access link utilization, end-end delay with cache:</vt:lpstr>
      <vt:lpstr>Browser caching: Conditional GET</vt:lpstr>
      <vt:lpstr>HTTP/2</vt:lpstr>
      <vt:lpstr>HTTP/2</vt:lpstr>
      <vt:lpstr>HTTP/2: mitigating HOL blocking</vt:lpstr>
      <vt:lpstr>HTTP/2: mitigating HOL blocking</vt:lpstr>
      <vt:lpstr>HTTP/2 to HTTP/3</vt:lpstr>
      <vt:lpstr>Application layer: overview</vt:lpstr>
      <vt:lpstr>E-mail</vt:lpstr>
      <vt:lpstr>E-mail: mail servers</vt:lpstr>
      <vt:lpstr>SMTP RFC (5321)</vt:lpstr>
      <vt:lpstr>Scenario: Alice sends e-mail to Bob</vt:lpstr>
      <vt:lpstr>Sample SMTP interaction</vt:lpstr>
      <vt:lpstr>SMTP: observations</vt:lpstr>
      <vt:lpstr>Mail message format</vt:lpstr>
      <vt:lpstr>Retrieving email: mail access protocols</vt:lpstr>
      <vt:lpstr>Application Layer: Overview</vt:lpstr>
      <vt:lpstr>DNS: Domain Name System</vt:lpstr>
      <vt:lpstr>DNS: services, structure</vt:lpstr>
      <vt:lpstr>Host aliasing</vt:lpstr>
      <vt:lpstr>How Host Aliasing Works</vt:lpstr>
      <vt:lpstr>Benefits of Host Aliasing</vt:lpstr>
      <vt:lpstr>Example</vt:lpstr>
      <vt:lpstr>Thinking about the DNS</vt:lpstr>
      <vt:lpstr>DNS: a distributed, hierarchical database</vt:lpstr>
      <vt:lpstr>DNS: root name servers</vt:lpstr>
      <vt:lpstr>DNS: root name servers</vt:lpstr>
      <vt:lpstr>Top-Level Domain, and authoritative servers</vt:lpstr>
      <vt:lpstr>Local DNS name servers</vt:lpstr>
      <vt:lpstr>DNS name resolution: iterated query</vt:lpstr>
      <vt:lpstr>DNS name resolution: recursive query</vt:lpstr>
      <vt:lpstr>Caching DNS Information</vt:lpstr>
      <vt:lpstr>DNS records</vt:lpstr>
      <vt:lpstr>DNS protocol messages</vt:lpstr>
      <vt:lpstr>DNS protocol messages</vt:lpstr>
      <vt:lpstr>Getting your info into the DNS</vt:lpstr>
      <vt:lpstr>DNS security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Ly Vu</cp:lastModifiedBy>
  <cp:revision>336</cp:revision>
  <dcterms:created xsi:type="dcterms:W3CDTF">2020-01-18T07:24:59Z</dcterms:created>
  <dcterms:modified xsi:type="dcterms:W3CDTF">2025-08-05T15:28:43Z</dcterms:modified>
</cp:coreProperties>
</file>