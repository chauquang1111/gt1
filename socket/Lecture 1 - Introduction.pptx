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7"/>
  </p:notesMasterIdLst>
  <p:sldIdLst>
    <p:sldId id="256" r:id="rId2"/>
    <p:sldId id="1257" r:id="rId3"/>
    <p:sldId id="1261" r:id="rId4"/>
    <p:sldId id="1262" r:id="rId5"/>
    <p:sldId id="1263" r:id="rId6"/>
    <p:sldId id="1264" r:id="rId7"/>
    <p:sldId id="1265" r:id="rId8"/>
    <p:sldId id="1266" r:id="rId9"/>
    <p:sldId id="1268" r:id="rId10"/>
    <p:sldId id="390" r:id="rId11"/>
    <p:sldId id="1163" r:id="rId12"/>
    <p:sldId id="1164" r:id="rId13"/>
    <p:sldId id="1165" r:id="rId14"/>
    <p:sldId id="1166" r:id="rId15"/>
    <p:sldId id="1167" r:id="rId16"/>
    <p:sldId id="1168" r:id="rId17"/>
    <p:sldId id="1169" r:id="rId18"/>
    <p:sldId id="1025" r:id="rId19"/>
    <p:sldId id="962" r:id="rId20"/>
    <p:sldId id="963" r:id="rId21"/>
    <p:sldId id="1029" r:id="rId22"/>
    <p:sldId id="1028" r:id="rId23"/>
    <p:sldId id="1026" r:id="rId24"/>
    <p:sldId id="1208" r:id="rId25"/>
    <p:sldId id="1209" r:id="rId26"/>
    <p:sldId id="1216" r:id="rId27"/>
    <p:sldId id="1228" r:id="rId28"/>
    <p:sldId id="1252" r:id="rId29"/>
    <p:sldId id="1030" r:id="rId30"/>
    <p:sldId id="1040" r:id="rId31"/>
    <p:sldId id="348" r:id="rId32"/>
    <p:sldId id="1212" r:id="rId33"/>
    <p:sldId id="1162" r:id="rId34"/>
    <p:sldId id="1170" r:id="rId35"/>
    <p:sldId id="1171" r:id="rId36"/>
    <p:sldId id="387" r:id="rId37"/>
    <p:sldId id="345" r:id="rId38"/>
    <p:sldId id="363" r:id="rId39"/>
    <p:sldId id="364" r:id="rId40"/>
    <p:sldId id="370" r:id="rId41"/>
    <p:sldId id="371" r:id="rId42"/>
    <p:sldId id="375" r:id="rId43"/>
    <p:sldId id="377" r:id="rId44"/>
    <p:sldId id="379" r:id="rId45"/>
    <p:sldId id="1027" r:id="rId4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F76EF627-73A9-4823-BC9D-D2EAA97F55F4}" v="19" dt="2024-12-29T16:13:49.844"/>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78" d="100"/>
          <a:sy n="78" d="100"/>
        </p:scale>
        <p:origin x="850" y="67"/>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notesMaster" Target="notesMasters/notesMaster1.xml"/><Relationship Id="rId50" Type="http://schemas.openxmlformats.org/officeDocument/2006/relationships/theme" Target="theme/theme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microsoft.com/office/2015/10/relationships/revisionInfo" Target="revisionInfo.xml"/><Relationship Id="rId5" Type="http://schemas.openxmlformats.org/officeDocument/2006/relationships/slide" Target="slides/slide4.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microsoft.com/office/2016/11/relationships/changesInfo" Target="changesInfos/changesInfo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0" Type="http://schemas.openxmlformats.org/officeDocument/2006/relationships/slide" Target="slides/slide19.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viewProps" Target="view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Ly Vu" userId="914151dc6caded71" providerId="LiveId" clId="{F76EF627-73A9-4823-BC9D-D2EAA97F55F4}"/>
    <pc:docChg chg="undo custSel addSld delSld modSld sldOrd">
      <pc:chgData name="Ly Vu" userId="914151dc6caded71" providerId="LiveId" clId="{F76EF627-73A9-4823-BC9D-D2EAA97F55F4}" dt="2024-12-29T16:13:55.480" v="125"/>
      <pc:docMkLst>
        <pc:docMk/>
      </pc:docMkLst>
      <pc:sldChg chg="modSp new mod">
        <pc:chgData name="Ly Vu" userId="914151dc6caded71" providerId="LiveId" clId="{F76EF627-73A9-4823-BC9D-D2EAA97F55F4}" dt="2024-12-28T14:25:57.028" v="3"/>
        <pc:sldMkLst>
          <pc:docMk/>
          <pc:sldMk cId="4101098066" sldId="256"/>
        </pc:sldMkLst>
        <pc:spChg chg="mod">
          <ac:chgData name="Ly Vu" userId="914151dc6caded71" providerId="LiveId" clId="{F76EF627-73A9-4823-BC9D-D2EAA97F55F4}" dt="2024-12-28T14:25:57.028" v="3"/>
          <ac:spMkLst>
            <pc:docMk/>
            <pc:sldMk cId="4101098066" sldId="256"/>
            <ac:spMk id="2" creationId="{7B3A2CD2-6175-9598-BBBA-6157AF331491}"/>
          </ac:spMkLst>
        </pc:spChg>
      </pc:sldChg>
      <pc:sldChg chg="new del">
        <pc:chgData name="Ly Vu" userId="914151dc6caded71" providerId="LiveId" clId="{F76EF627-73A9-4823-BC9D-D2EAA97F55F4}" dt="2024-12-28T14:36:10.086" v="14" actId="47"/>
        <pc:sldMkLst>
          <pc:docMk/>
          <pc:sldMk cId="3329486842" sldId="257"/>
        </pc:sldMkLst>
      </pc:sldChg>
      <pc:sldChg chg="add del">
        <pc:chgData name="Ly Vu" userId="914151dc6caded71" providerId="LiveId" clId="{F76EF627-73A9-4823-BC9D-D2EAA97F55F4}" dt="2024-12-29T16:11:06.715" v="112" actId="2696"/>
        <pc:sldMkLst>
          <pc:docMk/>
          <pc:sldMk cId="1756700216" sldId="289"/>
        </pc:sldMkLst>
      </pc:sldChg>
      <pc:sldChg chg="add del">
        <pc:chgData name="Ly Vu" userId="914151dc6caded71" providerId="LiveId" clId="{F76EF627-73A9-4823-BC9D-D2EAA97F55F4}" dt="2024-12-28T14:36:12.901" v="16" actId="47"/>
        <pc:sldMkLst>
          <pc:docMk/>
          <pc:sldMk cId="0" sldId="344"/>
        </pc:sldMkLst>
      </pc:sldChg>
      <pc:sldChg chg="addSp delSp modSp add del mod setBg modClrScheme chgLayout">
        <pc:chgData name="Ly Vu" userId="914151dc6caded71" providerId="LiveId" clId="{F76EF627-73A9-4823-BC9D-D2EAA97F55F4}" dt="2024-12-28T14:44:27.767" v="72" actId="20577"/>
        <pc:sldMkLst>
          <pc:docMk/>
          <pc:sldMk cId="617381100" sldId="345"/>
        </pc:sldMkLst>
        <pc:spChg chg="mod">
          <ac:chgData name="Ly Vu" userId="914151dc6caded71" providerId="LiveId" clId="{F76EF627-73A9-4823-BC9D-D2EAA97F55F4}" dt="2024-12-28T14:43:41.430" v="65" actId="26606"/>
          <ac:spMkLst>
            <pc:docMk/>
            <pc:sldMk cId="617381100" sldId="345"/>
            <ac:spMk id="2" creationId="{1E4EA4F5-961D-479D-8398-692BD89B232A}"/>
          </ac:spMkLst>
        </pc:spChg>
        <pc:spChg chg="del">
          <ac:chgData name="Ly Vu" userId="914151dc6caded71" providerId="LiveId" clId="{F76EF627-73A9-4823-BC9D-D2EAA97F55F4}" dt="2024-12-28T14:43:27.278" v="60" actId="26606"/>
          <ac:spMkLst>
            <pc:docMk/>
            <pc:sldMk cId="617381100" sldId="345"/>
            <ac:spMk id="3" creationId="{DAE0A447-4D96-4F50-B40B-B8A0C887C33B}"/>
          </ac:spMkLst>
        </pc:spChg>
        <pc:spChg chg="mod ord modVis">
          <ac:chgData name="Ly Vu" userId="914151dc6caded71" providerId="LiveId" clId="{F76EF627-73A9-4823-BC9D-D2EAA97F55F4}" dt="2024-12-28T14:43:27.278" v="60" actId="26606"/>
          <ac:spMkLst>
            <pc:docMk/>
            <pc:sldMk cId="617381100" sldId="345"/>
            <ac:spMk id="7" creationId="{598A43A0-85E8-4711-8B7C-55248616F838}"/>
          </ac:spMkLst>
        </pc:spChg>
        <pc:spChg chg="mod ord">
          <ac:chgData name="Ly Vu" userId="914151dc6caded71" providerId="LiveId" clId="{F76EF627-73A9-4823-BC9D-D2EAA97F55F4}" dt="2024-12-28T14:44:27.767" v="72" actId="20577"/>
          <ac:spMkLst>
            <pc:docMk/>
            <pc:sldMk cId="617381100" sldId="345"/>
            <ac:spMk id="9" creationId="{010CFDAC-9DAD-1A41-5A92-109F496608F4}"/>
          </ac:spMkLst>
        </pc:spChg>
        <pc:spChg chg="add del">
          <ac:chgData name="Ly Vu" userId="914151dc6caded71" providerId="LiveId" clId="{F76EF627-73A9-4823-BC9D-D2EAA97F55F4}" dt="2024-12-28T14:43:41.430" v="64" actId="26606"/>
          <ac:spMkLst>
            <pc:docMk/>
            <pc:sldMk cId="617381100" sldId="345"/>
            <ac:spMk id="14" creationId="{0D7B6173-1D58-48E2-83CF-37350F315F75}"/>
          </ac:spMkLst>
        </pc:spChg>
        <pc:spChg chg="add del">
          <ac:chgData name="Ly Vu" userId="914151dc6caded71" providerId="LiveId" clId="{F76EF627-73A9-4823-BC9D-D2EAA97F55F4}" dt="2024-12-28T14:43:41.430" v="64" actId="26606"/>
          <ac:spMkLst>
            <pc:docMk/>
            <pc:sldMk cId="617381100" sldId="345"/>
            <ac:spMk id="16" creationId="{02EBFA83-D4DB-4CA0-B229-9E44634D7FE9}"/>
          </ac:spMkLst>
        </pc:spChg>
        <pc:spChg chg="add del">
          <ac:chgData name="Ly Vu" userId="914151dc6caded71" providerId="LiveId" clId="{F76EF627-73A9-4823-BC9D-D2EAA97F55F4}" dt="2024-12-28T14:43:41.430" v="64" actId="26606"/>
          <ac:spMkLst>
            <pc:docMk/>
            <pc:sldMk cId="617381100" sldId="345"/>
            <ac:spMk id="20" creationId="{21BDEC81-16A7-4451-B893-C15000083B77}"/>
          </ac:spMkLst>
        </pc:spChg>
        <pc:spChg chg="add del">
          <ac:chgData name="Ly Vu" userId="914151dc6caded71" providerId="LiveId" clId="{F76EF627-73A9-4823-BC9D-D2EAA97F55F4}" dt="2024-12-28T14:43:41.430" v="64" actId="26606"/>
          <ac:spMkLst>
            <pc:docMk/>
            <pc:sldMk cId="617381100" sldId="345"/>
            <ac:spMk id="22" creationId="{26A515A1-4D80-430E-BE0A-71A290516A82}"/>
          </ac:spMkLst>
        </pc:spChg>
        <pc:spChg chg="add">
          <ac:chgData name="Ly Vu" userId="914151dc6caded71" providerId="LiveId" clId="{F76EF627-73A9-4823-BC9D-D2EAA97F55F4}" dt="2024-12-28T14:43:41.430" v="65" actId="26606"/>
          <ac:spMkLst>
            <pc:docMk/>
            <pc:sldMk cId="617381100" sldId="345"/>
            <ac:spMk id="24" creationId="{131BAD53-4E89-4F62-BBB7-26359763ED39}"/>
          </ac:spMkLst>
        </pc:spChg>
        <pc:spChg chg="add">
          <ac:chgData name="Ly Vu" userId="914151dc6caded71" providerId="LiveId" clId="{F76EF627-73A9-4823-BC9D-D2EAA97F55F4}" dt="2024-12-28T14:43:41.430" v="65" actId="26606"/>
          <ac:spMkLst>
            <pc:docMk/>
            <pc:sldMk cId="617381100" sldId="345"/>
            <ac:spMk id="25" creationId="{62756DA2-40EB-4C6F-B962-5822FFB54FB6}"/>
          </ac:spMkLst>
        </pc:spChg>
        <pc:picChg chg="mod ord">
          <ac:chgData name="Ly Vu" userId="914151dc6caded71" providerId="LiveId" clId="{F76EF627-73A9-4823-BC9D-D2EAA97F55F4}" dt="2024-12-28T14:43:41.430" v="65" actId="26606"/>
          <ac:picMkLst>
            <pc:docMk/>
            <pc:sldMk cId="617381100" sldId="345"/>
            <ac:picMk id="5" creationId="{75EB9888-34C0-ADCB-615A-BA27DD34C3B9}"/>
          </ac:picMkLst>
        </pc:picChg>
        <pc:picChg chg="add del">
          <ac:chgData name="Ly Vu" userId="914151dc6caded71" providerId="LiveId" clId="{F76EF627-73A9-4823-BC9D-D2EAA97F55F4}" dt="2024-12-28T14:43:41.430" v="64" actId="26606"/>
          <ac:picMkLst>
            <pc:docMk/>
            <pc:sldMk cId="617381100" sldId="345"/>
            <ac:picMk id="18" creationId="{B0DAC8FB-A162-44E3-A606-C855A03A5B09}"/>
          </ac:picMkLst>
        </pc:picChg>
      </pc:sldChg>
      <pc:sldChg chg="add del">
        <pc:chgData name="Ly Vu" userId="914151dc6caded71" providerId="LiveId" clId="{F76EF627-73A9-4823-BC9D-D2EAA97F55F4}" dt="2024-12-28T14:40:42.918" v="38" actId="47"/>
        <pc:sldMkLst>
          <pc:docMk/>
          <pc:sldMk cId="652810353" sldId="346"/>
        </pc:sldMkLst>
      </pc:sldChg>
      <pc:sldChg chg="addSp delSp modSp add del mod ord setBg modClrScheme chgLayout">
        <pc:chgData name="Ly Vu" userId="914151dc6caded71" providerId="LiveId" clId="{F76EF627-73A9-4823-BC9D-D2EAA97F55F4}" dt="2024-12-29T16:09:21.055" v="100"/>
        <pc:sldMkLst>
          <pc:docMk/>
          <pc:sldMk cId="681797106" sldId="348"/>
        </pc:sldMkLst>
        <pc:spChg chg="mod">
          <ac:chgData name="Ly Vu" userId="914151dc6caded71" providerId="LiveId" clId="{F76EF627-73A9-4823-BC9D-D2EAA97F55F4}" dt="2024-12-28T14:41:54.882" v="47" actId="26606"/>
          <ac:spMkLst>
            <pc:docMk/>
            <pc:sldMk cId="681797106" sldId="348"/>
            <ac:spMk id="2" creationId="{1E4EA4F5-961D-479D-8398-692BD89B232A}"/>
          </ac:spMkLst>
        </pc:spChg>
        <pc:spChg chg="add del">
          <ac:chgData name="Ly Vu" userId="914151dc6caded71" providerId="LiveId" clId="{F76EF627-73A9-4823-BC9D-D2EAA97F55F4}" dt="2024-12-28T14:41:54.882" v="47" actId="26606"/>
          <ac:spMkLst>
            <pc:docMk/>
            <pc:sldMk cId="681797106" sldId="348"/>
            <ac:spMk id="3" creationId="{DAE0A447-4D96-4F50-B40B-B8A0C887C33B}"/>
          </ac:spMkLst>
        </pc:spChg>
        <pc:spChg chg="mod ord modVis">
          <ac:chgData name="Ly Vu" userId="914151dc6caded71" providerId="LiveId" clId="{F76EF627-73A9-4823-BC9D-D2EAA97F55F4}" dt="2024-12-28T14:41:54.882" v="47" actId="26606"/>
          <ac:spMkLst>
            <pc:docMk/>
            <pc:sldMk cId="681797106" sldId="348"/>
            <ac:spMk id="7" creationId="{598A43A0-85E8-4711-8B7C-55248616F838}"/>
          </ac:spMkLst>
        </pc:spChg>
        <pc:spChg chg="mod ord">
          <ac:chgData name="Ly Vu" userId="914151dc6caded71" providerId="LiveId" clId="{F76EF627-73A9-4823-BC9D-D2EAA97F55F4}" dt="2024-12-28T14:41:54.882" v="47" actId="26606"/>
          <ac:spMkLst>
            <pc:docMk/>
            <pc:sldMk cId="681797106" sldId="348"/>
            <ac:spMk id="9" creationId="{010CFDAC-9DAD-1A41-5A92-109F496608F4}"/>
          </ac:spMkLst>
        </pc:spChg>
        <pc:picChg chg="mod">
          <ac:chgData name="Ly Vu" userId="914151dc6caded71" providerId="LiveId" clId="{F76EF627-73A9-4823-BC9D-D2EAA97F55F4}" dt="2024-12-28T14:41:54.882" v="47" actId="26606"/>
          <ac:picMkLst>
            <pc:docMk/>
            <pc:sldMk cId="681797106" sldId="348"/>
            <ac:picMk id="1026" creationId="{AE47B5EB-0F70-B3F2-97EC-90610D83227A}"/>
          </ac:picMkLst>
        </pc:picChg>
      </pc:sldChg>
      <pc:sldChg chg="add del">
        <pc:chgData name="Ly Vu" userId="914151dc6caded71" providerId="LiveId" clId="{F76EF627-73A9-4823-BC9D-D2EAA97F55F4}" dt="2024-12-29T16:10:30.126" v="107" actId="2696"/>
        <pc:sldMkLst>
          <pc:docMk/>
          <pc:sldMk cId="3791358593" sldId="350"/>
        </pc:sldMkLst>
      </pc:sldChg>
      <pc:sldChg chg="add del">
        <pc:chgData name="Ly Vu" userId="914151dc6caded71" providerId="LiveId" clId="{F76EF627-73A9-4823-BC9D-D2EAA97F55F4}" dt="2024-12-29T16:10:35.859" v="108" actId="2696"/>
        <pc:sldMkLst>
          <pc:docMk/>
          <pc:sldMk cId="2394792952" sldId="358"/>
        </pc:sldMkLst>
      </pc:sldChg>
      <pc:sldChg chg="addSp delSp modSp add del mod setBg modClrScheme chgLayout">
        <pc:chgData name="Ly Vu" userId="914151dc6caded71" providerId="LiveId" clId="{F76EF627-73A9-4823-BC9D-D2EAA97F55F4}" dt="2024-12-29T16:08:52.647" v="98" actId="2696"/>
        <pc:sldMkLst>
          <pc:docMk/>
          <pc:sldMk cId="2282203878" sldId="359"/>
        </pc:sldMkLst>
        <pc:spChg chg="mod ord">
          <ac:chgData name="Ly Vu" userId="914151dc6caded71" providerId="LiveId" clId="{F76EF627-73A9-4823-BC9D-D2EAA97F55F4}" dt="2024-12-28T14:41:33.458" v="44" actId="26606"/>
          <ac:spMkLst>
            <pc:docMk/>
            <pc:sldMk cId="2282203878" sldId="359"/>
            <ac:spMk id="2" creationId="{1E4EA4F5-961D-479D-8398-692BD89B232A}"/>
          </ac:spMkLst>
        </pc:spChg>
        <pc:spChg chg="add del mod ord">
          <ac:chgData name="Ly Vu" userId="914151dc6caded71" providerId="LiveId" clId="{F76EF627-73A9-4823-BC9D-D2EAA97F55F4}" dt="2024-12-28T14:41:15.551" v="41" actId="700"/>
          <ac:spMkLst>
            <pc:docMk/>
            <pc:sldMk cId="2282203878" sldId="359"/>
            <ac:spMk id="3" creationId="{DAE0A447-4D96-4F50-B40B-B8A0C887C33B}"/>
          </ac:spMkLst>
        </pc:spChg>
        <pc:spChg chg="add del mod ord">
          <ac:chgData name="Ly Vu" userId="914151dc6caded71" providerId="LiveId" clId="{F76EF627-73A9-4823-BC9D-D2EAA97F55F4}" dt="2024-12-28T14:41:04.832" v="40" actId="700"/>
          <ac:spMkLst>
            <pc:docMk/>
            <pc:sldMk cId="2282203878" sldId="359"/>
            <ac:spMk id="4" creationId="{AEC700C6-22B2-48BF-DDF7-1D171E2318D4}"/>
          </ac:spMkLst>
        </pc:spChg>
        <pc:spChg chg="add mod ord">
          <ac:chgData name="Ly Vu" userId="914151dc6caded71" providerId="LiveId" clId="{F76EF627-73A9-4823-BC9D-D2EAA97F55F4}" dt="2024-12-28T14:41:33.458" v="44" actId="26606"/>
          <ac:spMkLst>
            <pc:docMk/>
            <pc:sldMk cId="2282203878" sldId="359"/>
            <ac:spMk id="5" creationId="{C08220B9-0AC8-3599-CDC4-0999D80BFB68}"/>
          </ac:spMkLst>
        </pc:spChg>
        <pc:spChg chg="mod ord">
          <ac:chgData name="Ly Vu" userId="914151dc6caded71" providerId="LiveId" clId="{F76EF627-73A9-4823-BC9D-D2EAA97F55F4}" dt="2024-12-28T14:41:33.458" v="44" actId="26606"/>
          <ac:spMkLst>
            <pc:docMk/>
            <pc:sldMk cId="2282203878" sldId="359"/>
            <ac:spMk id="7" creationId="{598A43A0-85E8-4711-8B7C-55248616F838}"/>
          </ac:spMkLst>
        </pc:spChg>
        <pc:spChg chg="add del">
          <ac:chgData name="Ly Vu" userId="914151dc6caded71" providerId="LiveId" clId="{F76EF627-73A9-4823-BC9D-D2EAA97F55F4}" dt="2024-12-28T14:41:33.458" v="44" actId="26606"/>
          <ac:spMkLst>
            <pc:docMk/>
            <pc:sldMk cId="2282203878" sldId="359"/>
            <ac:spMk id="9" creationId="{010CFDAC-9DAD-1A41-5A92-109F496608F4}"/>
          </ac:spMkLst>
        </pc:spChg>
        <pc:spChg chg="add del">
          <ac:chgData name="Ly Vu" userId="914151dc6caded71" providerId="LiveId" clId="{F76EF627-73A9-4823-BC9D-D2EAA97F55F4}" dt="2024-12-28T14:41:33.458" v="43" actId="26606"/>
          <ac:spMkLst>
            <pc:docMk/>
            <pc:sldMk cId="2282203878" sldId="359"/>
            <ac:spMk id="14" creationId="{DEE2AD96-B495-4E06-9291-B71706F728CB}"/>
          </ac:spMkLst>
        </pc:spChg>
        <pc:spChg chg="add">
          <ac:chgData name="Ly Vu" userId="914151dc6caded71" providerId="LiveId" clId="{F76EF627-73A9-4823-BC9D-D2EAA97F55F4}" dt="2024-12-28T14:41:33.458" v="44" actId="26606"/>
          <ac:spMkLst>
            <pc:docMk/>
            <pc:sldMk cId="2282203878" sldId="359"/>
            <ac:spMk id="15" creationId="{9F7D5CDA-D291-4307-BF55-1381FED29634}"/>
          </ac:spMkLst>
        </pc:spChg>
        <pc:spChg chg="add del">
          <ac:chgData name="Ly Vu" userId="914151dc6caded71" providerId="LiveId" clId="{F76EF627-73A9-4823-BC9D-D2EAA97F55F4}" dt="2024-12-28T14:41:33.458" v="43" actId="26606"/>
          <ac:spMkLst>
            <pc:docMk/>
            <pc:sldMk cId="2282203878" sldId="359"/>
            <ac:spMk id="16" creationId="{53CF6D67-C5A8-4ADD-9E8E-1E38CA1D3166}"/>
          </ac:spMkLst>
        </pc:spChg>
        <pc:spChg chg="add">
          <ac:chgData name="Ly Vu" userId="914151dc6caded71" providerId="LiveId" clId="{F76EF627-73A9-4823-BC9D-D2EAA97F55F4}" dt="2024-12-28T14:41:33.458" v="44" actId="26606"/>
          <ac:spMkLst>
            <pc:docMk/>
            <pc:sldMk cId="2282203878" sldId="359"/>
            <ac:spMk id="17" creationId="{59B296B9-C5A5-4E4F-9B60-C907B5F1466C}"/>
          </ac:spMkLst>
        </pc:spChg>
        <pc:spChg chg="add del">
          <ac:chgData name="Ly Vu" userId="914151dc6caded71" providerId="LiveId" clId="{F76EF627-73A9-4823-BC9D-D2EAA97F55F4}" dt="2024-12-28T14:41:33.458" v="43" actId="26606"/>
          <ac:spMkLst>
            <pc:docMk/>
            <pc:sldMk cId="2282203878" sldId="359"/>
            <ac:spMk id="18" creationId="{86909FA0-B515-4681-B7A8-FA281D133B94}"/>
          </ac:spMkLst>
        </pc:spChg>
        <pc:spChg chg="add">
          <ac:chgData name="Ly Vu" userId="914151dc6caded71" providerId="LiveId" clId="{F76EF627-73A9-4823-BC9D-D2EAA97F55F4}" dt="2024-12-28T14:41:33.458" v="44" actId="26606"/>
          <ac:spMkLst>
            <pc:docMk/>
            <pc:sldMk cId="2282203878" sldId="359"/>
            <ac:spMk id="19" creationId="{D0300FD3-5AF1-6305-15FA-9078072672E2}"/>
          </ac:spMkLst>
        </pc:spChg>
        <pc:spChg chg="add del">
          <ac:chgData name="Ly Vu" userId="914151dc6caded71" providerId="LiveId" clId="{F76EF627-73A9-4823-BC9D-D2EAA97F55F4}" dt="2024-12-28T14:41:33.458" v="43" actId="26606"/>
          <ac:spMkLst>
            <pc:docMk/>
            <pc:sldMk cId="2282203878" sldId="359"/>
            <ac:spMk id="20" creationId="{21C9FE86-FCC3-4A31-AA1C-C882262B7FE7}"/>
          </ac:spMkLst>
        </pc:spChg>
        <pc:spChg chg="add del">
          <ac:chgData name="Ly Vu" userId="914151dc6caded71" providerId="LiveId" clId="{F76EF627-73A9-4823-BC9D-D2EAA97F55F4}" dt="2024-12-28T14:41:33.458" v="43" actId="26606"/>
          <ac:spMkLst>
            <pc:docMk/>
            <pc:sldMk cId="2282203878" sldId="359"/>
            <ac:spMk id="22" creationId="{7D96243B-ECED-4B71-8E06-AE9A285EAD20}"/>
          </ac:spMkLst>
        </pc:spChg>
        <pc:spChg chg="add del">
          <ac:chgData name="Ly Vu" userId="914151dc6caded71" providerId="LiveId" clId="{F76EF627-73A9-4823-BC9D-D2EAA97F55F4}" dt="2024-12-28T14:41:33.458" v="43" actId="26606"/>
          <ac:spMkLst>
            <pc:docMk/>
            <pc:sldMk cId="2282203878" sldId="359"/>
            <ac:spMk id="24" creationId="{A09989E4-EFDC-4A90-A633-E0525FB4139E}"/>
          </ac:spMkLst>
        </pc:spChg>
        <pc:picChg chg="add">
          <ac:chgData name="Ly Vu" userId="914151dc6caded71" providerId="LiveId" clId="{F76EF627-73A9-4823-BC9D-D2EAA97F55F4}" dt="2024-12-28T14:41:33.458" v="44" actId="26606"/>
          <ac:picMkLst>
            <pc:docMk/>
            <pc:sldMk cId="2282203878" sldId="359"/>
            <ac:picMk id="11" creationId="{3F15326A-3EF9-D902-A7EC-B1E56FC9BDE1}"/>
          </ac:picMkLst>
        </pc:picChg>
      </pc:sldChg>
      <pc:sldChg chg="delSp modSp add del mod setBg modClrScheme chgLayout">
        <pc:chgData name="Ly Vu" userId="914151dc6caded71" providerId="LiveId" clId="{F76EF627-73A9-4823-BC9D-D2EAA97F55F4}" dt="2024-12-29T16:10:56.201" v="111" actId="2696"/>
        <pc:sldMkLst>
          <pc:docMk/>
          <pc:sldMk cId="3995788683" sldId="360"/>
        </pc:sldMkLst>
        <pc:spChg chg="mod">
          <ac:chgData name="Ly Vu" userId="914151dc6caded71" providerId="LiveId" clId="{F76EF627-73A9-4823-BC9D-D2EAA97F55F4}" dt="2024-12-28T14:42:06.411" v="49" actId="20577"/>
          <ac:spMkLst>
            <pc:docMk/>
            <pc:sldMk cId="3995788683" sldId="360"/>
            <ac:spMk id="2" creationId="{1E4EA4F5-961D-479D-8398-692BD89B232A}"/>
          </ac:spMkLst>
        </pc:spChg>
        <pc:spChg chg="del">
          <ac:chgData name="Ly Vu" userId="914151dc6caded71" providerId="LiveId" clId="{F76EF627-73A9-4823-BC9D-D2EAA97F55F4}" dt="2024-12-28T14:42:00.132" v="48" actId="26606"/>
          <ac:spMkLst>
            <pc:docMk/>
            <pc:sldMk cId="3995788683" sldId="360"/>
            <ac:spMk id="3" creationId="{DAE0A447-4D96-4F50-B40B-B8A0C887C33B}"/>
          </ac:spMkLst>
        </pc:spChg>
        <pc:spChg chg="mod ord modVis">
          <ac:chgData name="Ly Vu" userId="914151dc6caded71" providerId="LiveId" clId="{F76EF627-73A9-4823-BC9D-D2EAA97F55F4}" dt="2024-12-28T14:42:00.132" v="48" actId="26606"/>
          <ac:spMkLst>
            <pc:docMk/>
            <pc:sldMk cId="3995788683" sldId="360"/>
            <ac:spMk id="7" creationId="{598A43A0-85E8-4711-8B7C-55248616F838}"/>
          </ac:spMkLst>
        </pc:spChg>
        <pc:picChg chg="mod">
          <ac:chgData name="Ly Vu" userId="914151dc6caded71" providerId="LiveId" clId="{F76EF627-73A9-4823-BC9D-D2EAA97F55F4}" dt="2024-12-28T14:42:00.132" v="48" actId="26606"/>
          <ac:picMkLst>
            <pc:docMk/>
            <pc:sldMk cId="3995788683" sldId="360"/>
            <ac:picMk id="2050" creationId="{C1F07880-3DE8-3275-4FC9-4226A0090675}"/>
          </ac:picMkLst>
        </pc:picChg>
      </pc:sldChg>
      <pc:sldChg chg="addSp delSp modSp add del mod setBg modClrScheme chgLayout">
        <pc:chgData name="Ly Vu" userId="914151dc6caded71" providerId="LiveId" clId="{F76EF627-73A9-4823-BC9D-D2EAA97F55F4}" dt="2024-12-29T16:10:53.216" v="110" actId="2696"/>
        <pc:sldMkLst>
          <pc:docMk/>
          <pc:sldMk cId="722685029" sldId="361"/>
        </pc:sldMkLst>
        <pc:spChg chg="mod ord">
          <ac:chgData name="Ly Vu" userId="914151dc6caded71" providerId="LiveId" clId="{F76EF627-73A9-4823-BC9D-D2EAA97F55F4}" dt="2024-12-28T14:42:21.713" v="51" actId="26606"/>
          <ac:spMkLst>
            <pc:docMk/>
            <pc:sldMk cId="722685029" sldId="361"/>
            <ac:spMk id="2" creationId="{1E4EA4F5-961D-479D-8398-692BD89B232A}"/>
          </ac:spMkLst>
        </pc:spChg>
        <pc:spChg chg="del mod ord">
          <ac:chgData name="Ly Vu" userId="914151dc6caded71" providerId="LiveId" clId="{F76EF627-73A9-4823-BC9D-D2EAA97F55F4}" dt="2024-12-28T14:42:16.661" v="50" actId="700"/>
          <ac:spMkLst>
            <pc:docMk/>
            <pc:sldMk cId="722685029" sldId="361"/>
            <ac:spMk id="3" creationId="{DAE0A447-4D96-4F50-B40B-B8A0C887C33B}"/>
          </ac:spMkLst>
        </pc:spChg>
        <pc:spChg chg="add mod ord">
          <ac:chgData name="Ly Vu" userId="914151dc6caded71" providerId="LiveId" clId="{F76EF627-73A9-4823-BC9D-D2EAA97F55F4}" dt="2024-12-28T14:42:21.713" v="51" actId="26606"/>
          <ac:spMkLst>
            <pc:docMk/>
            <pc:sldMk cId="722685029" sldId="361"/>
            <ac:spMk id="4" creationId="{09914F47-D498-410F-9DFD-4141F5CCDF90}"/>
          </ac:spMkLst>
        </pc:spChg>
        <pc:spChg chg="mod ord">
          <ac:chgData name="Ly Vu" userId="914151dc6caded71" providerId="LiveId" clId="{F76EF627-73A9-4823-BC9D-D2EAA97F55F4}" dt="2024-12-28T14:42:21.713" v="51" actId="26606"/>
          <ac:spMkLst>
            <pc:docMk/>
            <pc:sldMk cId="722685029" sldId="361"/>
            <ac:spMk id="7" creationId="{598A43A0-85E8-4711-8B7C-55248616F838}"/>
          </ac:spMkLst>
        </pc:spChg>
        <pc:spChg chg="del">
          <ac:chgData name="Ly Vu" userId="914151dc6caded71" providerId="LiveId" clId="{F76EF627-73A9-4823-BC9D-D2EAA97F55F4}" dt="2024-12-28T14:42:21.713" v="51" actId="26606"/>
          <ac:spMkLst>
            <pc:docMk/>
            <pc:sldMk cId="722685029" sldId="361"/>
            <ac:spMk id="9" creationId="{010CFDAC-9DAD-1A41-5A92-109F496608F4}"/>
          </ac:spMkLst>
        </pc:spChg>
        <pc:spChg chg="add">
          <ac:chgData name="Ly Vu" userId="914151dc6caded71" providerId="LiveId" clId="{F76EF627-73A9-4823-BC9D-D2EAA97F55F4}" dt="2024-12-28T14:42:21.713" v="51" actId="26606"/>
          <ac:spMkLst>
            <pc:docMk/>
            <pc:sldMk cId="722685029" sldId="361"/>
            <ac:spMk id="14" creationId="{979E27D9-03C7-44E2-9FF8-15D0C8506AF7}"/>
          </ac:spMkLst>
        </pc:spChg>
        <pc:spChg chg="add">
          <ac:chgData name="Ly Vu" userId="914151dc6caded71" providerId="LiveId" clId="{F76EF627-73A9-4823-BC9D-D2EAA97F55F4}" dt="2024-12-28T14:42:21.713" v="51" actId="26606"/>
          <ac:spMkLst>
            <pc:docMk/>
            <pc:sldMk cId="722685029" sldId="361"/>
            <ac:spMk id="16" creationId="{EEBF1590-3B36-48EE-A89D-3B6F3CB256AB}"/>
          </ac:spMkLst>
        </pc:spChg>
        <pc:spChg chg="add">
          <ac:chgData name="Ly Vu" userId="914151dc6caded71" providerId="LiveId" clId="{F76EF627-73A9-4823-BC9D-D2EAA97F55F4}" dt="2024-12-28T14:42:21.713" v="51" actId="26606"/>
          <ac:spMkLst>
            <pc:docMk/>
            <pc:sldMk cId="722685029" sldId="361"/>
            <ac:spMk id="18" creationId="{AC8F6C8C-AB5A-4548-942D-E3FD40ACBC49}"/>
          </ac:spMkLst>
        </pc:spChg>
        <pc:picChg chg="mod">
          <ac:chgData name="Ly Vu" userId="914151dc6caded71" providerId="LiveId" clId="{F76EF627-73A9-4823-BC9D-D2EAA97F55F4}" dt="2024-12-28T14:42:21.713" v="51" actId="26606"/>
          <ac:picMkLst>
            <pc:docMk/>
            <pc:sldMk cId="722685029" sldId="361"/>
            <ac:picMk id="5" creationId="{F53E1B48-3C15-2666-2129-31764E7E338C}"/>
          </ac:picMkLst>
        </pc:picChg>
      </pc:sldChg>
      <pc:sldChg chg="addSp delSp modSp add del mod setBg modClrScheme chgLayout">
        <pc:chgData name="Ly Vu" userId="914151dc6caded71" providerId="LiveId" clId="{F76EF627-73A9-4823-BC9D-D2EAA97F55F4}" dt="2024-12-29T16:10:47.637" v="109" actId="2696"/>
        <pc:sldMkLst>
          <pc:docMk/>
          <pc:sldMk cId="772848868" sldId="362"/>
        </pc:sldMkLst>
        <pc:spChg chg="mod ord">
          <ac:chgData name="Ly Vu" userId="914151dc6caded71" providerId="LiveId" clId="{F76EF627-73A9-4823-BC9D-D2EAA97F55F4}" dt="2024-12-28T14:43:31.531" v="61" actId="20577"/>
          <ac:spMkLst>
            <pc:docMk/>
            <pc:sldMk cId="772848868" sldId="362"/>
            <ac:spMk id="2" creationId="{1E4EA4F5-961D-479D-8398-692BD89B232A}"/>
          </ac:spMkLst>
        </pc:spChg>
        <pc:spChg chg="del mod ord">
          <ac:chgData name="Ly Vu" userId="914151dc6caded71" providerId="LiveId" clId="{F76EF627-73A9-4823-BC9D-D2EAA97F55F4}" dt="2024-12-28T14:42:34.525" v="52" actId="700"/>
          <ac:spMkLst>
            <pc:docMk/>
            <pc:sldMk cId="772848868" sldId="362"/>
            <ac:spMk id="3" creationId="{DAE0A447-4D96-4F50-B40B-B8A0C887C33B}"/>
          </ac:spMkLst>
        </pc:spChg>
        <pc:spChg chg="add mod ord">
          <ac:chgData name="Ly Vu" userId="914151dc6caded71" providerId="LiveId" clId="{F76EF627-73A9-4823-BC9D-D2EAA97F55F4}" dt="2024-12-28T14:43:15.452" v="59" actId="26606"/>
          <ac:spMkLst>
            <pc:docMk/>
            <pc:sldMk cId="772848868" sldId="362"/>
            <ac:spMk id="5" creationId="{A6972FE0-56C4-19AE-1EB7-EC4F0D6A8E48}"/>
          </ac:spMkLst>
        </pc:spChg>
        <pc:spChg chg="mod ord">
          <ac:chgData name="Ly Vu" userId="914151dc6caded71" providerId="LiveId" clId="{F76EF627-73A9-4823-BC9D-D2EAA97F55F4}" dt="2024-12-28T14:43:15.452" v="59" actId="26606"/>
          <ac:spMkLst>
            <pc:docMk/>
            <pc:sldMk cId="772848868" sldId="362"/>
            <ac:spMk id="7" creationId="{598A43A0-85E8-4711-8B7C-55248616F838}"/>
          </ac:spMkLst>
        </pc:spChg>
        <pc:spChg chg="add del">
          <ac:chgData name="Ly Vu" userId="914151dc6caded71" providerId="LiveId" clId="{F76EF627-73A9-4823-BC9D-D2EAA97F55F4}" dt="2024-12-28T14:43:15.452" v="59" actId="26606"/>
          <ac:spMkLst>
            <pc:docMk/>
            <pc:sldMk cId="772848868" sldId="362"/>
            <ac:spMk id="9" creationId="{010CFDAC-9DAD-1A41-5A92-109F496608F4}"/>
          </ac:spMkLst>
        </pc:spChg>
        <pc:spChg chg="add del">
          <ac:chgData name="Ly Vu" userId="914151dc6caded71" providerId="LiveId" clId="{F76EF627-73A9-4823-BC9D-D2EAA97F55F4}" dt="2024-12-28T14:42:40.290" v="54" actId="26606"/>
          <ac:spMkLst>
            <pc:docMk/>
            <pc:sldMk cId="772848868" sldId="362"/>
            <ac:spMk id="14" creationId="{6EFC920F-B85A-4068-BD93-41064EDE93D3}"/>
          </ac:spMkLst>
        </pc:spChg>
        <pc:spChg chg="add del">
          <ac:chgData name="Ly Vu" userId="914151dc6caded71" providerId="LiveId" clId="{F76EF627-73A9-4823-BC9D-D2EAA97F55F4}" dt="2024-12-28T14:42:40.290" v="54" actId="26606"/>
          <ac:spMkLst>
            <pc:docMk/>
            <pc:sldMk cId="772848868" sldId="362"/>
            <ac:spMk id="20" creationId="{CBC4F608-B4B8-48C3-9572-C0F061B1CD99}"/>
          </ac:spMkLst>
        </pc:spChg>
        <pc:spChg chg="add del">
          <ac:chgData name="Ly Vu" userId="914151dc6caded71" providerId="LiveId" clId="{F76EF627-73A9-4823-BC9D-D2EAA97F55F4}" dt="2024-12-28T14:42:40.290" v="54" actId="26606"/>
          <ac:spMkLst>
            <pc:docMk/>
            <pc:sldMk cId="772848868" sldId="362"/>
            <ac:spMk id="22" creationId="{1382A32C-5B0C-4B1C-A074-76C6DBCC9F87}"/>
          </ac:spMkLst>
        </pc:spChg>
        <pc:spChg chg="add del">
          <ac:chgData name="Ly Vu" userId="914151dc6caded71" providerId="LiveId" clId="{F76EF627-73A9-4823-BC9D-D2EAA97F55F4}" dt="2024-12-28T14:43:08.462" v="56" actId="26606"/>
          <ac:spMkLst>
            <pc:docMk/>
            <pc:sldMk cId="772848868" sldId="362"/>
            <ac:spMk id="24" creationId="{3346177D-ADC4-4968-B747-5CFCD390B5B9}"/>
          </ac:spMkLst>
        </pc:spChg>
        <pc:spChg chg="add del">
          <ac:chgData name="Ly Vu" userId="914151dc6caded71" providerId="LiveId" clId="{F76EF627-73A9-4823-BC9D-D2EAA97F55F4}" dt="2024-12-28T14:43:08.462" v="56" actId="26606"/>
          <ac:spMkLst>
            <pc:docMk/>
            <pc:sldMk cId="772848868" sldId="362"/>
            <ac:spMk id="25" creationId="{0844A943-BF79-4FEA-ABB1-3BD54D236606}"/>
          </ac:spMkLst>
        </pc:spChg>
        <pc:spChg chg="add del">
          <ac:chgData name="Ly Vu" userId="914151dc6caded71" providerId="LiveId" clId="{F76EF627-73A9-4823-BC9D-D2EAA97F55F4}" dt="2024-12-28T14:43:08.462" v="56" actId="26606"/>
          <ac:spMkLst>
            <pc:docMk/>
            <pc:sldMk cId="772848868" sldId="362"/>
            <ac:spMk id="26" creationId="{6437CC72-F4A8-4DC3-AFAB-D22C482C8100}"/>
          </ac:spMkLst>
        </pc:spChg>
        <pc:spChg chg="add del">
          <ac:chgData name="Ly Vu" userId="914151dc6caded71" providerId="LiveId" clId="{F76EF627-73A9-4823-BC9D-D2EAA97F55F4}" dt="2024-12-28T14:43:15.452" v="58" actId="26606"/>
          <ac:spMkLst>
            <pc:docMk/>
            <pc:sldMk cId="772848868" sldId="362"/>
            <ac:spMk id="28" creationId="{6897DEB4-4A88-4293-A935-9B25506C1530}"/>
          </ac:spMkLst>
        </pc:spChg>
        <pc:spChg chg="add del">
          <ac:chgData name="Ly Vu" userId="914151dc6caded71" providerId="LiveId" clId="{F76EF627-73A9-4823-BC9D-D2EAA97F55F4}" dt="2024-12-28T14:43:15.452" v="58" actId="26606"/>
          <ac:spMkLst>
            <pc:docMk/>
            <pc:sldMk cId="772848868" sldId="362"/>
            <ac:spMk id="29" creationId="{FBE42BC3-6707-4CBF-9386-048B994A4F19}"/>
          </ac:spMkLst>
        </pc:spChg>
        <pc:spChg chg="add">
          <ac:chgData name="Ly Vu" userId="914151dc6caded71" providerId="LiveId" clId="{F76EF627-73A9-4823-BC9D-D2EAA97F55F4}" dt="2024-12-28T14:43:15.452" v="59" actId="26606"/>
          <ac:spMkLst>
            <pc:docMk/>
            <pc:sldMk cId="772848868" sldId="362"/>
            <ac:spMk id="31" creationId="{A6D37EE4-EA1B-46EE-A54B-5233C63C9695}"/>
          </ac:spMkLst>
        </pc:spChg>
        <pc:spChg chg="add">
          <ac:chgData name="Ly Vu" userId="914151dc6caded71" providerId="LiveId" clId="{F76EF627-73A9-4823-BC9D-D2EAA97F55F4}" dt="2024-12-28T14:43:15.452" v="59" actId="26606"/>
          <ac:spMkLst>
            <pc:docMk/>
            <pc:sldMk cId="772848868" sldId="362"/>
            <ac:spMk id="32" creationId="{927D5270-6648-4CC1-8F78-48BE299CAC25}"/>
          </ac:spMkLst>
        </pc:spChg>
        <pc:grpChg chg="add del">
          <ac:chgData name="Ly Vu" userId="914151dc6caded71" providerId="LiveId" clId="{F76EF627-73A9-4823-BC9D-D2EAA97F55F4}" dt="2024-12-28T14:42:40.290" v="54" actId="26606"/>
          <ac:grpSpMkLst>
            <pc:docMk/>
            <pc:sldMk cId="772848868" sldId="362"/>
            <ac:grpSpMk id="16" creationId="{1C559108-BBAE-426C-8564-051D2BA6DDC8}"/>
          </ac:grpSpMkLst>
        </pc:grpChg>
        <pc:picChg chg="mod ord">
          <ac:chgData name="Ly Vu" userId="914151dc6caded71" providerId="LiveId" clId="{F76EF627-73A9-4823-BC9D-D2EAA97F55F4}" dt="2024-12-28T14:43:15.452" v="59" actId="26606"/>
          <ac:picMkLst>
            <pc:docMk/>
            <pc:sldMk cId="772848868" sldId="362"/>
            <ac:picMk id="4" creationId="{CD4909AE-49C1-732C-B575-D3A581F77386}"/>
          </ac:picMkLst>
        </pc:picChg>
      </pc:sldChg>
      <pc:sldChg chg="addSp delSp modSp add del mod modClrScheme chgLayout">
        <pc:chgData name="Ly Vu" userId="914151dc6caded71" providerId="LiveId" clId="{F76EF627-73A9-4823-BC9D-D2EAA97F55F4}" dt="2024-12-28T14:44:40.977" v="74" actId="700"/>
        <pc:sldMkLst>
          <pc:docMk/>
          <pc:sldMk cId="2181899832" sldId="363"/>
        </pc:sldMkLst>
        <pc:spChg chg="mod ord">
          <ac:chgData name="Ly Vu" userId="914151dc6caded71" providerId="LiveId" clId="{F76EF627-73A9-4823-BC9D-D2EAA97F55F4}" dt="2024-12-28T14:44:40.977" v="74" actId="700"/>
          <ac:spMkLst>
            <pc:docMk/>
            <pc:sldMk cId="2181899832" sldId="363"/>
            <ac:spMk id="2" creationId="{1E4EA4F5-961D-479D-8398-692BD89B232A}"/>
          </ac:spMkLst>
        </pc:spChg>
        <pc:spChg chg="add del mod ord">
          <ac:chgData name="Ly Vu" userId="914151dc6caded71" providerId="LiveId" clId="{F76EF627-73A9-4823-BC9D-D2EAA97F55F4}" dt="2024-12-28T14:44:40.977" v="74" actId="700"/>
          <ac:spMkLst>
            <pc:docMk/>
            <pc:sldMk cId="2181899832" sldId="363"/>
            <ac:spMk id="3" creationId="{DAE0A447-4D96-4F50-B40B-B8A0C887C33B}"/>
          </ac:spMkLst>
        </pc:spChg>
        <pc:spChg chg="add del mod ord">
          <ac:chgData name="Ly Vu" userId="914151dc6caded71" providerId="LiveId" clId="{F76EF627-73A9-4823-BC9D-D2EAA97F55F4}" dt="2024-12-28T14:44:40.977" v="74" actId="700"/>
          <ac:spMkLst>
            <pc:docMk/>
            <pc:sldMk cId="2181899832" sldId="363"/>
            <ac:spMk id="4" creationId="{4A5612D7-1A2D-81C5-2A82-5C1BC49160F4}"/>
          </ac:spMkLst>
        </pc:spChg>
        <pc:spChg chg="mod ord">
          <ac:chgData name="Ly Vu" userId="914151dc6caded71" providerId="LiveId" clId="{F76EF627-73A9-4823-BC9D-D2EAA97F55F4}" dt="2024-12-28T14:44:40.977" v="74" actId="700"/>
          <ac:spMkLst>
            <pc:docMk/>
            <pc:sldMk cId="2181899832" sldId="363"/>
            <ac:spMk id="7" creationId="{598A43A0-85E8-4711-8B7C-55248616F838}"/>
          </ac:spMkLst>
        </pc:spChg>
      </pc:sldChg>
      <pc:sldChg chg="add del">
        <pc:chgData name="Ly Vu" userId="914151dc6caded71" providerId="LiveId" clId="{F76EF627-73A9-4823-BC9D-D2EAA97F55F4}" dt="2024-12-28T14:36:05.108" v="13"/>
        <pc:sldMkLst>
          <pc:docMk/>
          <pc:sldMk cId="3077068851" sldId="364"/>
        </pc:sldMkLst>
      </pc:sldChg>
      <pc:sldChg chg="add del">
        <pc:chgData name="Ly Vu" userId="914151dc6caded71" providerId="LiveId" clId="{F76EF627-73A9-4823-BC9D-D2EAA97F55F4}" dt="2024-12-28T14:45:04.788" v="75" actId="47"/>
        <pc:sldMkLst>
          <pc:docMk/>
          <pc:sldMk cId="2475999457" sldId="365"/>
        </pc:sldMkLst>
      </pc:sldChg>
      <pc:sldChg chg="add del">
        <pc:chgData name="Ly Vu" userId="914151dc6caded71" providerId="LiveId" clId="{F76EF627-73A9-4823-BC9D-D2EAA97F55F4}" dt="2024-12-28T14:45:06.378" v="76" actId="47"/>
        <pc:sldMkLst>
          <pc:docMk/>
          <pc:sldMk cId="1746859336" sldId="366"/>
        </pc:sldMkLst>
      </pc:sldChg>
      <pc:sldChg chg="add del">
        <pc:chgData name="Ly Vu" userId="914151dc6caded71" providerId="LiveId" clId="{F76EF627-73A9-4823-BC9D-D2EAA97F55F4}" dt="2024-12-28T14:45:07.527" v="77" actId="47"/>
        <pc:sldMkLst>
          <pc:docMk/>
          <pc:sldMk cId="2124759024" sldId="367"/>
        </pc:sldMkLst>
      </pc:sldChg>
      <pc:sldChg chg="add del">
        <pc:chgData name="Ly Vu" userId="914151dc6caded71" providerId="LiveId" clId="{F76EF627-73A9-4823-BC9D-D2EAA97F55F4}" dt="2024-12-28T14:45:13.370" v="78" actId="47"/>
        <pc:sldMkLst>
          <pc:docMk/>
          <pc:sldMk cId="2743805753" sldId="368"/>
        </pc:sldMkLst>
      </pc:sldChg>
      <pc:sldChg chg="add del">
        <pc:chgData name="Ly Vu" userId="914151dc6caded71" providerId="LiveId" clId="{F76EF627-73A9-4823-BC9D-D2EAA97F55F4}" dt="2024-12-28T14:45:14.299" v="79" actId="47"/>
        <pc:sldMkLst>
          <pc:docMk/>
          <pc:sldMk cId="37957984" sldId="369"/>
        </pc:sldMkLst>
      </pc:sldChg>
      <pc:sldChg chg="add del">
        <pc:chgData name="Ly Vu" userId="914151dc6caded71" providerId="LiveId" clId="{F76EF627-73A9-4823-BC9D-D2EAA97F55F4}" dt="2024-12-28T14:36:05.108" v="13"/>
        <pc:sldMkLst>
          <pc:docMk/>
          <pc:sldMk cId="4169799502" sldId="370"/>
        </pc:sldMkLst>
      </pc:sldChg>
      <pc:sldChg chg="add del">
        <pc:chgData name="Ly Vu" userId="914151dc6caded71" providerId="LiveId" clId="{F76EF627-73A9-4823-BC9D-D2EAA97F55F4}" dt="2024-12-28T14:36:05.108" v="13"/>
        <pc:sldMkLst>
          <pc:docMk/>
          <pc:sldMk cId="1512088023" sldId="371"/>
        </pc:sldMkLst>
      </pc:sldChg>
      <pc:sldChg chg="add del">
        <pc:chgData name="Ly Vu" userId="914151dc6caded71" providerId="LiveId" clId="{F76EF627-73A9-4823-BC9D-D2EAA97F55F4}" dt="2024-12-29T16:09:50.755" v="103" actId="2696"/>
        <pc:sldMkLst>
          <pc:docMk/>
          <pc:sldMk cId="1547732062" sldId="372"/>
        </pc:sldMkLst>
      </pc:sldChg>
      <pc:sldChg chg="add del">
        <pc:chgData name="Ly Vu" userId="914151dc6caded71" providerId="LiveId" clId="{F76EF627-73A9-4823-BC9D-D2EAA97F55F4}" dt="2024-12-29T16:09:34.303" v="101" actId="2696"/>
        <pc:sldMkLst>
          <pc:docMk/>
          <pc:sldMk cId="3944346182" sldId="373"/>
        </pc:sldMkLst>
      </pc:sldChg>
      <pc:sldChg chg="add del setBg">
        <pc:chgData name="Ly Vu" userId="914151dc6caded71" providerId="LiveId" clId="{F76EF627-73A9-4823-BC9D-D2EAA97F55F4}" dt="2024-12-29T16:09:41.795" v="102" actId="2696"/>
        <pc:sldMkLst>
          <pc:docMk/>
          <pc:sldMk cId="4098111027" sldId="374"/>
        </pc:sldMkLst>
      </pc:sldChg>
      <pc:sldChg chg="add del">
        <pc:chgData name="Ly Vu" userId="914151dc6caded71" providerId="LiveId" clId="{F76EF627-73A9-4823-BC9D-D2EAA97F55F4}" dt="2024-12-28T14:36:05.108" v="13"/>
        <pc:sldMkLst>
          <pc:docMk/>
          <pc:sldMk cId="3770085962" sldId="375"/>
        </pc:sldMkLst>
      </pc:sldChg>
      <pc:sldChg chg="add del">
        <pc:chgData name="Ly Vu" userId="914151dc6caded71" providerId="LiveId" clId="{F76EF627-73A9-4823-BC9D-D2EAA97F55F4}" dt="2024-12-29T16:10:08.746" v="104" actId="2696"/>
        <pc:sldMkLst>
          <pc:docMk/>
          <pc:sldMk cId="4177260299" sldId="376"/>
        </pc:sldMkLst>
      </pc:sldChg>
      <pc:sldChg chg="add del">
        <pc:chgData name="Ly Vu" userId="914151dc6caded71" providerId="LiveId" clId="{F76EF627-73A9-4823-BC9D-D2EAA97F55F4}" dt="2024-12-28T14:36:05.108" v="13"/>
        <pc:sldMkLst>
          <pc:docMk/>
          <pc:sldMk cId="4242754523" sldId="377"/>
        </pc:sldMkLst>
      </pc:sldChg>
      <pc:sldChg chg="add del">
        <pc:chgData name="Ly Vu" userId="914151dc6caded71" providerId="LiveId" clId="{F76EF627-73A9-4823-BC9D-D2EAA97F55F4}" dt="2024-12-28T14:45:29.602" v="80" actId="47"/>
        <pc:sldMkLst>
          <pc:docMk/>
          <pc:sldMk cId="673548820" sldId="378"/>
        </pc:sldMkLst>
      </pc:sldChg>
      <pc:sldChg chg="add del">
        <pc:chgData name="Ly Vu" userId="914151dc6caded71" providerId="LiveId" clId="{F76EF627-73A9-4823-BC9D-D2EAA97F55F4}" dt="2024-12-28T14:36:05.108" v="13"/>
        <pc:sldMkLst>
          <pc:docMk/>
          <pc:sldMk cId="796749025" sldId="379"/>
        </pc:sldMkLst>
      </pc:sldChg>
      <pc:sldChg chg="add del">
        <pc:chgData name="Ly Vu" userId="914151dc6caded71" providerId="LiveId" clId="{F76EF627-73A9-4823-BC9D-D2EAA97F55F4}" dt="2024-12-29T16:12:15.452" v="117" actId="2696"/>
        <pc:sldMkLst>
          <pc:docMk/>
          <pc:sldMk cId="3831605" sldId="380"/>
        </pc:sldMkLst>
      </pc:sldChg>
      <pc:sldChg chg="add del">
        <pc:chgData name="Ly Vu" userId="914151dc6caded71" providerId="LiveId" clId="{F76EF627-73A9-4823-BC9D-D2EAA97F55F4}" dt="2024-12-29T16:10:21.055" v="105" actId="2696"/>
        <pc:sldMkLst>
          <pc:docMk/>
          <pc:sldMk cId="2499823028" sldId="381"/>
        </pc:sldMkLst>
      </pc:sldChg>
      <pc:sldChg chg="add del">
        <pc:chgData name="Ly Vu" userId="914151dc6caded71" providerId="LiveId" clId="{F76EF627-73A9-4823-BC9D-D2EAA97F55F4}" dt="2024-12-29T16:12:24.084" v="119" actId="2696"/>
        <pc:sldMkLst>
          <pc:docMk/>
          <pc:sldMk cId="3932175681" sldId="382"/>
        </pc:sldMkLst>
      </pc:sldChg>
      <pc:sldChg chg="add del">
        <pc:chgData name="Ly Vu" userId="914151dc6caded71" providerId="LiveId" clId="{F76EF627-73A9-4823-BC9D-D2EAA97F55F4}" dt="2024-12-29T16:12:20.396" v="118" actId="2696"/>
        <pc:sldMkLst>
          <pc:docMk/>
          <pc:sldMk cId="163521610" sldId="383"/>
        </pc:sldMkLst>
      </pc:sldChg>
      <pc:sldChg chg="add del">
        <pc:chgData name="Ly Vu" userId="914151dc6caded71" providerId="LiveId" clId="{F76EF627-73A9-4823-BC9D-D2EAA97F55F4}" dt="2024-12-29T16:12:27.879" v="120" actId="2696"/>
        <pc:sldMkLst>
          <pc:docMk/>
          <pc:sldMk cId="1347739021" sldId="384"/>
        </pc:sldMkLst>
      </pc:sldChg>
      <pc:sldChg chg="add del">
        <pc:chgData name="Ly Vu" userId="914151dc6caded71" providerId="LiveId" clId="{F76EF627-73A9-4823-BC9D-D2EAA97F55F4}" dt="2024-12-29T16:10:26.388" v="106" actId="2696"/>
        <pc:sldMkLst>
          <pc:docMk/>
          <pc:sldMk cId="1336499423" sldId="385"/>
        </pc:sldMkLst>
      </pc:sldChg>
      <pc:sldChg chg="addSp delSp modSp add del mod setBg modClrScheme chgLayout">
        <pc:chgData name="Ly Vu" userId="914151dc6caded71" providerId="LiveId" clId="{F76EF627-73A9-4823-BC9D-D2EAA97F55F4}" dt="2024-12-29T15:34:28.745" v="83" actId="47"/>
        <pc:sldMkLst>
          <pc:docMk/>
          <pc:sldMk cId="1670108648" sldId="386"/>
        </pc:sldMkLst>
        <pc:spChg chg="mod ord">
          <ac:chgData name="Ly Vu" userId="914151dc6caded71" providerId="LiveId" clId="{F76EF627-73A9-4823-BC9D-D2EAA97F55F4}" dt="2024-12-28T14:36:46.550" v="21" actId="26606"/>
          <ac:spMkLst>
            <pc:docMk/>
            <pc:sldMk cId="1670108648" sldId="386"/>
            <ac:spMk id="2" creationId="{1E4EA4F5-961D-479D-8398-692BD89B232A}"/>
          </ac:spMkLst>
        </pc:spChg>
        <pc:spChg chg="add mod ord">
          <ac:chgData name="Ly Vu" userId="914151dc6caded71" providerId="LiveId" clId="{F76EF627-73A9-4823-BC9D-D2EAA97F55F4}" dt="2024-12-28T14:36:46.550" v="21" actId="26606"/>
          <ac:spMkLst>
            <pc:docMk/>
            <pc:sldMk cId="1670108648" sldId="386"/>
            <ac:spMk id="3" creationId="{5204FC37-D59B-FB77-ABAA-89C3B92C28DA}"/>
          </ac:spMkLst>
        </pc:spChg>
        <pc:spChg chg="mod ord">
          <ac:chgData name="Ly Vu" userId="914151dc6caded71" providerId="LiveId" clId="{F76EF627-73A9-4823-BC9D-D2EAA97F55F4}" dt="2024-12-28T14:36:46.550" v="21" actId="26606"/>
          <ac:spMkLst>
            <pc:docMk/>
            <pc:sldMk cId="1670108648" sldId="386"/>
            <ac:spMk id="7" creationId="{598A43A0-85E8-4711-8B7C-55248616F838}"/>
          </ac:spMkLst>
        </pc:spChg>
        <pc:spChg chg="del">
          <ac:chgData name="Ly Vu" userId="914151dc6caded71" providerId="LiveId" clId="{F76EF627-73A9-4823-BC9D-D2EAA97F55F4}" dt="2024-12-28T14:36:46.550" v="21" actId="26606"/>
          <ac:spMkLst>
            <pc:docMk/>
            <pc:sldMk cId="1670108648" sldId="386"/>
            <ac:spMk id="9" creationId="{010CFDAC-9DAD-1A41-5A92-109F496608F4}"/>
          </ac:spMkLst>
        </pc:spChg>
        <pc:spChg chg="add">
          <ac:chgData name="Ly Vu" userId="914151dc6caded71" providerId="LiveId" clId="{F76EF627-73A9-4823-BC9D-D2EAA97F55F4}" dt="2024-12-28T14:36:46.550" v="21" actId="26606"/>
          <ac:spMkLst>
            <pc:docMk/>
            <pc:sldMk cId="1670108648" sldId="386"/>
            <ac:spMk id="14" creationId="{0D7B6173-1D58-48E2-83CF-37350F315F75}"/>
          </ac:spMkLst>
        </pc:spChg>
        <pc:spChg chg="add">
          <ac:chgData name="Ly Vu" userId="914151dc6caded71" providerId="LiveId" clId="{F76EF627-73A9-4823-BC9D-D2EAA97F55F4}" dt="2024-12-28T14:36:46.550" v="21" actId="26606"/>
          <ac:spMkLst>
            <pc:docMk/>
            <pc:sldMk cId="1670108648" sldId="386"/>
            <ac:spMk id="16" creationId="{8B068B58-6F94-4AFF-A8A7-18573884D6CD}"/>
          </ac:spMkLst>
        </pc:spChg>
        <pc:spChg chg="add">
          <ac:chgData name="Ly Vu" userId="914151dc6caded71" providerId="LiveId" clId="{F76EF627-73A9-4823-BC9D-D2EAA97F55F4}" dt="2024-12-28T14:36:46.550" v="21" actId="26606"/>
          <ac:spMkLst>
            <pc:docMk/>
            <pc:sldMk cId="1670108648" sldId="386"/>
            <ac:spMk id="20" creationId="{21BDEC81-16A7-4451-B893-C15000083B77}"/>
          </ac:spMkLst>
        </pc:spChg>
        <pc:spChg chg="add">
          <ac:chgData name="Ly Vu" userId="914151dc6caded71" providerId="LiveId" clId="{F76EF627-73A9-4823-BC9D-D2EAA97F55F4}" dt="2024-12-28T14:36:46.550" v="21" actId="26606"/>
          <ac:spMkLst>
            <pc:docMk/>
            <pc:sldMk cId="1670108648" sldId="386"/>
            <ac:spMk id="22" creationId="{BE5B028C-7535-45E5-9D2C-32C50D0E0E43}"/>
          </ac:spMkLst>
        </pc:spChg>
        <pc:picChg chg="mod ord">
          <ac:chgData name="Ly Vu" userId="914151dc6caded71" providerId="LiveId" clId="{F76EF627-73A9-4823-BC9D-D2EAA97F55F4}" dt="2024-12-28T14:36:46.550" v="21" actId="26606"/>
          <ac:picMkLst>
            <pc:docMk/>
            <pc:sldMk cId="1670108648" sldId="386"/>
            <ac:picMk id="4" creationId="{5128DF65-97AB-5902-48EC-57A8316A5BD6}"/>
          </ac:picMkLst>
        </pc:picChg>
        <pc:picChg chg="mod">
          <ac:chgData name="Ly Vu" userId="914151dc6caded71" providerId="LiveId" clId="{F76EF627-73A9-4823-BC9D-D2EAA97F55F4}" dt="2024-12-28T14:36:46.550" v="21" actId="26606"/>
          <ac:picMkLst>
            <pc:docMk/>
            <pc:sldMk cId="1670108648" sldId="386"/>
            <ac:picMk id="5" creationId="{519AB6E6-F898-72DD-5140-C90A2DAE1028}"/>
          </ac:picMkLst>
        </pc:picChg>
        <pc:picChg chg="add">
          <ac:chgData name="Ly Vu" userId="914151dc6caded71" providerId="LiveId" clId="{F76EF627-73A9-4823-BC9D-D2EAA97F55F4}" dt="2024-12-28T14:36:46.550" v="21" actId="26606"/>
          <ac:picMkLst>
            <pc:docMk/>
            <pc:sldMk cId="1670108648" sldId="386"/>
            <ac:picMk id="18" creationId="{B0DAC8FB-A162-44E3-A606-C855A03A5B09}"/>
          </ac:picMkLst>
        </pc:picChg>
      </pc:sldChg>
      <pc:sldChg chg="addSp delSp modSp add del mod setBg modClrScheme chgLayout">
        <pc:chgData name="Ly Vu" userId="914151dc6caded71" providerId="LiveId" clId="{F76EF627-73A9-4823-BC9D-D2EAA97F55F4}" dt="2024-12-28T14:39:56.671" v="36" actId="26606"/>
        <pc:sldMkLst>
          <pc:docMk/>
          <pc:sldMk cId="3651938513" sldId="387"/>
        </pc:sldMkLst>
        <pc:spChg chg="mod ord">
          <ac:chgData name="Ly Vu" userId="914151dc6caded71" providerId="LiveId" clId="{F76EF627-73A9-4823-BC9D-D2EAA97F55F4}" dt="2024-12-28T14:39:56.671" v="36" actId="26606"/>
          <ac:spMkLst>
            <pc:docMk/>
            <pc:sldMk cId="3651938513" sldId="387"/>
            <ac:spMk id="2" creationId="{1E4EA4F5-961D-479D-8398-692BD89B232A}"/>
          </ac:spMkLst>
        </pc:spChg>
        <pc:spChg chg="del mod ord">
          <ac:chgData name="Ly Vu" userId="914151dc6caded71" providerId="LiveId" clId="{F76EF627-73A9-4823-BC9D-D2EAA97F55F4}" dt="2024-12-28T14:39:35.645" v="33" actId="700"/>
          <ac:spMkLst>
            <pc:docMk/>
            <pc:sldMk cId="3651938513" sldId="387"/>
            <ac:spMk id="3" creationId="{DAE0A447-4D96-4F50-B40B-B8A0C887C33B}"/>
          </ac:spMkLst>
        </pc:spChg>
        <pc:spChg chg="add mod ord">
          <ac:chgData name="Ly Vu" userId="914151dc6caded71" providerId="LiveId" clId="{F76EF627-73A9-4823-BC9D-D2EAA97F55F4}" dt="2024-12-28T14:39:56.671" v="36" actId="26606"/>
          <ac:spMkLst>
            <pc:docMk/>
            <pc:sldMk cId="3651938513" sldId="387"/>
            <ac:spMk id="4" creationId="{621B5FA1-3648-C5BB-F72C-7E2E9BC33209}"/>
          </ac:spMkLst>
        </pc:spChg>
        <pc:spChg chg="mod ord">
          <ac:chgData name="Ly Vu" userId="914151dc6caded71" providerId="LiveId" clId="{F76EF627-73A9-4823-BC9D-D2EAA97F55F4}" dt="2024-12-28T14:39:56.671" v="36" actId="26606"/>
          <ac:spMkLst>
            <pc:docMk/>
            <pc:sldMk cId="3651938513" sldId="387"/>
            <ac:spMk id="7" creationId="{598A43A0-85E8-4711-8B7C-55248616F838}"/>
          </ac:spMkLst>
        </pc:spChg>
        <pc:spChg chg="add del">
          <ac:chgData name="Ly Vu" userId="914151dc6caded71" providerId="LiveId" clId="{F76EF627-73A9-4823-BC9D-D2EAA97F55F4}" dt="2024-12-28T14:39:56.671" v="36" actId="26606"/>
          <ac:spMkLst>
            <pc:docMk/>
            <pc:sldMk cId="3651938513" sldId="387"/>
            <ac:spMk id="9" creationId="{010CFDAC-9DAD-1A41-5A92-109F496608F4}"/>
          </ac:spMkLst>
        </pc:spChg>
        <pc:spChg chg="add del">
          <ac:chgData name="Ly Vu" userId="914151dc6caded71" providerId="LiveId" clId="{F76EF627-73A9-4823-BC9D-D2EAA97F55F4}" dt="2024-12-28T14:39:56.671" v="35" actId="26606"/>
          <ac:spMkLst>
            <pc:docMk/>
            <pc:sldMk cId="3651938513" sldId="387"/>
            <ac:spMk id="14" creationId="{5C8908E2-EE49-44D2-9428-A28D2312A8D5}"/>
          </ac:spMkLst>
        </pc:spChg>
        <pc:spChg chg="add">
          <ac:chgData name="Ly Vu" userId="914151dc6caded71" providerId="LiveId" clId="{F76EF627-73A9-4823-BC9D-D2EAA97F55F4}" dt="2024-12-28T14:39:56.671" v="36" actId="26606"/>
          <ac:spMkLst>
            <pc:docMk/>
            <pc:sldMk cId="3651938513" sldId="387"/>
            <ac:spMk id="15" creationId="{3ECBE1F1-D69B-4AFA-ABD5-8E41720EF6DE}"/>
          </ac:spMkLst>
        </pc:spChg>
        <pc:spChg chg="add del">
          <ac:chgData name="Ly Vu" userId="914151dc6caded71" providerId="LiveId" clId="{F76EF627-73A9-4823-BC9D-D2EAA97F55F4}" dt="2024-12-28T14:39:56.671" v="35" actId="26606"/>
          <ac:spMkLst>
            <pc:docMk/>
            <pc:sldMk cId="3651938513" sldId="387"/>
            <ac:spMk id="20" creationId="{BD92035A-AA2F-4CD8-A556-1CE8BDEC75BD}"/>
          </ac:spMkLst>
        </pc:spChg>
        <pc:spChg chg="add del">
          <ac:chgData name="Ly Vu" userId="914151dc6caded71" providerId="LiveId" clId="{F76EF627-73A9-4823-BC9D-D2EAA97F55F4}" dt="2024-12-28T14:39:56.671" v="35" actId="26606"/>
          <ac:spMkLst>
            <pc:docMk/>
            <pc:sldMk cId="3651938513" sldId="387"/>
            <ac:spMk id="22" creationId="{ED888B23-07FA-482A-96DF-47E31AF1A603}"/>
          </ac:spMkLst>
        </pc:spChg>
        <pc:spChg chg="add">
          <ac:chgData name="Ly Vu" userId="914151dc6caded71" providerId="LiveId" clId="{F76EF627-73A9-4823-BC9D-D2EAA97F55F4}" dt="2024-12-28T14:39:56.671" v="36" actId="26606"/>
          <ac:spMkLst>
            <pc:docMk/>
            <pc:sldMk cId="3651938513" sldId="387"/>
            <ac:spMk id="24" creationId="{603A6265-E10C-4B85-9C20-E75FCAF9CC63}"/>
          </ac:spMkLst>
        </pc:spChg>
        <pc:grpChg chg="add del">
          <ac:chgData name="Ly Vu" userId="914151dc6caded71" providerId="LiveId" clId="{F76EF627-73A9-4823-BC9D-D2EAA97F55F4}" dt="2024-12-28T14:39:56.671" v="35" actId="26606"/>
          <ac:grpSpMkLst>
            <pc:docMk/>
            <pc:sldMk cId="3651938513" sldId="387"/>
            <ac:grpSpMk id="16" creationId="{5D1A9D8B-3117-4D9D-BDA4-DD81895098B0}"/>
          </ac:grpSpMkLst>
        </pc:grpChg>
        <pc:picChg chg="add">
          <ac:chgData name="Ly Vu" userId="914151dc6caded71" providerId="LiveId" clId="{F76EF627-73A9-4823-BC9D-D2EAA97F55F4}" dt="2024-12-28T14:39:56.671" v="36" actId="26606"/>
          <ac:picMkLst>
            <pc:docMk/>
            <pc:sldMk cId="3651938513" sldId="387"/>
            <ac:picMk id="11" creationId="{8C4B4F00-C6EB-C54D-A530-B91A0154FA09}"/>
          </ac:picMkLst>
        </pc:picChg>
      </pc:sldChg>
      <pc:sldChg chg="add del">
        <pc:chgData name="Ly Vu" userId="914151dc6caded71" providerId="LiveId" clId="{F76EF627-73A9-4823-BC9D-D2EAA97F55F4}" dt="2024-12-29T15:34:26.250" v="82" actId="47"/>
        <pc:sldMkLst>
          <pc:docMk/>
          <pc:sldMk cId="4005419158" sldId="388"/>
        </pc:sldMkLst>
      </pc:sldChg>
      <pc:sldChg chg="addSp delSp modSp add del mod setBg modClrScheme chgLayout">
        <pc:chgData name="Ly Vu" userId="914151dc6caded71" providerId="LiveId" clId="{F76EF627-73A9-4823-BC9D-D2EAA97F55F4}" dt="2024-12-28T14:39:29.788" v="32" actId="2696"/>
        <pc:sldMkLst>
          <pc:docMk/>
          <pc:sldMk cId="1576332801" sldId="389"/>
        </pc:sldMkLst>
        <pc:spChg chg="mod ord">
          <ac:chgData name="Ly Vu" userId="914151dc6caded71" providerId="LiveId" clId="{F76EF627-73A9-4823-BC9D-D2EAA97F55F4}" dt="2024-12-28T14:37:07.792" v="24" actId="26606"/>
          <ac:spMkLst>
            <pc:docMk/>
            <pc:sldMk cId="1576332801" sldId="389"/>
            <ac:spMk id="2" creationId="{1E4EA4F5-961D-479D-8398-692BD89B232A}"/>
          </ac:spMkLst>
        </pc:spChg>
        <pc:spChg chg="add mod ord">
          <ac:chgData name="Ly Vu" userId="914151dc6caded71" providerId="LiveId" clId="{F76EF627-73A9-4823-BC9D-D2EAA97F55F4}" dt="2024-12-28T14:37:07.792" v="24" actId="26606"/>
          <ac:spMkLst>
            <pc:docMk/>
            <pc:sldMk cId="1576332801" sldId="389"/>
            <ac:spMk id="3" creationId="{74A2D232-14DF-3AF0-A527-951C3DCE0634}"/>
          </ac:spMkLst>
        </pc:spChg>
        <pc:spChg chg="mod ord">
          <ac:chgData name="Ly Vu" userId="914151dc6caded71" providerId="LiveId" clId="{F76EF627-73A9-4823-BC9D-D2EAA97F55F4}" dt="2024-12-28T14:37:07.792" v="24" actId="26606"/>
          <ac:spMkLst>
            <pc:docMk/>
            <pc:sldMk cId="1576332801" sldId="389"/>
            <ac:spMk id="7" creationId="{598A43A0-85E8-4711-8B7C-55248616F838}"/>
          </ac:spMkLst>
        </pc:spChg>
        <pc:spChg chg="del">
          <ac:chgData name="Ly Vu" userId="914151dc6caded71" providerId="LiveId" clId="{F76EF627-73A9-4823-BC9D-D2EAA97F55F4}" dt="2024-12-28T14:37:07.792" v="24" actId="26606"/>
          <ac:spMkLst>
            <pc:docMk/>
            <pc:sldMk cId="1576332801" sldId="389"/>
            <ac:spMk id="9" creationId="{010CFDAC-9DAD-1A41-5A92-109F496608F4}"/>
          </ac:spMkLst>
        </pc:spChg>
        <pc:spChg chg="add">
          <ac:chgData name="Ly Vu" userId="914151dc6caded71" providerId="LiveId" clId="{F76EF627-73A9-4823-BC9D-D2EAA97F55F4}" dt="2024-12-28T14:37:07.792" v="24" actId="26606"/>
          <ac:spMkLst>
            <pc:docMk/>
            <pc:sldMk cId="1576332801" sldId="389"/>
            <ac:spMk id="14" creationId="{5C8908E2-EE49-44D2-9428-A28D2312A8D5}"/>
          </ac:spMkLst>
        </pc:spChg>
        <pc:spChg chg="add">
          <ac:chgData name="Ly Vu" userId="914151dc6caded71" providerId="LiveId" clId="{F76EF627-73A9-4823-BC9D-D2EAA97F55F4}" dt="2024-12-28T14:37:07.792" v="24" actId="26606"/>
          <ac:spMkLst>
            <pc:docMk/>
            <pc:sldMk cId="1576332801" sldId="389"/>
            <ac:spMk id="20" creationId="{BD92035A-AA2F-4CD8-A556-1CE8BDEC75BD}"/>
          </ac:spMkLst>
        </pc:spChg>
        <pc:spChg chg="add">
          <ac:chgData name="Ly Vu" userId="914151dc6caded71" providerId="LiveId" clId="{F76EF627-73A9-4823-BC9D-D2EAA97F55F4}" dt="2024-12-28T14:37:07.792" v="24" actId="26606"/>
          <ac:spMkLst>
            <pc:docMk/>
            <pc:sldMk cId="1576332801" sldId="389"/>
            <ac:spMk id="22" creationId="{ED888B23-07FA-482A-96DF-47E31AF1A603}"/>
          </ac:spMkLst>
        </pc:spChg>
        <pc:grpChg chg="add">
          <ac:chgData name="Ly Vu" userId="914151dc6caded71" providerId="LiveId" clId="{F76EF627-73A9-4823-BC9D-D2EAA97F55F4}" dt="2024-12-28T14:37:07.792" v="24" actId="26606"/>
          <ac:grpSpMkLst>
            <pc:docMk/>
            <pc:sldMk cId="1576332801" sldId="389"/>
            <ac:grpSpMk id="16" creationId="{5D1A9D8B-3117-4D9D-BDA4-DD81895098B0}"/>
          </ac:grpSpMkLst>
        </pc:grpChg>
      </pc:sldChg>
      <pc:sldChg chg="addSp delSp modSp add del mod setBg modClrScheme chgLayout">
        <pc:chgData name="Ly Vu" userId="914151dc6caded71" providerId="LiveId" clId="{F76EF627-73A9-4823-BC9D-D2EAA97F55F4}" dt="2024-12-28T14:39:03.509" v="31" actId="255"/>
        <pc:sldMkLst>
          <pc:docMk/>
          <pc:sldMk cId="3572901416" sldId="390"/>
        </pc:sldMkLst>
        <pc:spChg chg="mod ord">
          <ac:chgData name="Ly Vu" userId="914151dc6caded71" providerId="LiveId" clId="{F76EF627-73A9-4823-BC9D-D2EAA97F55F4}" dt="2024-12-28T14:38:51.217" v="30" actId="26606"/>
          <ac:spMkLst>
            <pc:docMk/>
            <pc:sldMk cId="3572901416" sldId="390"/>
            <ac:spMk id="2" creationId="{1E4EA4F5-961D-479D-8398-692BD89B232A}"/>
          </ac:spMkLst>
        </pc:spChg>
        <pc:spChg chg="add del mod ord">
          <ac:chgData name="Ly Vu" userId="914151dc6caded71" providerId="LiveId" clId="{F76EF627-73A9-4823-BC9D-D2EAA97F55F4}" dt="2024-12-28T14:38:51.217" v="30" actId="26606"/>
          <ac:spMkLst>
            <pc:docMk/>
            <pc:sldMk cId="3572901416" sldId="390"/>
            <ac:spMk id="3" creationId="{53A1A351-1EE5-49D5-4700-A94895104DED}"/>
          </ac:spMkLst>
        </pc:spChg>
        <pc:spChg chg="mod ord">
          <ac:chgData name="Ly Vu" userId="914151dc6caded71" providerId="LiveId" clId="{F76EF627-73A9-4823-BC9D-D2EAA97F55F4}" dt="2024-12-28T14:38:51.217" v="30" actId="26606"/>
          <ac:spMkLst>
            <pc:docMk/>
            <pc:sldMk cId="3572901416" sldId="390"/>
            <ac:spMk id="7" creationId="{598A43A0-85E8-4711-8B7C-55248616F838}"/>
          </ac:spMkLst>
        </pc:spChg>
        <pc:spChg chg="add del">
          <ac:chgData name="Ly Vu" userId="914151dc6caded71" providerId="LiveId" clId="{F76EF627-73A9-4823-BC9D-D2EAA97F55F4}" dt="2024-12-28T14:38:51.217" v="30" actId="26606"/>
          <ac:spMkLst>
            <pc:docMk/>
            <pc:sldMk cId="3572901416" sldId="390"/>
            <ac:spMk id="9" creationId="{010CFDAC-9DAD-1A41-5A92-109F496608F4}"/>
          </ac:spMkLst>
        </pc:spChg>
        <pc:spChg chg="add del">
          <ac:chgData name="Ly Vu" userId="914151dc6caded71" providerId="LiveId" clId="{F76EF627-73A9-4823-BC9D-D2EAA97F55F4}" dt="2024-12-28T14:38:41.419" v="27" actId="26606"/>
          <ac:spMkLst>
            <pc:docMk/>
            <pc:sldMk cId="3572901416" sldId="390"/>
            <ac:spMk id="14" creationId="{5C8908E2-EE49-44D2-9428-A28D2312A8D5}"/>
          </ac:spMkLst>
        </pc:spChg>
        <pc:spChg chg="add del">
          <ac:chgData name="Ly Vu" userId="914151dc6caded71" providerId="LiveId" clId="{F76EF627-73A9-4823-BC9D-D2EAA97F55F4}" dt="2024-12-28T14:38:51.201" v="29" actId="26606"/>
          <ac:spMkLst>
            <pc:docMk/>
            <pc:sldMk cId="3572901416" sldId="390"/>
            <ac:spMk id="15" creationId="{2659FDB4-FCBE-4A89-B46D-43D4FA54464D}"/>
          </ac:spMkLst>
        </pc:spChg>
        <pc:spChg chg="add del">
          <ac:chgData name="Ly Vu" userId="914151dc6caded71" providerId="LiveId" clId="{F76EF627-73A9-4823-BC9D-D2EAA97F55F4}" dt="2024-12-28T14:38:41.419" v="27" actId="26606"/>
          <ac:spMkLst>
            <pc:docMk/>
            <pc:sldMk cId="3572901416" sldId="390"/>
            <ac:spMk id="20" creationId="{BD92035A-AA2F-4CD8-A556-1CE8BDEC75BD}"/>
          </ac:spMkLst>
        </pc:spChg>
        <pc:spChg chg="add del">
          <ac:chgData name="Ly Vu" userId="914151dc6caded71" providerId="LiveId" clId="{F76EF627-73A9-4823-BC9D-D2EAA97F55F4}" dt="2024-12-28T14:38:41.419" v="27" actId="26606"/>
          <ac:spMkLst>
            <pc:docMk/>
            <pc:sldMk cId="3572901416" sldId="390"/>
            <ac:spMk id="22" creationId="{ED888B23-07FA-482A-96DF-47E31AF1A603}"/>
          </ac:spMkLst>
        </pc:spChg>
        <pc:spChg chg="add mod">
          <ac:chgData name="Ly Vu" userId="914151dc6caded71" providerId="LiveId" clId="{F76EF627-73A9-4823-BC9D-D2EAA97F55F4}" dt="2024-12-28T14:39:03.509" v="31" actId="255"/>
          <ac:spMkLst>
            <pc:docMk/>
            <pc:sldMk cId="3572901416" sldId="390"/>
            <ac:spMk id="28" creationId="{53A1A351-1EE5-49D5-4700-A94895104DED}"/>
          </ac:spMkLst>
        </pc:spChg>
        <pc:grpChg chg="add del">
          <ac:chgData name="Ly Vu" userId="914151dc6caded71" providerId="LiveId" clId="{F76EF627-73A9-4823-BC9D-D2EAA97F55F4}" dt="2024-12-28T14:38:41.419" v="27" actId="26606"/>
          <ac:grpSpMkLst>
            <pc:docMk/>
            <pc:sldMk cId="3572901416" sldId="390"/>
            <ac:grpSpMk id="16" creationId="{5D1A9D8B-3117-4D9D-BDA4-DD81895098B0}"/>
          </ac:grpSpMkLst>
        </pc:grpChg>
        <pc:graphicFrameChg chg="add del">
          <ac:chgData name="Ly Vu" userId="914151dc6caded71" providerId="LiveId" clId="{F76EF627-73A9-4823-BC9D-D2EAA97F55F4}" dt="2024-12-28T14:38:51.201" v="29" actId="26606"/>
          <ac:graphicFrameMkLst>
            <pc:docMk/>
            <pc:sldMk cId="3572901416" sldId="390"/>
            <ac:graphicFrameMk id="11" creationId="{70BFE841-7B7E-1DEC-BE9E-09D6F6BBC825}"/>
          </ac:graphicFrameMkLst>
        </pc:graphicFrameChg>
        <pc:picChg chg="add">
          <ac:chgData name="Ly Vu" userId="914151dc6caded71" providerId="LiveId" clId="{F76EF627-73A9-4823-BC9D-D2EAA97F55F4}" dt="2024-12-28T14:38:51.217" v="30" actId="26606"/>
          <ac:picMkLst>
            <pc:docMk/>
            <pc:sldMk cId="3572901416" sldId="390"/>
            <ac:picMk id="26" creationId="{10B739FA-2BA4-B5B8-7A23-AED54B035401}"/>
          </ac:picMkLst>
        </pc:picChg>
        <pc:cxnChg chg="add del">
          <ac:chgData name="Ly Vu" userId="914151dc6caded71" providerId="LiveId" clId="{F76EF627-73A9-4823-BC9D-D2EAA97F55F4}" dt="2024-12-28T14:38:51.201" v="29" actId="26606"/>
          <ac:cxnSpMkLst>
            <pc:docMk/>
            <pc:sldMk cId="3572901416" sldId="390"/>
            <ac:cxnSpMk id="24" creationId="{C8F51B3F-8331-4E4A-AE96-D47B1006EEAD}"/>
          </ac:cxnSpMkLst>
        </pc:cxnChg>
        <pc:cxnChg chg="add">
          <ac:chgData name="Ly Vu" userId="914151dc6caded71" providerId="LiveId" clId="{F76EF627-73A9-4823-BC9D-D2EAA97F55F4}" dt="2024-12-28T14:38:51.217" v="30" actId="26606"/>
          <ac:cxnSpMkLst>
            <pc:docMk/>
            <pc:sldMk cId="3572901416" sldId="390"/>
            <ac:cxnSpMk id="27" creationId="{1503BFE4-729B-D9D0-C17B-501E6AF1127A}"/>
          </ac:cxnSpMkLst>
        </pc:cxnChg>
      </pc:sldChg>
      <pc:sldChg chg="add del">
        <pc:chgData name="Ly Vu" userId="914151dc6caded71" providerId="LiveId" clId="{F76EF627-73A9-4823-BC9D-D2EAA97F55F4}" dt="2024-12-28T14:36:14.541" v="17" actId="47"/>
        <pc:sldMkLst>
          <pc:docMk/>
          <pc:sldMk cId="1286110330" sldId="391"/>
        </pc:sldMkLst>
      </pc:sldChg>
      <pc:sldChg chg="add del">
        <pc:chgData name="Ly Vu" userId="914151dc6caded71" providerId="LiveId" clId="{F76EF627-73A9-4823-BC9D-D2EAA97F55F4}" dt="2024-12-28T14:40:11.610" v="37" actId="47"/>
        <pc:sldMkLst>
          <pc:docMk/>
          <pc:sldMk cId="2273091026" sldId="392"/>
        </pc:sldMkLst>
      </pc:sldChg>
      <pc:sldChg chg="modSp add mod">
        <pc:chgData name="Ly Vu" userId="914151dc6caded71" providerId="LiveId" clId="{F76EF627-73A9-4823-BC9D-D2EAA97F55F4}" dt="2024-12-29T16:05:29.635" v="95" actId="27636"/>
        <pc:sldMkLst>
          <pc:docMk/>
          <pc:sldMk cId="730174317" sldId="962"/>
        </pc:sldMkLst>
        <pc:spChg chg="mod">
          <ac:chgData name="Ly Vu" userId="914151dc6caded71" providerId="LiveId" clId="{F76EF627-73A9-4823-BC9D-D2EAA97F55F4}" dt="2024-12-29T16:05:29.635" v="95" actId="27636"/>
          <ac:spMkLst>
            <pc:docMk/>
            <pc:sldMk cId="730174317" sldId="962"/>
            <ac:spMk id="9" creationId="{5C4EF36E-7FBB-D046-BD23-68A2AE895884}"/>
          </ac:spMkLst>
        </pc:spChg>
        <pc:spChg chg="mod">
          <ac:chgData name="Ly Vu" userId="914151dc6caded71" providerId="LiveId" clId="{F76EF627-73A9-4823-BC9D-D2EAA97F55F4}" dt="2024-12-29T16:05:29.568" v="94"/>
          <ac:spMkLst>
            <pc:docMk/>
            <pc:sldMk cId="730174317" sldId="962"/>
            <ac:spMk id="10" creationId="{AE2BFFF5-C0D1-DE46-8808-B7F7F61640ED}"/>
          </ac:spMkLst>
        </pc:spChg>
      </pc:sldChg>
      <pc:sldChg chg="modSp add mod">
        <pc:chgData name="Ly Vu" userId="914151dc6caded71" providerId="LiveId" clId="{F76EF627-73A9-4823-BC9D-D2EAA97F55F4}" dt="2024-12-29T16:05:29.656" v="96" actId="27636"/>
        <pc:sldMkLst>
          <pc:docMk/>
          <pc:sldMk cId="3673921307" sldId="963"/>
        </pc:sldMkLst>
        <pc:spChg chg="mod">
          <ac:chgData name="Ly Vu" userId="914151dc6caded71" providerId="LiveId" clId="{F76EF627-73A9-4823-BC9D-D2EAA97F55F4}" dt="2024-12-29T16:05:29.656" v="96" actId="27636"/>
          <ac:spMkLst>
            <pc:docMk/>
            <pc:sldMk cId="3673921307" sldId="963"/>
            <ac:spMk id="10" creationId="{5FDA5BE8-E15B-EA45-8818-A68BEA678236}"/>
          </ac:spMkLst>
        </pc:spChg>
        <pc:spChg chg="mod">
          <ac:chgData name="Ly Vu" userId="914151dc6caded71" providerId="LiveId" clId="{F76EF627-73A9-4823-BC9D-D2EAA97F55F4}" dt="2024-12-29T16:05:29.568" v="94"/>
          <ac:spMkLst>
            <pc:docMk/>
            <pc:sldMk cId="3673921307" sldId="963"/>
            <ac:spMk id="86" creationId="{A02DAD4C-5683-1744-A5AB-F5881D3D36AA}"/>
          </ac:spMkLst>
        </pc:spChg>
      </pc:sldChg>
      <pc:sldChg chg="add del">
        <pc:chgData name="Ly Vu" userId="914151dc6caded71" providerId="LiveId" clId="{F76EF627-73A9-4823-BC9D-D2EAA97F55F4}" dt="2024-12-29T16:11:48.906" v="115"/>
        <pc:sldMkLst>
          <pc:docMk/>
          <pc:sldMk cId="514702930" sldId="1025"/>
        </pc:sldMkLst>
      </pc:sldChg>
      <pc:sldChg chg="add">
        <pc:chgData name="Ly Vu" userId="914151dc6caded71" providerId="LiveId" clId="{F76EF627-73A9-4823-BC9D-D2EAA97F55F4}" dt="2024-12-29T16:11:58.610" v="116"/>
        <pc:sldMkLst>
          <pc:docMk/>
          <pc:sldMk cId="1299500111" sldId="1025"/>
        </pc:sldMkLst>
      </pc:sldChg>
      <pc:sldChg chg="modSp add del">
        <pc:chgData name="Ly Vu" userId="914151dc6caded71" providerId="LiveId" clId="{F76EF627-73A9-4823-BC9D-D2EAA97F55F4}" dt="2024-12-29T16:11:26.213" v="113" actId="2696"/>
        <pc:sldMkLst>
          <pc:docMk/>
          <pc:sldMk cId="4061570300" sldId="1025"/>
        </pc:sldMkLst>
        <pc:spChg chg="mod">
          <ac:chgData name="Ly Vu" userId="914151dc6caded71" providerId="LiveId" clId="{F76EF627-73A9-4823-BC9D-D2EAA97F55F4}" dt="2024-12-28T14:53:50.009" v="81"/>
          <ac:spMkLst>
            <pc:docMk/>
            <pc:sldMk cId="4061570300" sldId="1025"/>
            <ac:spMk id="5" creationId="{6A309F33-D0A0-8D42-AC5B-CD3063143204}"/>
          </ac:spMkLst>
        </pc:spChg>
      </pc:sldChg>
      <pc:sldChg chg="modSp add del">
        <pc:chgData name="Ly Vu" userId="914151dc6caded71" providerId="LiveId" clId="{F76EF627-73A9-4823-BC9D-D2EAA97F55F4}" dt="2024-12-29T16:13:38.270" v="122" actId="2696"/>
        <pc:sldMkLst>
          <pc:docMk/>
          <pc:sldMk cId="1521347174" sldId="1026"/>
        </pc:sldMkLst>
        <pc:spChg chg="mod">
          <ac:chgData name="Ly Vu" userId="914151dc6caded71" providerId="LiveId" clId="{F76EF627-73A9-4823-BC9D-D2EAA97F55F4}" dt="2024-12-28T14:53:50.009" v="81"/>
          <ac:spMkLst>
            <pc:docMk/>
            <pc:sldMk cId="1521347174" sldId="1026"/>
            <ac:spMk id="17" creationId="{EC03A291-3ABD-5A48-BE94-CDE7BE41DBA1}"/>
          </ac:spMkLst>
        </pc:spChg>
      </pc:sldChg>
      <pc:sldChg chg="add">
        <pc:chgData name="Ly Vu" userId="914151dc6caded71" providerId="LiveId" clId="{F76EF627-73A9-4823-BC9D-D2EAA97F55F4}" dt="2024-12-29T16:13:49.838" v="123"/>
        <pc:sldMkLst>
          <pc:docMk/>
          <pc:sldMk cId="2769710395" sldId="1026"/>
        </pc:sldMkLst>
      </pc:sldChg>
      <pc:sldChg chg="modSp add">
        <pc:chgData name="Ly Vu" userId="914151dc6caded71" providerId="LiveId" clId="{F76EF627-73A9-4823-BC9D-D2EAA97F55F4}" dt="2024-12-28T14:53:50.009" v="81"/>
        <pc:sldMkLst>
          <pc:docMk/>
          <pc:sldMk cId="1861257897" sldId="1027"/>
        </pc:sldMkLst>
        <pc:spChg chg="mod">
          <ac:chgData name="Ly Vu" userId="914151dc6caded71" providerId="LiveId" clId="{F76EF627-73A9-4823-BC9D-D2EAA97F55F4}" dt="2024-12-28T14:53:50.009" v="81"/>
          <ac:spMkLst>
            <pc:docMk/>
            <pc:sldMk cId="1861257897" sldId="1027"/>
            <ac:spMk id="33" creationId="{44756CF3-22F7-2F4D-8F3B-F8371F6A8045}"/>
          </ac:spMkLst>
        </pc:spChg>
      </pc:sldChg>
      <pc:sldChg chg="modSp add del">
        <pc:chgData name="Ly Vu" userId="914151dc6caded71" providerId="LiveId" clId="{F76EF627-73A9-4823-BC9D-D2EAA97F55F4}" dt="2024-12-29T16:13:38.270" v="122" actId="2696"/>
        <pc:sldMkLst>
          <pc:docMk/>
          <pc:sldMk cId="585817310" sldId="1028"/>
        </pc:sldMkLst>
        <pc:spChg chg="mod">
          <ac:chgData name="Ly Vu" userId="914151dc6caded71" providerId="LiveId" clId="{F76EF627-73A9-4823-BC9D-D2EAA97F55F4}" dt="2024-12-28T14:53:50.009" v="81"/>
          <ac:spMkLst>
            <pc:docMk/>
            <pc:sldMk cId="585817310" sldId="1028"/>
            <ac:spMk id="6" creationId="{C7863566-BF3F-7A41-A14A-C94625DA7630}"/>
          </ac:spMkLst>
        </pc:spChg>
      </pc:sldChg>
      <pc:sldChg chg="add ord">
        <pc:chgData name="Ly Vu" userId="914151dc6caded71" providerId="LiveId" clId="{F76EF627-73A9-4823-BC9D-D2EAA97F55F4}" dt="2024-12-29T16:13:55.480" v="125"/>
        <pc:sldMkLst>
          <pc:docMk/>
          <pc:sldMk cId="3679306185" sldId="1028"/>
        </pc:sldMkLst>
      </pc:sldChg>
      <pc:sldChg chg="modSp add del">
        <pc:chgData name="Ly Vu" userId="914151dc6caded71" providerId="LiveId" clId="{F76EF627-73A9-4823-BC9D-D2EAA97F55F4}" dt="2024-12-29T15:39:33.797" v="88" actId="2696"/>
        <pc:sldMkLst>
          <pc:docMk/>
          <pc:sldMk cId="2387245488" sldId="1029"/>
        </pc:sldMkLst>
        <pc:spChg chg="mod">
          <ac:chgData name="Ly Vu" userId="914151dc6caded71" providerId="LiveId" clId="{F76EF627-73A9-4823-BC9D-D2EAA97F55F4}" dt="2024-12-28T14:53:50.009" v="81"/>
          <ac:spMkLst>
            <pc:docMk/>
            <pc:sldMk cId="2387245488" sldId="1029"/>
            <ac:spMk id="32" creationId="{BD8DF8F4-5414-EF4A-839E-C45585257CE0}"/>
          </ac:spMkLst>
        </pc:spChg>
      </pc:sldChg>
      <pc:sldChg chg="add">
        <pc:chgData name="Ly Vu" userId="914151dc6caded71" providerId="LiveId" clId="{F76EF627-73A9-4823-BC9D-D2EAA97F55F4}" dt="2024-12-29T15:39:41.614" v="89"/>
        <pc:sldMkLst>
          <pc:docMk/>
          <pc:sldMk cId="3858537008" sldId="1029"/>
        </pc:sldMkLst>
      </pc:sldChg>
      <pc:sldChg chg="modSp add del">
        <pc:chgData name="Ly Vu" userId="914151dc6caded71" providerId="LiveId" clId="{F76EF627-73A9-4823-BC9D-D2EAA97F55F4}" dt="2024-12-29T15:39:33.797" v="88" actId="2696"/>
        <pc:sldMkLst>
          <pc:docMk/>
          <pc:sldMk cId="827783366" sldId="1030"/>
        </pc:sldMkLst>
        <pc:spChg chg="mod">
          <ac:chgData name="Ly Vu" userId="914151dc6caded71" providerId="LiveId" clId="{F76EF627-73A9-4823-BC9D-D2EAA97F55F4}" dt="2024-12-28T14:53:50.009" v="81"/>
          <ac:spMkLst>
            <pc:docMk/>
            <pc:sldMk cId="827783366" sldId="1030"/>
            <ac:spMk id="137" creationId="{E70AE3D5-912C-A246-BEFD-E695C530DB2E}"/>
          </ac:spMkLst>
        </pc:spChg>
      </pc:sldChg>
      <pc:sldChg chg="add ord">
        <pc:chgData name="Ly Vu" userId="914151dc6caded71" providerId="LiveId" clId="{F76EF627-73A9-4823-BC9D-D2EAA97F55F4}" dt="2024-12-29T15:40:57.601" v="92"/>
        <pc:sldMkLst>
          <pc:docMk/>
          <pc:sldMk cId="834882344" sldId="1030"/>
        </pc:sldMkLst>
      </pc:sldChg>
      <pc:sldChg chg="add">
        <pc:chgData name="Ly Vu" userId="914151dc6caded71" providerId="LiveId" clId="{F76EF627-73A9-4823-BC9D-D2EAA97F55F4}" dt="2024-12-29T15:39:41.614" v="89"/>
        <pc:sldMkLst>
          <pc:docMk/>
          <pc:sldMk cId="3352124863" sldId="1040"/>
        </pc:sldMkLst>
      </pc:sldChg>
      <pc:sldChg chg="modSp add del mod">
        <pc:chgData name="Ly Vu" userId="914151dc6caded71" providerId="LiveId" clId="{F76EF627-73A9-4823-BC9D-D2EAA97F55F4}" dt="2024-12-29T15:39:33.797" v="88" actId="2696"/>
        <pc:sldMkLst>
          <pc:docMk/>
          <pc:sldMk cId="4191487026" sldId="1040"/>
        </pc:sldMkLst>
        <pc:spChg chg="mod">
          <ac:chgData name="Ly Vu" userId="914151dc6caded71" providerId="LiveId" clId="{F76EF627-73A9-4823-BC9D-D2EAA97F55F4}" dt="2024-12-28T14:31:41.979" v="9"/>
          <ac:spMkLst>
            <pc:docMk/>
            <pc:sldMk cId="4191487026" sldId="1040"/>
            <ac:spMk id="6" creationId="{5C89035B-463A-1E40-A130-AE9AA3E37667}"/>
          </ac:spMkLst>
        </pc:spChg>
        <pc:spChg chg="mod">
          <ac:chgData name="Ly Vu" userId="914151dc6caded71" providerId="LiveId" clId="{F76EF627-73A9-4823-BC9D-D2EAA97F55F4}" dt="2024-12-28T14:31:42.074" v="10" actId="27636"/>
          <ac:spMkLst>
            <pc:docMk/>
            <pc:sldMk cId="4191487026" sldId="1040"/>
            <ac:spMk id="17" creationId="{921D3CC3-7FC4-4346-86E8-F841A7674F2D}"/>
          </ac:spMkLst>
        </pc:spChg>
      </pc:sldChg>
      <pc:sldChg chg="modSp add">
        <pc:chgData name="Ly Vu" userId="914151dc6caded71" providerId="LiveId" clId="{F76EF627-73A9-4823-BC9D-D2EAA97F55F4}" dt="2024-12-29T16:07:31.172" v="97"/>
        <pc:sldMkLst>
          <pc:docMk/>
          <pc:sldMk cId="3328518594" sldId="1162"/>
        </pc:sldMkLst>
        <pc:spChg chg="mod">
          <ac:chgData name="Ly Vu" userId="914151dc6caded71" providerId="LiveId" clId="{F76EF627-73A9-4823-BC9D-D2EAA97F55F4}" dt="2024-12-29T16:07:31.172" v="97"/>
          <ac:spMkLst>
            <pc:docMk/>
            <pc:sldMk cId="3328518594" sldId="1162"/>
            <ac:spMk id="5" creationId="{995738BC-ECEC-DD4F-BBFF-ED532C8518FC}"/>
          </ac:spMkLst>
        </pc:spChg>
      </pc:sldChg>
      <pc:sldChg chg="add">
        <pc:chgData name="Ly Vu" userId="914151dc6caded71" providerId="LiveId" clId="{F76EF627-73A9-4823-BC9D-D2EAA97F55F4}" dt="2024-12-29T15:34:58.500" v="85"/>
        <pc:sldMkLst>
          <pc:docMk/>
          <pc:sldMk cId="1014608684" sldId="1163"/>
        </pc:sldMkLst>
      </pc:sldChg>
      <pc:sldChg chg="modSp add del">
        <pc:chgData name="Ly Vu" userId="914151dc6caded71" providerId="LiveId" clId="{F76EF627-73A9-4823-BC9D-D2EAA97F55F4}" dt="2024-12-29T15:34:55.376" v="84" actId="2696"/>
        <pc:sldMkLst>
          <pc:docMk/>
          <pc:sldMk cId="3081174506" sldId="1163"/>
        </pc:sldMkLst>
        <pc:spChg chg="mod">
          <ac:chgData name="Ly Vu" userId="914151dc6caded71" providerId="LiveId" clId="{F76EF627-73A9-4823-BC9D-D2EAA97F55F4}" dt="2024-12-28T14:27:29.336" v="5"/>
          <ac:spMkLst>
            <pc:docMk/>
            <pc:sldMk cId="3081174506" sldId="1163"/>
            <ac:spMk id="7" creationId="{ADE588D6-94A2-B04E-8537-8635EBD4C9EB}"/>
          </ac:spMkLst>
        </pc:spChg>
      </pc:sldChg>
      <pc:sldChg chg="add">
        <pc:chgData name="Ly Vu" userId="914151dc6caded71" providerId="LiveId" clId="{F76EF627-73A9-4823-BC9D-D2EAA97F55F4}" dt="2024-12-29T15:35:22.193" v="87"/>
        <pc:sldMkLst>
          <pc:docMk/>
          <pc:sldMk cId="570136576" sldId="1164"/>
        </pc:sldMkLst>
      </pc:sldChg>
      <pc:sldChg chg="modSp add del">
        <pc:chgData name="Ly Vu" userId="914151dc6caded71" providerId="LiveId" clId="{F76EF627-73A9-4823-BC9D-D2EAA97F55F4}" dt="2024-12-29T15:35:18.957" v="86" actId="2696"/>
        <pc:sldMkLst>
          <pc:docMk/>
          <pc:sldMk cId="3055900667" sldId="1164"/>
        </pc:sldMkLst>
        <pc:spChg chg="mod">
          <ac:chgData name="Ly Vu" userId="914151dc6caded71" providerId="LiveId" clId="{F76EF627-73A9-4823-BC9D-D2EAA97F55F4}" dt="2024-12-28T14:27:29.336" v="5"/>
          <ac:spMkLst>
            <pc:docMk/>
            <pc:sldMk cId="3055900667" sldId="1164"/>
            <ac:spMk id="659" creationId="{76314F6E-363C-1941-BD9B-3234A7206E97}"/>
          </ac:spMkLst>
        </pc:spChg>
      </pc:sldChg>
      <pc:sldChg chg="add del">
        <pc:chgData name="Ly Vu" userId="914151dc6caded71" providerId="LiveId" clId="{F76EF627-73A9-4823-BC9D-D2EAA97F55F4}" dt="2024-12-29T16:11:48.906" v="115"/>
        <pc:sldMkLst>
          <pc:docMk/>
          <pc:sldMk cId="541966223" sldId="1165"/>
        </pc:sldMkLst>
      </pc:sldChg>
      <pc:sldChg chg="add">
        <pc:chgData name="Ly Vu" userId="914151dc6caded71" providerId="LiveId" clId="{F76EF627-73A9-4823-BC9D-D2EAA97F55F4}" dt="2024-12-29T16:11:58.610" v="116"/>
        <pc:sldMkLst>
          <pc:docMk/>
          <pc:sldMk cId="1409708097" sldId="1165"/>
        </pc:sldMkLst>
      </pc:sldChg>
      <pc:sldChg chg="modSp add del">
        <pc:chgData name="Ly Vu" userId="914151dc6caded71" providerId="LiveId" clId="{F76EF627-73A9-4823-BC9D-D2EAA97F55F4}" dt="2024-12-29T16:11:26.213" v="113" actId="2696"/>
        <pc:sldMkLst>
          <pc:docMk/>
          <pc:sldMk cId="1821891346" sldId="1165"/>
        </pc:sldMkLst>
        <pc:spChg chg="mod">
          <ac:chgData name="Ly Vu" userId="914151dc6caded71" providerId="LiveId" clId="{F76EF627-73A9-4823-BC9D-D2EAA97F55F4}" dt="2024-12-28T14:27:47.123" v="6"/>
          <ac:spMkLst>
            <pc:docMk/>
            <pc:sldMk cId="1821891346" sldId="1165"/>
            <ac:spMk id="571" creationId="{96ECE80E-E07E-F54F-B7D9-AC2C33DC5BD2}"/>
          </ac:spMkLst>
        </pc:spChg>
      </pc:sldChg>
      <pc:sldChg chg="add">
        <pc:chgData name="Ly Vu" userId="914151dc6caded71" providerId="LiveId" clId="{F76EF627-73A9-4823-BC9D-D2EAA97F55F4}" dt="2024-12-29T16:11:58.610" v="116"/>
        <pc:sldMkLst>
          <pc:docMk/>
          <pc:sldMk cId="752867579" sldId="1166"/>
        </pc:sldMkLst>
      </pc:sldChg>
      <pc:sldChg chg="modSp add del">
        <pc:chgData name="Ly Vu" userId="914151dc6caded71" providerId="LiveId" clId="{F76EF627-73A9-4823-BC9D-D2EAA97F55F4}" dt="2024-12-29T16:11:26.213" v="113" actId="2696"/>
        <pc:sldMkLst>
          <pc:docMk/>
          <pc:sldMk cId="1692208329" sldId="1166"/>
        </pc:sldMkLst>
        <pc:spChg chg="mod">
          <ac:chgData name="Ly Vu" userId="914151dc6caded71" providerId="LiveId" clId="{F76EF627-73A9-4823-BC9D-D2EAA97F55F4}" dt="2024-12-28T14:27:47.123" v="6"/>
          <ac:spMkLst>
            <pc:docMk/>
            <pc:sldMk cId="1692208329" sldId="1166"/>
            <ac:spMk id="611" creationId="{BF49A24D-3811-4749-86AF-DF0821A52345}"/>
          </ac:spMkLst>
        </pc:spChg>
      </pc:sldChg>
      <pc:sldChg chg="add del">
        <pc:chgData name="Ly Vu" userId="914151dc6caded71" providerId="LiveId" clId="{F76EF627-73A9-4823-BC9D-D2EAA97F55F4}" dt="2024-12-29T16:11:48.906" v="115"/>
        <pc:sldMkLst>
          <pc:docMk/>
          <pc:sldMk cId="3442113722" sldId="1166"/>
        </pc:sldMkLst>
      </pc:sldChg>
      <pc:sldChg chg="modSp add del">
        <pc:chgData name="Ly Vu" userId="914151dc6caded71" providerId="LiveId" clId="{F76EF627-73A9-4823-BC9D-D2EAA97F55F4}" dt="2024-12-29T16:11:26.213" v="113" actId="2696"/>
        <pc:sldMkLst>
          <pc:docMk/>
          <pc:sldMk cId="397073794" sldId="1167"/>
        </pc:sldMkLst>
        <pc:spChg chg="mod">
          <ac:chgData name="Ly Vu" userId="914151dc6caded71" providerId="LiveId" clId="{F76EF627-73A9-4823-BC9D-D2EAA97F55F4}" dt="2024-12-28T14:28:11.891" v="7"/>
          <ac:spMkLst>
            <pc:docMk/>
            <pc:sldMk cId="397073794" sldId="1167"/>
            <ac:spMk id="14" creationId="{126C885E-4769-8644-8E59-814749DC523B}"/>
          </ac:spMkLst>
        </pc:spChg>
      </pc:sldChg>
      <pc:sldChg chg="add del">
        <pc:chgData name="Ly Vu" userId="914151dc6caded71" providerId="LiveId" clId="{F76EF627-73A9-4823-BC9D-D2EAA97F55F4}" dt="2024-12-29T16:11:48.906" v="115"/>
        <pc:sldMkLst>
          <pc:docMk/>
          <pc:sldMk cId="1586062680" sldId="1167"/>
        </pc:sldMkLst>
      </pc:sldChg>
      <pc:sldChg chg="add">
        <pc:chgData name="Ly Vu" userId="914151dc6caded71" providerId="LiveId" clId="{F76EF627-73A9-4823-BC9D-D2EAA97F55F4}" dt="2024-12-29T16:11:58.610" v="116"/>
        <pc:sldMkLst>
          <pc:docMk/>
          <pc:sldMk cId="2441943709" sldId="1167"/>
        </pc:sldMkLst>
      </pc:sldChg>
      <pc:sldChg chg="add del">
        <pc:chgData name="Ly Vu" userId="914151dc6caded71" providerId="LiveId" clId="{F76EF627-73A9-4823-BC9D-D2EAA97F55F4}" dt="2024-12-29T16:11:48.906" v="115"/>
        <pc:sldMkLst>
          <pc:docMk/>
          <pc:sldMk cId="1120087423" sldId="1168"/>
        </pc:sldMkLst>
      </pc:sldChg>
      <pc:sldChg chg="modSp add del">
        <pc:chgData name="Ly Vu" userId="914151dc6caded71" providerId="LiveId" clId="{F76EF627-73A9-4823-BC9D-D2EAA97F55F4}" dt="2024-12-29T16:11:26.213" v="113" actId="2696"/>
        <pc:sldMkLst>
          <pc:docMk/>
          <pc:sldMk cId="2306501715" sldId="1168"/>
        </pc:sldMkLst>
        <pc:spChg chg="mod">
          <ac:chgData name="Ly Vu" userId="914151dc6caded71" providerId="LiveId" clId="{F76EF627-73A9-4823-BC9D-D2EAA97F55F4}" dt="2024-12-28T14:28:11.891" v="7"/>
          <ac:spMkLst>
            <pc:docMk/>
            <pc:sldMk cId="2306501715" sldId="1168"/>
            <ac:spMk id="57" creationId="{4F8ECF08-A4D3-AC44-87C7-BD50757B39D8}"/>
          </ac:spMkLst>
        </pc:spChg>
      </pc:sldChg>
      <pc:sldChg chg="add">
        <pc:chgData name="Ly Vu" userId="914151dc6caded71" providerId="LiveId" clId="{F76EF627-73A9-4823-BC9D-D2EAA97F55F4}" dt="2024-12-29T16:11:58.610" v="116"/>
        <pc:sldMkLst>
          <pc:docMk/>
          <pc:sldMk cId="3606897448" sldId="1168"/>
        </pc:sldMkLst>
      </pc:sldChg>
      <pc:sldChg chg="modSp add del">
        <pc:chgData name="Ly Vu" userId="914151dc6caded71" providerId="LiveId" clId="{F76EF627-73A9-4823-BC9D-D2EAA97F55F4}" dt="2024-12-29T16:11:26.213" v="113" actId="2696"/>
        <pc:sldMkLst>
          <pc:docMk/>
          <pc:sldMk cId="811476487" sldId="1169"/>
        </pc:sldMkLst>
        <pc:spChg chg="mod">
          <ac:chgData name="Ly Vu" userId="914151dc6caded71" providerId="LiveId" clId="{F76EF627-73A9-4823-BC9D-D2EAA97F55F4}" dt="2024-12-28T14:28:32.714" v="8"/>
          <ac:spMkLst>
            <pc:docMk/>
            <pc:sldMk cId="811476487" sldId="1169"/>
            <ac:spMk id="6" creationId="{21946457-0440-7A46-8315-47A8A412F958}"/>
          </ac:spMkLst>
        </pc:spChg>
      </pc:sldChg>
      <pc:sldChg chg="add del">
        <pc:chgData name="Ly Vu" userId="914151dc6caded71" providerId="LiveId" clId="{F76EF627-73A9-4823-BC9D-D2EAA97F55F4}" dt="2024-12-29T16:11:48.906" v="115"/>
        <pc:sldMkLst>
          <pc:docMk/>
          <pc:sldMk cId="1170169953" sldId="1169"/>
        </pc:sldMkLst>
      </pc:sldChg>
      <pc:sldChg chg="add">
        <pc:chgData name="Ly Vu" userId="914151dc6caded71" providerId="LiveId" clId="{F76EF627-73A9-4823-BC9D-D2EAA97F55F4}" dt="2024-12-29T16:11:58.610" v="116"/>
        <pc:sldMkLst>
          <pc:docMk/>
          <pc:sldMk cId="3411265020" sldId="1169"/>
        </pc:sldMkLst>
      </pc:sldChg>
      <pc:sldChg chg="modSp add del">
        <pc:chgData name="Ly Vu" userId="914151dc6caded71" providerId="LiveId" clId="{F76EF627-73A9-4823-BC9D-D2EAA97F55F4}" dt="2024-12-29T15:40:49.789" v="90" actId="2696"/>
        <pc:sldMkLst>
          <pc:docMk/>
          <pc:sldMk cId="511336183" sldId="1170"/>
        </pc:sldMkLst>
        <pc:spChg chg="mod">
          <ac:chgData name="Ly Vu" userId="914151dc6caded71" providerId="LiveId" clId="{F76EF627-73A9-4823-BC9D-D2EAA97F55F4}" dt="2024-12-28T14:28:32.714" v="8"/>
          <ac:spMkLst>
            <pc:docMk/>
            <pc:sldMk cId="511336183" sldId="1170"/>
            <ac:spMk id="5" creationId="{2BFE3DF4-2D02-7D4F-B76E-99CD4324F969}"/>
          </ac:spMkLst>
        </pc:spChg>
      </pc:sldChg>
      <pc:sldChg chg="add">
        <pc:chgData name="Ly Vu" userId="914151dc6caded71" providerId="LiveId" clId="{F76EF627-73A9-4823-BC9D-D2EAA97F55F4}" dt="2024-12-29T15:41:03.914" v="93"/>
        <pc:sldMkLst>
          <pc:docMk/>
          <pc:sldMk cId="1871494303" sldId="1170"/>
        </pc:sldMkLst>
      </pc:sldChg>
      <pc:sldChg chg="add">
        <pc:chgData name="Ly Vu" userId="914151dc6caded71" providerId="LiveId" clId="{F76EF627-73A9-4823-BC9D-D2EAA97F55F4}" dt="2024-12-29T15:41:03.914" v="93"/>
        <pc:sldMkLst>
          <pc:docMk/>
          <pc:sldMk cId="2597250716" sldId="1171"/>
        </pc:sldMkLst>
      </pc:sldChg>
      <pc:sldChg chg="modSp add del">
        <pc:chgData name="Ly Vu" userId="914151dc6caded71" providerId="LiveId" clId="{F76EF627-73A9-4823-BC9D-D2EAA97F55F4}" dt="2024-12-29T15:40:49.789" v="90" actId="2696"/>
        <pc:sldMkLst>
          <pc:docMk/>
          <pc:sldMk cId="3814211440" sldId="1171"/>
        </pc:sldMkLst>
        <pc:spChg chg="mod">
          <ac:chgData name="Ly Vu" userId="914151dc6caded71" providerId="LiveId" clId="{F76EF627-73A9-4823-BC9D-D2EAA97F55F4}" dt="2024-12-28T14:28:32.714" v="8"/>
          <ac:spMkLst>
            <pc:docMk/>
            <pc:sldMk cId="3814211440" sldId="1171"/>
            <ac:spMk id="7" creationId="{54A58A9F-013E-E14B-A97A-3F5139157AF5}"/>
          </ac:spMkLst>
        </pc:spChg>
      </pc:sldChg>
      <pc:sldChg chg="add">
        <pc:chgData name="Ly Vu" userId="914151dc6caded71" providerId="LiveId" clId="{F76EF627-73A9-4823-BC9D-D2EAA97F55F4}" dt="2024-12-29T15:39:41.614" v="89"/>
        <pc:sldMkLst>
          <pc:docMk/>
          <pc:sldMk cId="1583860375" sldId="1208"/>
        </pc:sldMkLst>
      </pc:sldChg>
      <pc:sldChg chg="modSp add del">
        <pc:chgData name="Ly Vu" userId="914151dc6caded71" providerId="LiveId" clId="{F76EF627-73A9-4823-BC9D-D2EAA97F55F4}" dt="2024-12-29T15:39:33.797" v="88" actId="2696"/>
        <pc:sldMkLst>
          <pc:docMk/>
          <pc:sldMk cId="4266706966" sldId="1208"/>
        </pc:sldMkLst>
        <pc:spChg chg="mod">
          <ac:chgData name="Ly Vu" userId="914151dc6caded71" providerId="LiveId" clId="{F76EF627-73A9-4823-BC9D-D2EAA97F55F4}" dt="2024-12-28T14:53:50.009" v="81"/>
          <ac:spMkLst>
            <pc:docMk/>
            <pc:sldMk cId="4266706966" sldId="1208"/>
            <ac:spMk id="88" creationId="{19C48C77-97C9-E641-9E95-A18076BB0488}"/>
          </ac:spMkLst>
        </pc:spChg>
      </pc:sldChg>
      <pc:sldChg chg="modSp add del">
        <pc:chgData name="Ly Vu" userId="914151dc6caded71" providerId="LiveId" clId="{F76EF627-73A9-4823-BC9D-D2EAA97F55F4}" dt="2024-12-29T15:39:33.797" v="88" actId="2696"/>
        <pc:sldMkLst>
          <pc:docMk/>
          <pc:sldMk cId="995770178" sldId="1209"/>
        </pc:sldMkLst>
        <pc:spChg chg="mod">
          <ac:chgData name="Ly Vu" userId="914151dc6caded71" providerId="LiveId" clId="{F76EF627-73A9-4823-BC9D-D2EAA97F55F4}" dt="2024-12-28T14:53:50.009" v="81"/>
          <ac:spMkLst>
            <pc:docMk/>
            <pc:sldMk cId="995770178" sldId="1209"/>
            <ac:spMk id="86" creationId="{FCF8662E-6C10-1246-A632-4EAD39DCFA18}"/>
          </ac:spMkLst>
        </pc:spChg>
      </pc:sldChg>
      <pc:sldChg chg="add">
        <pc:chgData name="Ly Vu" userId="914151dc6caded71" providerId="LiveId" clId="{F76EF627-73A9-4823-BC9D-D2EAA97F55F4}" dt="2024-12-29T15:39:41.614" v="89"/>
        <pc:sldMkLst>
          <pc:docMk/>
          <pc:sldMk cId="3748472413" sldId="1209"/>
        </pc:sldMkLst>
      </pc:sldChg>
      <pc:sldChg chg="modSp add del">
        <pc:chgData name="Ly Vu" userId="914151dc6caded71" providerId="LiveId" clId="{F76EF627-73A9-4823-BC9D-D2EAA97F55F4}" dt="2024-12-29T15:39:33.797" v="88" actId="2696"/>
        <pc:sldMkLst>
          <pc:docMk/>
          <pc:sldMk cId="725511803" sldId="1212"/>
        </pc:sldMkLst>
        <pc:spChg chg="mod">
          <ac:chgData name="Ly Vu" userId="914151dc6caded71" providerId="LiveId" clId="{F76EF627-73A9-4823-BC9D-D2EAA97F55F4}" dt="2024-12-28T14:31:41.979" v="9"/>
          <ac:spMkLst>
            <pc:docMk/>
            <pc:sldMk cId="725511803" sldId="1212"/>
            <ac:spMk id="127" creationId="{60581BF3-DA2A-CA4C-99A4-DD38B8148367}"/>
          </ac:spMkLst>
        </pc:spChg>
      </pc:sldChg>
      <pc:sldChg chg="add">
        <pc:chgData name="Ly Vu" userId="914151dc6caded71" providerId="LiveId" clId="{F76EF627-73A9-4823-BC9D-D2EAA97F55F4}" dt="2024-12-29T15:39:41.614" v="89"/>
        <pc:sldMkLst>
          <pc:docMk/>
          <pc:sldMk cId="2992835800" sldId="1212"/>
        </pc:sldMkLst>
      </pc:sldChg>
      <pc:sldChg chg="add del">
        <pc:chgData name="Ly Vu" userId="914151dc6caded71" providerId="LiveId" clId="{F76EF627-73A9-4823-BC9D-D2EAA97F55F4}" dt="2024-12-28T14:36:10.857" v="15" actId="47"/>
        <pc:sldMkLst>
          <pc:docMk/>
          <pc:sldMk cId="0" sldId="1213"/>
        </pc:sldMkLst>
      </pc:sldChg>
      <pc:sldChg chg="modSp new del mod">
        <pc:chgData name="Ly Vu" userId="914151dc6caded71" providerId="LiveId" clId="{F76EF627-73A9-4823-BC9D-D2EAA97F55F4}" dt="2024-12-28T14:36:50.666" v="22" actId="47"/>
        <pc:sldMkLst>
          <pc:docMk/>
          <pc:sldMk cId="2966634916" sldId="1213"/>
        </pc:sldMkLst>
        <pc:spChg chg="mod">
          <ac:chgData name="Ly Vu" userId="914151dc6caded71" providerId="LiveId" clId="{F76EF627-73A9-4823-BC9D-D2EAA97F55F4}" dt="2024-12-28T14:36:31.908" v="19"/>
          <ac:spMkLst>
            <pc:docMk/>
            <pc:sldMk cId="2966634916" sldId="1213"/>
            <ac:spMk id="2" creationId="{27D5AAC9-F1C1-532B-055C-E2A512338455}"/>
          </ac:spMkLst>
        </pc:spChg>
      </pc:sldChg>
      <pc:sldChg chg="modSp add del">
        <pc:chgData name="Ly Vu" userId="914151dc6caded71" providerId="LiveId" clId="{F76EF627-73A9-4823-BC9D-D2EAA97F55F4}" dt="2024-12-29T15:39:33.797" v="88" actId="2696"/>
        <pc:sldMkLst>
          <pc:docMk/>
          <pc:sldMk cId="2264086061" sldId="1216"/>
        </pc:sldMkLst>
        <pc:spChg chg="mod">
          <ac:chgData name="Ly Vu" userId="914151dc6caded71" providerId="LiveId" clId="{F76EF627-73A9-4823-BC9D-D2EAA97F55F4}" dt="2024-12-28T14:53:50.009" v="81"/>
          <ac:spMkLst>
            <pc:docMk/>
            <pc:sldMk cId="2264086061" sldId="1216"/>
            <ac:spMk id="109" creationId="{99BA57FE-A308-1E41-B606-A1B8A22BF1A6}"/>
          </ac:spMkLst>
        </pc:spChg>
      </pc:sldChg>
      <pc:sldChg chg="add">
        <pc:chgData name="Ly Vu" userId="914151dc6caded71" providerId="LiveId" clId="{F76EF627-73A9-4823-BC9D-D2EAA97F55F4}" dt="2024-12-29T15:39:41.614" v="89"/>
        <pc:sldMkLst>
          <pc:docMk/>
          <pc:sldMk cId="3146955882" sldId="1216"/>
        </pc:sldMkLst>
      </pc:sldChg>
      <pc:sldChg chg="add">
        <pc:chgData name="Ly Vu" userId="914151dc6caded71" providerId="LiveId" clId="{F76EF627-73A9-4823-BC9D-D2EAA97F55F4}" dt="2024-12-29T15:39:41.614" v="89"/>
        <pc:sldMkLst>
          <pc:docMk/>
          <pc:sldMk cId="1355981835" sldId="1228"/>
        </pc:sldMkLst>
      </pc:sldChg>
      <pc:sldChg chg="modSp add del">
        <pc:chgData name="Ly Vu" userId="914151dc6caded71" providerId="LiveId" clId="{F76EF627-73A9-4823-BC9D-D2EAA97F55F4}" dt="2024-12-29T15:39:33.797" v="88" actId="2696"/>
        <pc:sldMkLst>
          <pc:docMk/>
          <pc:sldMk cId="2507683785" sldId="1228"/>
        </pc:sldMkLst>
        <pc:spChg chg="mod">
          <ac:chgData name="Ly Vu" userId="914151dc6caded71" providerId="LiveId" clId="{F76EF627-73A9-4823-BC9D-D2EAA97F55F4}" dt="2024-12-28T14:53:50.009" v="81"/>
          <ac:spMkLst>
            <pc:docMk/>
            <pc:sldMk cId="2507683785" sldId="1228"/>
            <ac:spMk id="5" creationId="{944F92B3-9996-B455-D98A-6E4215C63AB8}"/>
          </ac:spMkLst>
        </pc:spChg>
      </pc:sldChg>
      <pc:sldChg chg="add">
        <pc:chgData name="Ly Vu" userId="914151dc6caded71" providerId="LiveId" clId="{F76EF627-73A9-4823-BC9D-D2EAA97F55F4}" dt="2024-12-29T15:39:41.614" v="89"/>
        <pc:sldMkLst>
          <pc:docMk/>
          <pc:sldMk cId="3479456953" sldId="1252"/>
        </pc:sldMkLst>
      </pc:sldChg>
      <pc:sldChg chg="modSp add del">
        <pc:chgData name="Ly Vu" userId="914151dc6caded71" providerId="LiveId" clId="{F76EF627-73A9-4823-BC9D-D2EAA97F55F4}" dt="2024-12-29T15:39:33.797" v="88" actId="2696"/>
        <pc:sldMkLst>
          <pc:docMk/>
          <pc:sldMk cId="3548095989" sldId="1252"/>
        </pc:sldMkLst>
        <pc:spChg chg="mod">
          <ac:chgData name="Ly Vu" userId="914151dc6caded71" providerId="LiveId" clId="{F76EF627-73A9-4823-BC9D-D2EAA97F55F4}" dt="2024-12-28T14:53:50.009" v="81"/>
          <ac:spMkLst>
            <pc:docMk/>
            <pc:sldMk cId="3548095989" sldId="1252"/>
            <ac:spMk id="127" creationId="{60581BF3-DA2A-CA4C-99A4-DD38B8148367}"/>
          </ac:spMkLst>
        </pc:spChg>
      </pc:sldChg>
      <pc:sldChg chg="modSp add">
        <pc:chgData name="Ly Vu" userId="914151dc6caded71" providerId="LiveId" clId="{F76EF627-73A9-4823-BC9D-D2EAA97F55F4}" dt="2024-12-29T16:13:21.235" v="121"/>
        <pc:sldMkLst>
          <pc:docMk/>
          <pc:sldMk cId="2614977219" sldId="1257"/>
        </pc:sldMkLst>
        <pc:spChg chg="mod">
          <ac:chgData name="Ly Vu" userId="914151dc6caded71" providerId="LiveId" clId="{F76EF627-73A9-4823-BC9D-D2EAA97F55F4}" dt="2024-12-29T16:13:21.235" v="121"/>
          <ac:spMkLst>
            <pc:docMk/>
            <pc:sldMk cId="2614977219" sldId="1257"/>
            <ac:spMk id="439" creationId="{C87F3257-E91D-E144-BA13-B0DD96B23FDC}"/>
          </ac:spMkLst>
        </pc:spChg>
      </pc:sldChg>
      <pc:sldChg chg="modSp add">
        <pc:chgData name="Ly Vu" userId="914151dc6caded71" providerId="LiveId" clId="{F76EF627-73A9-4823-BC9D-D2EAA97F55F4}" dt="2024-12-29T16:13:21.235" v="121"/>
        <pc:sldMkLst>
          <pc:docMk/>
          <pc:sldMk cId="3298994262" sldId="1261"/>
        </pc:sldMkLst>
        <pc:spChg chg="mod">
          <ac:chgData name="Ly Vu" userId="914151dc6caded71" providerId="LiveId" clId="{F76EF627-73A9-4823-BC9D-D2EAA97F55F4}" dt="2024-12-29T16:13:21.235" v="121"/>
          <ac:spMkLst>
            <pc:docMk/>
            <pc:sldMk cId="3298994262" sldId="1261"/>
            <ac:spMk id="5" creationId="{818B350A-665A-4B4E-8611-F7A0C3B2DC51}"/>
          </ac:spMkLst>
        </pc:spChg>
      </pc:sldChg>
      <pc:sldChg chg="modSp add">
        <pc:chgData name="Ly Vu" userId="914151dc6caded71" providerId="LiveId" clId="{F76EF627-73A9-4823-BC9D-D2EAA97F55F4}" dt="2024-12-29T16:13:21.235" v="121"/>
        <pc:sldMkLst>
          <pc:docMk/>
          <pc:sldMk cId="1699839478" sldId="1262"/>
        </pc:sldMkLst>
        <pc:spChg chg="mod">
          <ac:chgData name="Ly Vu" userId="914151dc6caded71" providerId="LiveId" clId="{F76EF627-73A9-4823-BC9D-D2EAA97F55F4}" dt="2024-12-29T16:13:21.235" v="121"/>
          <ac:spMkLst>
            <pc:docMk/>
            <pc:sldMk cId="1699839478" sldId="1262"/>
            <ac:spMk id="5" creationId="{818B350A-665A-4B4E-8611-F7A0C3B2DC51}"/>
          </ac:spMkLst>
        </pc:spChg>
      </pc:sldChg>
      <pc:sldChg chg="modSp add">
        <pc:chgData name="Ly Vu" userId="914151dc6caded71" providerId="LiveId" clId="{F76EF627-73A9-4823-BC9D-D2EAA97F55F4}" dt="2024-12-29T16:13:21.235" v="121"/>
        <pc:sldMkLst>
          <pc:docMk/>
          <pc:sldMk cId="1457736131" sldId="1263"/>
        </pc:sldMkLst>
        <pc:spChg chg="mod">
          <ac:chgData name="Ly Vu" userId="914151dc6caded71" providerId="LiveId" clId="{F76EF627-73A9-4823-BC9D-D2EAA97F55F4}" dt="2024-12-29T16:13:21.235" v="121"/>
          <ac:spMkLst>
            <pc:docMk/>
            <pc:sldMk cId="1457736131" sldId="1263"/>
            <ac:spMk id="5" creationId="{818B350A-665A-4B4E-8611-F7A0C3B2DC51}"/>
          </ac:spMkLst>
        </pc:spChg>
      </pc:sldChg>
      <pc:sldChg chg="modSp add">
        <pc:chgData name="Ly Vu" userId="914151dc6caded71" providerId="LiveId" clId="{F76EF627-73A9-4823-BC9D-D2EAA97F55F4}" dt="2024-12-29T16:13:21.235" v="121"/>
        <pc:sldMkLst>
          <pc:docMk/>
          <pc:sldMk cId="374943419" sldId="1264"/>
        </pc:sldMkLst>
        <pc:spChg chg="mod">
          <ac:chgData name="Ly Vu" userId="914151dc6caded71" providerId="LiveId" clId="{F76EF627-73A9-4823-BC9D-D2EAA97F55F4}" dt="2024-12-29T16:13:21.235" v="121"/>
          <ac:spMkLst>
            <pc:docMk/>
            <pc:sldMk cId="374943419" sldId="1264"/>
            <ac:spMk id="5" creationId="{818B350A-665A-4B4E-8611-F7A0C3B2DC51}"/>
          </ac:spMkLst>
        </pc:spChg>
      </pc:sldChg>
      <pc:sldChg chg="modSp add">
        <pc:chgData name="Ly Vu" userId="914151dc6caded71" providerId="LiveId" clId="{F76EF627-73A9-4823-BC9D-D2EAA97F55F4}" dt="2024-12-29T16:13:21.235" v="121"/>
        <pc:sldMkLst>
          <pc:docMk/>
          <pc:sldMk cId="2448669950" sldId="1265"/>
        </pc:sldMkLst>
        <pc:spChg chg="mod">
          <ac:chgData name="Ly Vu" userId="914151dc6caded71" providerId="LiveId" clId="{F76EF627-73A9-4823-BC9D-D2EAA97F55F4}" dt="2024-12-29T16:13:21.235" v="121"/>
          <ac:spMkLst>
            <pc:docMk/>
            <pc:sldMk cId="2448669950" sldId="1265"/>
            <ac:spMk id="5" creationId="{818B350A-665A-4B4E-8611-F7A0C3B2DC51}"/>
          </ac:spMkLst>
        </pc:spChg>
      </pc:sldChg>
      <pc:sldChg chg="modSp add">
        <pc:chgData name="Ly Vu" userId="914151dc6caded71" providerId="LiveId" clId="{F76EF627-73A9-4823-BC9D-D2EAA97F55F4}" dt="2024-12-29T16:13:21.235" v="121"/>
        <pc:sldMkLst>
          <pc:docMk/>
          <pc:sldMk cId="3930774873" sldId="1266"/>
        </pc:sldMkLst>
        <pc:spChg chg="mod">
          <ac:chgData name="Ly Vu" userId="914151dc6caded71" providerId="LiveId" clId="{F76EF627-73A9-4823-BC9D-D2EAA97F55F4}" dt="2024-12-29T16:13:21.235" v="121"/>
          <ac:spMkLst>
            <pc:docMk/>
            <pc:sldMk cId="3930774873" sldId="1266"/>
            <ac:spMk id="5" creationId="{818B350A-665A-4B4E-8611-F7A0C3B2DC51}"/>
          </ac:spMkLst>
        </pc:spChg>
      </pc:sldChg>
      <pc:sldChg chg="modSp add">
        <pc:chgData name="Ly Vu" userId="914151dc6caded71" providerId="LiveId" clId="{F76EF627-73A9-4823-BC9D-D2EAA97F55F4}" dt="2024-12-29T16:13:21.235" v="121"/>
        <pc:sldMkLst>
          <pc:docMk/>
          <pc:sldMk cId="504288089" sldId="1268"/>
        </pc:sldMkLst>
        <pc:spChg chg="mod">
          <ac:chgData name="Ly Vu" userId="914151dc6caded71" providerId="LiveId" clId="{F76EF627-73A9-4823-BC9D-D2EAA97F55F4}" dt="2024-12-29T16:13:21.235" v="121"/>
          <ac:spMkLst>
            <pc:docMk/>
            <pc:sldMk cId="504288089" sldId="1268"/>
            <ac:spMk id="5" creationId="{818B350A-665A-4B4E-8611-F7A0C3B2DC51}"/>
          </ac:spMkLst>
        </pc:spChg>
      </pc:sldChg>
      <pc:sldMasterChg chg="delSldLayout">
        <pc:chgData name="Ly Vu" userId="914151dc6caded71" providerId="LiveId" clId="{F76EF627-73A9-4823-BC9D-D2EAA97F55F4}" dt="2024-12-29T16:11:06.715" v="112" actId="2696"/>
        <pc:sldMasterMkLst>
          <pc:docMk/>
          <pc:sldMasterMk cId="1445400161" sldId="2147483648"/>
        </pc:sldMasterMkLst>
        <pc:sldLayoutChg chg="del">
          <pc:chgData name="Ly Vu" userId="914151dc6caded71" providerId="LiveId" clId="{F76EF627-73A9-4823-BC9D-D2EAA97F55F4}" dt="2024-12-28T14:36:10.857" v="15" actId="47"/>
          <pc:sldLayoutMkLst>
            <pc:docMk/>
            <pc:sldMasterMk cId="1445400161" sldId="2147483648"/>
            <pc:sldLayoutMk cId="221928285" sldId="2147483660"/>
          </pc:sldLayoutMkLst>
        </pc:sldLayoutChg>
        <pc:sldLayoutChg chg="del">
          <pc:chgData name="Ly Vu" userId="914151dc6caded71" providerId="LiveId" clId="{F76EF627-73A9-4823-BC9D-D2EAA97F55F4}" dt="2024-12-28T14:36:02.467" v="12" actId="47"/>
          <pc:sldLayoutMkLst>
            <pc:docMk/>
            <pc:sldMasterMk cId="1445400161" sldId="2147483648"/>
            <pc:sldLayoutMk cId="1835017571" sldId="2147483660"/>
          </pc:sldLayoutMkLst>
        </pc:sldLayoutChg>
        <pc:sldLayoutChg chg="del">
          <pc:chgData name="Ly Vu" userId="914151dc6caded71" providerId="LiveId" clId="{F76EF627-73A9-4823-BC9D-D2EAA97F55F4}" dt="2024-12-28T14:36:12.901" v="16" actId="47"/>
          <pc:sldLayoutMkLst>
            <pc:docMk/>
            <pc:sldMasterMk cId="1445400161" sldId="2147483648"/>
            <pc:sldLayoutMk cId="780821677" sldId="2147483661"/>
          </pc:sldLayoutMkLst>
        </pc:sldLayoutChg>
        <pc:sldLayoutChg chg="del">
          <pc:chgData name="Ly Vu" userId="914151dc6caded71" providerId="LiveId" clId="{F76EF627-73A9-4823-BC9D-D2EAA97F55F4}" dt="2024-12-28T14:36:02.467" v="12" actId="47"/>
          <pc:sldLayoutMkLst>
            <pc:docMk/>
            <pc:sldMasterMk cId="1445400161" sldId="2147483648"/>
            <pc:sldLayoutMk cId="2469762103" sldId="2147483661"/>
          </pc:sldLayoutMkLst>
        </pc:sldLayoutChg>
        <pc:sldLayoutChg chg="del">
          <pc:chgData name="Ly Vu" userId="914151dc6caded71" providerId="LiveId" clId="{F76EF627-73A9-4823-BC9D-D2EAA97F55F4}" dt="2024-12-29T16:10:30.126" v="107" actId="2696"/>
          <pc:sldLayoutMkLst>
            <pc:docMk/>
            <pc:sldMasterMk cId="1445400161" sldId="2147483648"/>
            <pc:sldLayoutMk cId="2299329020" sldId="2147483662"/>
          </pc:sldLayoutMkLst>
        </pc:sldLayoutChg>
        <pc:sldLayoutChg chg="del">
          <pc:chgData name="Ly Vu" userId="914151dc6caded71" providerId="LiveId" clId="{F76EF627-73A9-4823-BC9D-D2EAA97F55F4}" dt="2024-12-28T14:36:02.467" v="12" actId="47"/>
          <pc:sldLayoutMkLst>
            <pc:docMk/>
            <pc:sldMasterMk cId="1445400161" sldId="2147483648"/>
            <pc:sldLayoutMk cId="3608992072" sldId="2147483662"/>
          </pc:sldLayoutMkLst>
        </pc:sldLayoutChg>
        <pc:sldLayoutChg chg="del">
          <pc:chgData name="Ly Vu" userId="914151dc6caded71" providerId="LiveId" clId="{F76EF627-73A9-4823-BC9D-D2EAA97F55F4}" dt="2024-12-28T14:36:02.467" v="12" actId="47"/>
          <pc:sldLayoutMkLst>
            <pc:docMk/>
            <pc:sldMasterMk cId="1445400161" sldId="2147483648"/>
            <pc:sldLayoutMk cId="1713652933" sldId="2147483663"/>
          </pc:sldLayoutMkLst>
        </pc:sldLayoutChg>
        <pc:sldLayoutChg chg="del">
          <pc:chgData name="Ly Vu" userId="914151dc6caded71" providerId="LiveId" clId="{F76EF627-73A9-4823-BC9D-D2EAA97F55F4}" dt="2024-12-29T16:11:06.715" v="112" actId="2696"/>
          <pc:sldLayoutMkLst>
            <pc:docMk/>
            <pc:sldMasterMk cId="1445400161" sldId="2147483648"/>
            <pc:sldLayoutMk cId="481594458" sldId="2147483664"/>
          </pc:sldLayoutMkLst>
        </pc:sldLayoutChg>
        <pc:sldLayoutChg chg="del">
          <pc:chgData name="Ly Vu" userId="914151dc6caded71" providerId="LiveId" clId="{F76EF627-73A9-4823-BC9D-D2EAA97F55F4}" dt="2024-12-28T14:36:02.467" v="12" actId="47"/>
          <pc:sldLayoutMkLst>
            <pc:docMk/>
            <pc:sldMasterMk cId="1445400161" sldId="2147483648"/>
            <pc:sldLayoutMk cId="1503842299" sldId="2147483664"/>
          </pc:sldLayoutMkLst>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E0E36F0-E49B-4EFF-93B8-F0623770735C}" type="datetimeFigureOut">
              <a:rPr lang="en-US" smtClean="0"/>
              <a:t>1/2/2025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951CA23-A3D5-46AA-A1EE-67D46A231042}" type="slidenum">
              <a:rPr lang="en-US" smtClean="0"/>
              <a:t>‹#›</a:t>
            </a:fld>
            <a:endParaRPr lang="en-US"/>
          </a:p>
        </p:txBody>
      </p:sp>
    </p:spTree>
    <p:extLst>
      <p:ext uri="{BB962C8B-B14F-4D97-AF65-F5344CB8AC3E}">
        <p14:creationId xmlns:p14="http://schemas.microsoft.com/office/powerpoint/2010/main" val="413404641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3" Type="http://schemas.openxmlformats.org/officeDocument/2006/relationships/hyperlink" Target="http://www.example.com/" TargetMode="External"/><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3" Type="http://schemas.openxmlformats.org/officeDocument/2006/relationships/hyperlink" Target="https://people.cs.umass.edu/~phuthipong/" TargetMode="External"/><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33330575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a:t>
            </a:fld>
            <a:endParaRPr lang="en-US" dirty="0"/>
          </a:p>
        </p:txBody>
      </p:sp>
    </p:spTree>
    <p:extLst>
      <p:ext uri="{BB962C8B-B14F-4D97-AF65-F5344CB8AC3E}">
        <p14:creationId xmlns:p14="http://schemas.microsoft.com/office/powerpoint/2010/main" val="428885732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vi-VN"/>
              <a:t>---------------------------------</a:t>
            </a:r>
          </a:p>
          <a:p>
            <a:pPr marL="139700" indent="0">
              <a:buNone/>
            </a:pPr>
            <a:r>
              <a:rPr lang="vi-VN" b="1"/>
              <a:t>Lập trình web </a:t>
            </a:r>
            <a:r>
              <a:rPr lang="vi-VN"/>
              <a:t>là xây dựng websites và ứng dụng web có thể dùng với bất kì trình duyệt. </a:t>
            </a:r>
          </a:p>
          <a:p>
            <a:pPr marL="139700" indent="0">
              <a:buNone/>
            </a:pPr>
            <a:r>
              <a:rPr lang="vi-VN" b="1"/>
              <a:t>Trình duyệt </a:t>
            </a:r>
            <a:r>
              <a:rPr lang="vi-VN"/>
              <a:t>được viết dựa vào lập trình mạng, kết nối tới web server, web server lắng nghe port 80 và chờ kết nối đến.</a:t>
            </a:r>
          </a:p>
          <a:p>
            <a:pPr marL="139700" indent="0">
              <a:buNone/>
            </a:pPr>
            <a:endParaRPr lang="vi-VN"/>
          </a:p>
          <a:p>
            <a:pPr marL="139700" indent="0">
              <a:buNone/>
            </a:pPr>
            <a:r>
              <a:rPr lang="vi-VN" b="1"/>
              <a:t>Lập trình mạng </a:t>
            </a:r>
            <a:r>
              <a:rPr lang="vi-VN"/>
              <a:t>là cách viết ứng dụng giao tiếp với ứng dụng qua mạng.</a:t>
            </a:r>
          </a:p>
          <a:p>
            <a:pPr marL="139700" indent="0">
              <a:buNone/>
            </a:pPr>
            <a:endParaRPr lang="en-US" dirty="0"/>
          </a:p>
        </p:txBody>
      </p:sp>
    </p:spTree>
    <p:extLst>
      <p:ext uri="{BB962C8B-B14F-4D97-AF65-F5344CB8AC3E}">
        <p14:creationId xmlns:p14="http://schemas.microsoft.com/office/powerpoint/2010/main" val="324282307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777115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403723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FB3123-14B8-3BEB-5D3C-B93D254191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3219D6-BCE0-184A-93A2-45B821101A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213783-C207-5E4B-8BA7-13B12744B981}"/>
              </a:ext>
            </a:extLst>
          </p:cNvPr>
          <p:cNvSpPr>
            <a:spLocks noGrp="1"/>
          </p:cNvSpPr>
          <p:nvPr>
            <p:ph type="body" idx="1"/>
          </p:nvPr>
        </p:nvSpPr>
        <p:spPr/>
        <p:txBody>
          <a:bodyPr/>
          <a:lstStyle/>
          <a:p>
            <a:r>
              <a:rPr kumimoji="0" lang="en-US" altLang="en-US" sz="1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Intermittently: </a:t>
            </a:r>
            <a:r>
              <a:rPr kumimoji="0" lang="vi-VN" altLang="en-US" sz="1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không liên tục</a:t>
            </a:r>
            <a:endParaRPr lang="en-US" dirty="0"/>
          </a:p>
        </p:txBody>
      </p:sp>
      <p:sp>
        <p:nvSpPr>
          <p:cNvPr id="4" name="Slide Number Placeholder 3">
            <a:extLst>
              <a:ext uri="{FF2B5EF4-FFF2-40B4-BE49-F238E27FC236}">
                <a16:creationId xmlns:a16="http://schemas.microsoft.com/office/drawing/2014/main" id="{60B317D9-A14D-8705-AB75-73047DE9A61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492418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FBD023-4CCA-4F86-08BB-B9BD8F5623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A67337-98DA-3DB3-9BAE-E3997E7B91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5FFBB1-84C1-A1B5-9C51-86EDB174457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69AA68E-BD5F-7177-8332-B5998562AC2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1887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A83E75-65DA-160D-E101-8A5F370417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430F9F-012C-F4CF-2202-28FDEAA903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1D6F28-7884-6F7D-6A82-B3B41E0CE3F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C05AFEB-C155-5501-6593-BD4DFF25C06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959834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51C5FF-C193-BF0B-9739-7A94C974E4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34637E-D1B5-9AE8-BFF8-EBD5284650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D6BC33-6737-70E6-8D75-19C1C5CB060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0BDC50F-5418-3F64-36C1-EB6E355460A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409931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97332A-125D-E6E3-F8AA-F282108E2CC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55E5AB-CE4A-9A33-1210-ECA8F7E3BD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025837-8BC2-3E62-A622-A07AFCDD261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F1D5BB5-1E2C-402C-CAFB-AE4A38F2A8C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337067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299234-3AB9-BC22-8D72-EADAEC7CB2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77626A0-04C0-4DEC-4075-9A4987566F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3FA3DE-50D8-FA19-1B96-D7C75568BB5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F182A07-68A0-8793-1BE1-3F7693178EB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97823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a:t>
            </a:fld>
            <a:endParaRPr lang="en-US" dirty="0"/>
          </a:p>
        </p:txBody>
      </p:sp>
    </p:spTree>
    <p:extLst>
      <p:ext uri="{BB962C8B-B14F-4D97-AF65-F5344CB8AC3E}">
        <p14:creationId xmlns:p14="http://schemas.microsoft.com/office/powerpoint/2010/main" val="19328370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important points</a:t>
            </a:r>
          </a:p>
          <a:p>
            <a:pPr marL="171450" indent="-171450">
              <a:buFont typeface="Arial" panose="020B0604020202020204" pitchFamily="34" charset="0"/>
              <a:buChar char="•"/>
            </a:pPr>
            <a:r>
              <a:rPr lang="en-US" b="1" dirty="0"/>
              <a:t>distributed</a:t>
            </a:r>
            <a:r>
              <a:rPr lang="en-US" dirty="0"/>
              <a:t> entities, exchanging messages (governed by protocols)</a:t>
            </a:r>
          </a:p>
          <a:p>
            <a:pPr marL="171450" indent="-171450">
              <a:buFont typeface="Arial" panose="020B0604020202020204" pitchFamily="34" charset="0"/>
              <a:buChar char="•"/>
            </a:pPr>
            <a:r>
              <a:rPr lang="en-US" dirty="0"/>
              <a:t>Time going down</a:t>
            </a:r>
          </a:p>
          <a:p>
            <a:pPr marL="171450" indent="-171450">
              <a:buFont typeface="Arial" panose="020B0604020202020204" pitchFamily="34" charset="0"/>
              <a:buChar char="•"/>
            </a:pPr>
            <a:r>
              <a:rPr lang="en-US" dirty="0"/>
              <a:t>go over definition of protocol (showing format, order of messages sent and received, and actions taken)</a:t>
            </a:r>
          </a:p>
          <a:p>
            <a:pPr marL="0" indent="0">
              <a:buFont typeface="Arial" panose="020B0604020202020204" pitchFamily="34" charset="0"/>
              <a:buNone/>
            </a:pPr>
            <a:r>
              <a:rPr lang="en-US" dirty="0"/>
              <a:t>We’ll see these kinds of diagrams a lot</a:t>
            </a:r>
          </a:p>
          <a:p>
            <a:pPr marL="0" indent="0">
              <a:buFont typeface="Arial" panose="020B0604020202020204" pitchFamily="34" charset="0"/>
              <a:buNone/>
            </a:pPr>
            <a:endParaRPr lang="en-US" dirty="0"/>
          </a:p>
          <a:p>
            <a:r>
              <a:rPr lang="en-US" b="1" dirty="0"/>
              <a:t>1. Handshaking Protocol (TCP 3-Way Handshake)</a:t>
            </a:r>
          </a:p>
          <a:p>
            <a:pPr>
              <a:buFont typeface="Arial" panose="020B0604020202020204" pitchFamily="34" charset="0"/>
              <a:buChar char="•"/>
            </a:pPr>
            <a:r>
              <a:rPr lang="en-US" b="1" dirty="0"/>
              <a:t>Human Protocol Example</a:t>
            </a:r>
            <a:r>
              <a:rPr lang="en-US" dirty="0"/>
              <a:t>: When two people meet, they usually engage in a simple protocol for greeting. One person says, “Hello” (SYN), the other person responds with “Hello, nice to meet you” (SYN-ACK), and the first person replies with “Nice to meet you too” (ACK). After this exchange, they start the conversation.</a:t>
            </a:r>
          </a:p>
          <a:p>
            <a:pPr>
              <a:buFont typeface="Arial" panose="020B0604020202020204" pitchFamily="34" charset="0"/>
              <a:buChar char="•"/>
            </a:pPr>
            <a:r>
              <a:rPr lang="en-US" b="1" dirty="0"/>
              <a:t>Computer Network Example</a:t>
            </a:r>
            <a:r>
              <a:rPr lang="en-US" dirty="0"/>
              <a:t>: In the </a:t>
            </a:r>
            <a:r>
              <a:rPr lang="en-US" b="1" dirty="0"/>
              <a:t>TCP 3-way handshake</a:t>
            </a:r>
            <a:r>
              <a:rPr lang="en-US" dirty="0"/>
              <a:t>, a client sends a </a:t>
            </a:r>
            <a:r>
              <a:rPr lang="en-US" b="1" dirty="0"/>
              <a:t>SYN</a:t>
            </a:r>
            <a:r>
              <a:rPr lang="en-US" dirty="0"/>
              <a:t> packet to initiate a connection. The server responds with a </a:t>
            </a:r>
            <a:r>
              <a:rPr lang="en-US" b="1" dirty="0"/>
              <a:t>SYN-ACK</a:t>
            </a:r>
            <a:r>
              <a:rPr lang="en-US" dirty="0"/>
              <a:t> packet. Finally, the client sends an </a:t>
            </a:r>
            <a:r>
              <a:rPr lang="en-US" b="1" dirty="0"/>
              <a:t>ACK</a:t>
            </a:r>
            <a:r>
              <a:rPr lang="en-US" dirty="0"/>
              <a:t> packet to acknowledge the connection, and data transmission begins.</a:t>
            </a:r>
          </a:p>
          <a:p>
            <a:r>
              <a:rPr lang="en-US" b="1" dirty="0"/>
              <a:t>2. Addressing (IP Addressing)</a:t>
            </a:r>
          </a:p>
          <a:p>
            <a:pPr>
              <a:buFont typeface="Arial" panose="020B0604020202020204" pitchFamily="34" charset="0"/>
              <a:buChar char="•"/>
            </a:pPr>
            <a:r>
              <a:rPr lang="en-US" b="1" dirty="0"/>
              <a:t>Human Protocol Example</a:t>
            </a:r>
            <a:r>
              <a:rPr lang="en-US" dirty="0"/>
              <a:t>: Sending a physical letter. To make sure the letter gets to the correct person, you need to write the recipient’s </a:t>
            </a:r>
            <a:r>
              <a:rPr lang="en-US" b="1" dirty="0"/>
              <a:t>postal address</a:t>
            </a:r>
            <a:r>
              <a:rPr lang="en-US" dirty="0"/>
              <a:t>. The address ensures the letter arrives at the right location.</a:t>
            </a:r>
          </a:p>
          <a:p>
            <a:pPr>
              <a:buFont typeface="Arial" panose="020B0604020202020204" pitchFamily="34" charset="0"/>
              <a:buChar char="•"/>
            </a:pPr>
            <a:r>
              <a:rPr lang="en-US" b="1" dirty="0"/>
              <a:t>Computer Network Example</a:t>
            </a:r>
            <a:r>
              <a:rPr lang="en-US" dirty="0"/>
              <a:t>: </a:t>
            </a:r>
            <a:r>
              <a:rPr lang="en-US" b="1" dirty="0"/>
              <a:t>IP addressing</a:t>
            </a:r>
            <a:r>
              <a:rPr lang="en-US" dirty="0"/>
              <a:t> works similarly. Every computer or device on a network has an IP address, which serves as its unique identifier, just like a home address in the real world. When a message (data packet) is sent, it is directed to the correct destination using the IP address.</a:t>
            </a:r>
          </a:p>
          <a:p>
            <a:r>
              <a:rPr lang="en-US" b="1" dirty="0"/>
              <a:t>3. Flow Control (Speaking Etiquette)</a:t>
            </a:r>
          </a:p>
          <a:p>
            <a:pPr>
              <a:buFont typeface="Arial" panose="020B0604020202020204" pitchFamily="34" charset="0"/>
              <a:buChar char="•"/>
            </a:pPr>
            <a:r>
              <a:rPr lang="en-US" b="1" dirty="0"/>
              <a:t>Human Protocol Example</a:t>
            </a:r>
            <a:r>
              <a:rPr lang="en-US" dirty="0"/>
              <a:t>: In a conversation, people don’t speak at the same time, and they take turns to talk. If one person talks too fast or for too long without pausing, the other person may not be able to keep up or respond appropriately.</a:t>
            </a:r>
          </a:p>
          <a:p>
            <a:pPr>
              <a:buFont typeface="Arial" panose="020B0604020202020204" pitchFamily="34" charset="0"/>
              <a:buChar char="•"/>
            </a:pPr>
            <a:r>
              <a:rPr lang="en-US" b="1" dirty="0"/>
              <a:t>Computer Network Example</a:t>
            </a:r>
            <a:r>
              <a:rPr lang="en-US" dirty="0"/>
              <a:t>: </a:t>
            </a:r>
            <a:r>
              <a:rPr lang="en-US" b="1" dirty="0"/>
              <a:t>Flow control</a:t>
            </a:r>
            <a:r>
              <a:rPr lang="en-US" dirty="0"/>
              <a:t> in networking is similar. In protocols like </a:t>
            </a:r>
            <a:r>
              <a:rPr lang="en-US" b="1" dirty="0"/>
              <a:t>TCP</a:t>
            </a:r>
            <a:r>
              <a:rPr lang="en-US" dirty="0"/>
              <a:t>, flow control ensures that the sender does not overwhelm the receiver with too much data at once. It helps balance the rate at which data is sent and received.</a:t>
            </a:r>
          </a:p>
          <a:p>
            <a:r>
              <a:rPr lang="en-US" b="1" dirty="0"/>
              <a:t>4. Error Checking (Feedback in Communication)</a:t>
            </a:r>
          </a:p>
          <a:p>
            <a:pPr>
              <a:buFont typeface="Arial" panose="020B0604020202020204" pitchFamily="34" charset="0"/>
              <a:buChar char="•"/>
            </a:pPr>
            <a:r>
              <a:rPr lang="en-US" b="1" dirty="0"/>
              <a:t>Human Protocol Example</a:t>
            </a:r>
            <a:r>
              <a:rPr lang="en-US" dirty="0"/>
              <a:t>: If you’re talking on the phone and the line is bad, you may ask the other person, "Can you repeat that?" to make sure you understood them correctly. This is an example of error checking, where you confirm that the message was correctly received.</a:t>
            </a:r>
          </a:p>
          <a:p>
            <a:pPr>
              <a:buFont typeface="Arial" panose="020B0604020202020204" pitchFamily="34" charset="0"/>
              <a:buChar char="•"/>
            </a:pPr>
            <a:r>
              <a:rPr lang="en-US" b="1" dirty="0"/>
              <a:t>Computer Network Example</a:t>
            </a:r>
            <a:r>
              <a:rPr lang="en-US" dirty="0"/>
              <a:t>: </a:t>
            </a:r>
            <a:r>
              <a:rPr lang="en-US" b="1" dirty="0"/>
              <a:t>Error detection and correction</a:t>
            </a:r>
            <a:r>
              <a:rPr lang="en-US" dirty="0"/>
              <a:t> mechanisms like </a:t>
            </a:r>
            <a:r>
              <a:rPr lang="en-US" b="1" dirty="0"/>
              <a:t>checksums</a:t>
            </a:r>
            <a:r>
              <a:rPr lang="en-US" dirty="0"/>
              <a:t> or </a:t>
            </a:r>
            <a:r>
              <a:rPr lang="en-US" b="1" dirty="0"/>
              <a:t>parity checks</a:t>
            </a:r>
            <a:r>
              <a:rPr lang="en-US" dirty="0"/>
              <a:t> ensure that data transmitted across a network is correct. If an error is detected, the receiver can request the data to be sent again.</a:t>
            </a:r>
          </a:p>
          <a:p>
            <a:r>
              <a:rPr lang="en-US" b="1" dirty="0"/>
              <a:t>5. Routing (Giving Directions)</a:t>
            </a:r>
          </a:p>
          <a:p>
            <a:pPr>
              <a:buFont typeface="Arial" panose="020B0604020202020204" pitchFamily="34" charset="0"/>
              <a:buChar char="•"/>
            </a:pPr>
            <a:r>
              <a:rPr lang="en-US" b="1" dirty="0"/>
              <a:t>Human Protocol Example</a:t>
            </a:r>
            <a:r>
              <a:rPr lang="en-US" dirty="0"/>
              <a:t>: Imagine you're asking for directions to a destination. A person might tell you to take multiple turns: “Go straight for 2 miles, turn left, then take a right at the traffic light.” These directions ensure that you reach your destination efficiently.</a:t>
            </a:r>
          </a:p>
          <a:p>
            <a:pPr>
              <a:buFont typeface="Arial" panose="020B0604020202020204" pitchFamily="34" charset="0"/>
              <a:buChar char="•"/>
            </a:pPr>
            <a:r>
              <a:rPr lang="en-US" b="1" dirty="0"/>
              <a:t>Computer Network Example</a:t>
            </a:r>
            <a:r>
              <a:rPr lang="en-US" dirty="0"/>
              <a:t>: In networking, </a:t>
            </a:r>
            <a:r>
              <a:rPr lang="en-US" b="1" dirty="0"/>
              <a:t>routers</a:t>
            </a:r>
            <a:r>
              <a:rPr lang="en-US" dirty="0"/>
              <a:t> perform this function. Data packets travel across multiple networks, and routers direct these packets based on the best path, similar to giving directions on how to reach a destination.</a:t>
            </a:r>
          </a:p>
          <a:p>
            <a:r>
              <a:rPr lang="en-US" b="1" dirty="0"/>
              <a:t>6. HTTP Protocol (Requesting Information in a Restaurant)</a:t>
            </a:r>
          </a:p>
          <a:p>
            <a:pPr>
              <a:buFont typeface="Arial" panose="020B0604020202020204" pitchFamily="34" charset="0"/>
              <a:buChar char="•"/>
            </a:pPr>
            <a:r>
              <a:rPr lang="en-US" b="1" dirty="0"/>
              <a:t>Human Protocol Example</a:t>
            </a:r>
            <a:r>
              <a:rPr lang="en-US" dirty="0"/>
              <a:t>: In a restaurant, a waiter asks what you’d like to order. You make a specific request (e.g., “I’d like a cheeseburger”), and the waiter goes to the kitchen and brings the requested item to you.</a:t>
            </a:r>
          </a:p>
          <a:p>
            <a:pPr>
              <a:buFont typeface="Arial" panose="020B0604020202020204" pitchFamily="34" charset="0"/>
              <a:buChar char="•"/>
            </a:pPr>
            <a:r>
              <a:rPr lang="en-US" b="1" dirty="0"/>
              <a:t>Computer Network Example</a:t>
            </a:r>
            <a:r>
              <a:rPr lang="en-US" dirty="0"/>
              <a:t>: In </a:t>
            </a:r>
            <a:r>
              <a:rPr lang="en-US" b="1" dirty="0"/>
              <a:t>HTTP (Hypertext Transfer Protocol)</a:t>
            </a:r>
            <a:r>
              <a:rPr lang="en-US" dirty="0"/>
              <a:t>, your browser (client) makes a request to a web server for a webpage or resource. The server processes the request and sends the requested page back to your browser.</a:t>
            </a:r>
          </a:p>
          <a:p>
            <a:r>
              <a:rPr lang="en-US" b="1" dirty="0"/>
              <a:t>7. DNS (Directory Assistance or Phonebook)</a:t>
            </a:r>
          </a:p>
          <a:p>
            <a:pPr>
              <a:buFont typeface="Arial" panose="020B0604020202020204" pitchFamily="34" charset="0"/>
              <a:buChar char="•"/>
            </a:pPr>
            <a:r>
              <a:rPr lang="en-US" b="1" dirty="0"/>
              <a:t>Human Protocol Example</a:t>
            </a:r>
            <a:r>
              <a:rPr lang="en-US" dirty="0"/>
              <a:t>: If you want to call someone but don't know their phone number, you might look them up in a phonebook or use directory assistance to get their number.</a:t>
            </a:r>
          </a:p>
          <a:p>
            <a:pPr>
              <a:buFont typeface="Arial" panose="020B0604020202020204" pitchFamily="34" charset="0"/>
              <a:buChar char="•"/>
            </a:pPr>
            <a:r>
              <a:rPr lang="en-US" b="1" dirty="0"/>
              <a:t>Computer Network Example</a:t>
            </a:r>
            <a:r>
              <a:rPr lang="en-US" dirty="0"/>
              <a:t>: In the internet, </a:t>
            </a:r>
            <a:r>
              <a:rPr lang="en-US" b="1" dirty="0"/>
              <a:t>DNS (Domain Name System)</a:t>
            </a:r>
            <a:r>
              <a:rPr lang="en-US" dirty="0"/>
              <a:t> works similarly. It translates human-readable domain names (like </a:t>
            </a:r>
            <a:r>
              <a:rPr lang="en-US" dirty="0">
                <a:hlinkClick r:id="rId3"/>
              </a:rPr>
              <a:t>www.example.com</a:t>
            </a:r>
            <a:r>
              <a:rPr lang="en-US" dirty="0"/>
              <a:t>) into IP addresses that computers use to identify each other on the network.</a:t>
            </a:r>
          </a:p>
          <a:p>
            <a:r>
              <a:rPr lang="en-US" b="1" dirty="0"/>
              <a:t>8. Authentication (Checking ID at an Event)</a:t>
            </a:r>
          </a:p>
          <a:p>
            <a:pPr>
              <a:buFont typeface="Arial" panose="020B0604020202020204" pitchFamily="34" charset="0"/>
              <a:buChar char="•"/>
            </a:pPr>
            <a:r>
              <a:rPr lang="en-US" b="1" dirty="0"/>
              <a:t>Human Protocol Example</a:t>
            </a:r>
            <a:r>
              <a:rPr lang="en-US" dirty="0"/>
              <a:t>: When you attend a private event, the host might ask for your invitation or ID to confirm you are allowed to enter.</a:t>
            </a:r>
          </a:p>
          <a:p>
            <a:pPr>
              <a:buFont typeface="Arial" panose="020B0604020202020204" pitchFamily="34" charset="0"/>
              <a:buChar char="•"/>
            </a:pPr>
            <a:r>
              <a:rPr lang="en-US" b="1" dirty="0"/>
              <a:t>Computer Network Example</a:t>
            </a:r>
            <a:r>
              <a:rPr lang="en-US" dirty="0"/>
              <a:t>: </a:t>
            </a:r>
            <a:r>
              <a:rPr lang="en-US" b="1" dirty="0"/>
              <a:t>Authentication protocols</a:t>
            </a:r>
            <a:r>
              <a:rPr lang="en-US" dirty="0"/>
              <a:t>, such as those used by websites requiring a username and password, verify the identity of users before granting them access to certain resources.</a:t>
            </a:r>
          </a:p>
          <a:p>
            <a:r>
              <a:rPr lang="en-US" b="1" dirty="0"/>
              <a:t>9. Broadcasting (Announcement to a Group)</a:t>
            </a:r>
          </a:p>
          <a:p>
            <a:pPr>
              <a:buFont typeface="Arial" panose="020B0604020202020204" pitchFamily="34" charset="0"/>
              <a:buChar char="•"/>
            </a:pPr>
            <a:r>
              <a:rPr lang="en-US" b="1" dirty="0"/>
              <a:t>Human Protocol Example</a:t>
            </a:r>
            <a:r>
              <a:rPr lang="en-US" dirty="0"/>
              <a:t>: A teacher making an announcement to the entire class is an example of broadcasting. Everyone in the room hears the same message at the same time.</a:t>
            </a:r>
          </a:p>
          <a:p>
            <a:pPr>
              <a:buFont typeface="Arial" panose="020B0604020202020204" pitchFamily="34" charset="0"/>
              <a:buChar char="•"/>
            </a:pPr>
            <a:r>
              <a:rPr lang="en-US" b="1" dirty="0"/>
              <a:t>Computer Network Example</a:t>
            </a:r>
            <a:r>
              <a:rPr lang="en-US" dirty="0"/>
              <a:t>: In networking, </a:t>
            </a:r>
            <a:r>
              <a:rPr lang="en-US" b="1" dirty="0"/>
              <a:t>broadcasting</a:t>
            </a:r>
            <a:r>
              <a:rPr lang="en-US" dirty="0"/>
              <a:t> refers to sending data to all devices on a network segment, where every device receives the same message.</a:t>
            </a:r>
          </a:p>
          <a:p>
            <a:pPr marL="0" indent="0">
              <a:buFont typeface="Arial" panose="020B0604020202020204" pitchFamily="34" charset="0"/>
              <a:buNone/>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a:t>
            </a:fld>
            <a:endParaRPr lang="en-US" dirty="0"/>
          </a:p>
        </p:txBody>
      </p:sp>
    </p:spTree>
    <p:extLst>
      <p:ext uri="{BB962C8B-B14F-4D97-AF65-F5344CB8AC3E}">
        <p14:creationId xmlns:p14="http://schemas.microsoft.com/office/powerpoint/2010/main" val="360152266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905002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475158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378337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814474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329364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546207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Thanks to </a:t>
            </a:r>
            <a:r>
              <a:rPr lang="en-US" dirty="0">
                <a:hlinkClick r:id="rId3"/>
              </a:rPr>
              <a:t>Nikko Bovornkeeratiroj</a:t>
            </a:r>
            <a:r>
              <a:rPr lang="en-US" dirty="0"/>
              <a:t>,  Phuthipong &lt;phuthipong@cs.umass.edu&gt;, for the stacking dolls idea and slides</a:t>
            </a:r>
          </a:p>
        </p:txBody>
      </p:sp>
      <p:sp>
        <p:nvSpPr>
          <p:cNvPr id="4" name="Slide Number Placeholder 3"/>
          <p:cNvSpPr>
            <a:spLocks noGrp="1"/>
          </p:cNvSpPr>
          <p:nvPr>
            <p:ph type="sldNum" sz="quarter" idx="5"/>
          </p:nvPr>
        </p:nvSpPr>
        <p:spPr/>
        <p:txBody>
          <a:bodyPr/>
          <a:lstStyle/>
          <a:p>
            <a:fld id="{3D91EEAC-CFEF-9647-876F-EABC6B8338D7}" type="slidenum">
              <a:rPr lang="en-US" smtClean="0"/>
              <a:t>27</a:t>
            </a:fld>
            <a:endParaRPr lang="en-US" dirty="0"/>
          </a:p>
        </p:txBody>
      </p:sp>
    </p:spTree>
    <p:extLst>
      <p:ext uri="{BB962C8B-B14F-4D97-AF65-F5344CB8AC3E}">
        <p14:creationId xmlns:p14="http://schemas.microsoft.com/office/powerpoint/2010/main" val="423938210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82323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459936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30</a:t>
            </a:fld>
            <a:endParaRPr lang="en-US" dirty="0"/>
          </a:p>
        </p:txBody>
      </p:sp>
    </p:spTree>
    <p:extLst>
      <p:ext uri="{BB962C8B-B14F-4D97-AF65-F5344CB8AC3E}">
        <p14:creationId xmlns:p14="http://schemas.microsoft.com/office/powerpoint/2010/main" val="20815414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b="1"/>
              <a:t>Physical (1): </a:t>
            </a:r>
            <a:r>
              <a:rPr lang="en-US"/>
              <a:t>This is the level of </a:t>
            </a:r>
            <a:r>
              <a:rPr lang="en-US" b="1"/>
              <a:t>physical communication </a:t>
            </a:r>
            <a:r>
              <a:rPr lang="en-US"/>
              <a:t>in the real world. At this level, we have </a:t>
            </a:r>
            <a:r>
              <a:rPr lang="en-US" b="1"/>
              <a:t>specifications</a:t>
            </a:r>
            <a:r>
              <a:rPr lang="en-US"/>
              <a:t> for things such as the </a:t>
            </a:r>
            <a:r>
              <a:rPr lang="en-US" b="1"/>
              <a:t>voltage levels </a:t>
            </a:r>
            <a:r>
              <a:rPr lang="en-US"/>
              <a:t>on an Ethernet cable, what </a:t>
            </a:r>
            <a:r>
              <a:rPr lang="en-US" b="1"/>
              <a:t>each pin on a connector </a:t>
            </a:r>
            <a:r>
              <a:rPr lang="en-US"/>
              <a:t>is for, the </a:t>
            </a:r>
            <a:r>
              <a:rPr lang="en-US" b="1"/>
              <a:t>radio frequency </a:t>
            </a:r>
            <a:r>
              <a:rPr lang="en-US"/>
              <a:t>of Wi-Fi, and the light flashes over an optic fiber. [Bit]</a:t>
            </a:r>
          </a:p>
          <a:p>
            <a:pPr marL="139700" lvl="0" indent="0">
              <a:buNone/>
            </a:pPr>
            <a:endParaRPr lang="en-US"/>
          </a:p>
          <a:p>
            <a:pPr marL="139700" lvl="0" indent="0">
              <a:buNone/>
            </a:pPr>
            <a:r>
              <a:rPr lang="en-US" b="1"/>
              <a:t>Data Link (2): </a:t>
            </a:r>
            <a:r>
              <a:rPr lang="en-US"/>
              <a:t>This level builds on the physical layer. It deals with protocols for </a:t>
            </a:r>
            <a:r>
              <a:rPr lang="en-US" b="1"/>
              <a:t>directly communicating between two nodes</a:t>
            </a:r>
            <a:r>
              <a:rPr lang="en-US"/>
              <a:t>. It defines how a direct message between nodes starts and ends (framing), error detection and correction, and flow control. [Frame]</a:t>
            </a:r>
          </a:p>
          <a:p>
            <a:pPr marL="139700" lvl="0" indent="0">
              <a:buNone/>
            </a:pPr>
            <a:endParaRPr lang="en-US"/>
          </a:p>
          <a:p>
            <a:pPr marL="139700" lvl="0" indent="0">
              <a:buNone/>
            </a:pPr>
            <a:r>
              <a:rPr lang="en-US" b="1"/>
              <a:t>Network layer (3): </a:t>
            </a:r>
            <a:r>
              <a:rPr lang="en-US"/>
              <a:t>The network layer provides the methods to </a:t>
            </a:r>
            <a:r>
              <a:rPr lang="en-US" b="1"/>
              <a:t>transmit data sequences </a:t>
            </a:r>
            <a:r>
              <a:rPr lang="en-US"/>
              <a:t>(called packets) </a:t>
            </a:r>
            <a:r>
              <a:rPr lang="en-US" b="1"/>
              <a:t>between nodes in different networks</a:t>
            </a:r>
            <a:r>
              <a:rPr lang="en-US"/>
              <a:t>. It provides methods to </a:t>
            </a:r>
            <a:r>
              <a:rPr lang="en-US" b="1"/>
              <a:t>route packets from one node to another </a:t>
            </a:r>
            <a:r>
              <a:rPr lang="en-US"/>
              <a:t>(without a direct physical connection) by transferring through many intermediate nodes. This is the layer that the </a:t>
            </a:r>
            <a:r>
              <a:rPr lang="en-US" b="1"/>
              <a:t>Internet Protocol </a:t>
            </a:r>
            <a:r>
              <a:rPr lang="en-US"/>
              <a:t>is defined on, which we will go into in some depth later.  [Packet]</a:t>
            </a:r>
          </a:p>
          <a:p>
            <a:pPr marL="139700" lvl="0" indent="0">
              <a:buNone/>
            </a:pPr>
            <a:endParaRPr lang="en-US"/>
          </a:p>
          <a:p>
            <a:pPr marL="139700" lvl="0" indent="0">
              <a:buNone/>
            </a:pPr>
            <a:r>
              <a:rPr lang="en-US" b="1"/>
              <a:t>Transport layer (4):</a:t>
            </a:r>
            <a:r>
              <a:rPr lang="en-US"/>
              <a:t> At this layer, we have </a:t>
            </a:r>
            <a:r>
              <a:rPr lang="en-US" b="1"/>
              <a:t>methods to reliably deliver variable length data between hosts</a:t>
            </a:r>
            <a:r>
              <a:rPr lang="en-US"/>
              <a:t>. These methods deal with </a:t>
            </a:r>
            <a:r>
              <a:rPr lang="en-US" b="1"/>
              <a:t>splitting up data, recombining it, ensuring data arrives in order</a:t>
            </a:r>
            <a:r>
              <a:rPr lang="en-US"/>
              <a:t>, and so on. The Transmission Control Protocol (</a:t>
            </a:r>
            <a:r>
              <a:rPr lang="en-US" b="1"/>
              <a:t>TCP</a:t>
            </a:r>
            <a:r>
              <a:rPr lang="en-US"/>
              <a:t>) and User Datagram Protocol (</a:t>
            </a:r>
            <a:r>
              <a:rPr lang="en-US" b="1"/>
              <a:t>UDP</a:t>
            </a:r>
            <a:r>
              <a:rPr lang="en-US"/>
              <a:t>) are commonly said to exist on this layer. [Segment (TCP) / Datagram (UDP)]</a:t>
            </a:r>
          </a:p>
          <a:p>
            <a:pPr marL="139700" lvl="0" indent="0">
              <a:buNone/>
            </a:pPr>
            <a:endParaRPr lang="en-US"/>
          </a:p>
          <a:p>
            <a:pPr marL="139700" lvl="0" indent="0">
              <a:buNone/>
            </a:pPr>
            <a:r>
              <a:rPr lang="en-US" b="1"/>
              <a:t>Session layer (5): </a:t>
            </a:r>
            <a:r>
              <a:rPr lang="en-US"/>
              <a:t>This layer builds on the transport layer by </a:t>
            </a:r>
            <a:r>
              <a:rPr lang="en-US" b="1"/>
              <a:t>adding methods to establish, checkpoint, suspend, resume, and terminate dialogs</a:t>
            </a:r>
            <a:r>
              <a:rPr lang="en-US"/>
              <a:t>. [Data]</a:t>
            </a:r>
          </a:p>
          <a:p>
            <a:pPr marL="139700" lvl="0" indent="0">
              <a:buNone/>
            </a:pPr>
            <a:endParaRPr lang="en-US"/>
          </a:p>
          <a:p>
            <a:pPr marL="139700" lvl="0" indent="0">
              <a:buNone/>
            </a:pPr>
            <a:r>
              <a:rPr lang="en-US" b="1"/>
              <a:t>Presentation layer (6): </a:t>
            </a:r>
            <a:r>
              <a:rPr lang="en-US"/>
              <a:t>This is the lowest layer at which </a:t>
            </a:r>
            <a:r>
              <a:rPr lang="en-US" b="1"/>
              <a:t>data structure and presentation </a:t>
            </a:r>
            <a:r>
              <a:rPr lang="en-US"/>
              <a:t>for an application are defined. Concerns such as data encoding, serialization, and encryption are handled here. [Data]</a:t>
            </a:r>
          </a:p>
          <a:p>
            <a:pPr marL="139700" lvl="0" indent="0">
              <a:buNone/>
            </a:pPr>
            <a:endParaRPr lang="en-US"/>
          </a:p>
          <a:p>
            <a:pPr marL="139700" lvl="0" indent="0">
              <a:buNone/>
            </a:pPr>
            <a:r>
              <a:rPr lang="en-US" b="1"/>
              <a:t>Application layer (7): </a:t>
            </a:r>
            <a:r>
              <a:rPr lang="en-US"/>
              <a:t>The applications that the </a:t>
            </a:r>
            <a:r>
              <a:rPr lang="en-US" b="1"/>
              <a:t>user interfaces </a:t>
            </a:r>
            <a:r>
              <a:rPr lang="en-US"/>
              <a:t>with (for example, web browsers and email clients) exist here. These applications make use of the services provided by the six lower layers. [Data]</a:t>
            </a:r>
          </a:p>
          <a:p>
            <a:pPr marL="139700" lvl="0" indent="0">
              <a:buNone/>
            </a:pPr>
            <a:endParaRPr lang="en-US"/>
          </a:p>
          <a:p>
            <a:pPr marL="139700" lvl="0" indent="0">
              <a:buNone/>
            </a:pPr>
            <a:r>
              <a:rPr lang="en-US"/>
              <a:t>-----</a:t>
            </a:r>
          </a:p>
          <a:p>
            <a:pPr marL="139700" lvl="0" indent="0">
              <a:buNone/>
            </a:pPr>
            <a:r>
              <a:rPr lang="en-US"/>
              <a:t>Link: https://community.fs.com/article/tcpip-vs-osi-whats-the-difference-between-the-two-models.html</a:t>
            </a:r>
            <a:endParaRPr lang="en-US" dirty="0"/>
          </a:p>
        </p:txBody>
      </p:sp>
    </p:spTree>
    <p:extLst>
      <p:ext uri="{BB962C8B-B14F-4D97-AF65-F5344CB8AC3E}">
        <p14:creationId xmlns:p14="http://schemas.microsoft.com/office/powerpoint/2010/main" val="226164387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97349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740927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637423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sz="1100" b="1" i="0" kern="1200">
                <a:solidFill>
                  <a:schemeClr val="tx1"/>
                </a:solidFill>
                <a:effectLst/>
                <a:latin typeface="+mn-lt"/>
                <a:ea typeface="+mn-ea"/>
                <a:cs typeface="+mn-cs"/>
              </a:rPr>
              <a:t>Lập trình mạng </a:t>
            </a:r>
            <a:r>
              <a:rPr lang="en-US" sz="1100" b="0" i="0" kern="1200">
                <a:solidFill>
                  <a:schemeClr val="tx1"/>
                </a:solidFill>
                <a:effectLst/>
                <a:latin typeface="+mn-lt"/>
                <a:ea typeface="+mn-ea"/>
                <a:cs typeface="+mn-cs"/>
              </a:rPr>
              <a:t>là các kỹ thuật lập trình nhằm xây dựng những ứng dụng, phần mềm khai thác hiệu quả tài nguyên mạng máy tính.</a:t>
            </a:r>
            <a:r>
              <a:rPr lang="en-US"/>
              <a:t> </a:t>
            </a:r>
          </a:p>
          <a:p>
            <a:pPr marL="139700" indent="0">
              <a:buNone/>
            </a:pPr>
            <a:endParaRPr lang="en-US" dirty="0"/>
          </a:p>
        </p:txBody>
      </p:sp>
    </p:spTree>
    <p:extLst>
      <p:ext uri="{BB962C8B-B14F-4D97-AF65-F5344CB8AC3E}">
        <p14:creationId xmlns:p14="http://schemas.microsoft.com/office/powerpoint/2010/main" val="340885969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a:t>0. </a:t>
            </a:r>
            <a:r>
              <a:rPr lang="en-US" b="0"/>
              <a:t>Regardless of your chosen abstraction model, real-world protocols do work at many levels. Lower levels are responsible for handling data for the higher levels. These lower-level data structures must, therefore, encapsulate data from the higher levels. Let's look at encapsulating data now.</a:t>
            </a:r>
          </a:p>
          <a:p>
            <a:pPr marL="139700" indent="0">
              <a:buNone/>
            </a:pPr>
            <a:endParaRPr lang="en-US"/>
          </a:p>
          <a:p>
            <a:pPr marL="139700" indent="0">
              <a:buNone/>
            </a:pPr>
            <a:r>
              <a:rPr lang="en-US"/>
              <a:t>1. The advantage of these abstractions is that, when programming an application, we only need to consider the highest-level protocol. </a:t>
            </a:r>
          </a:p>
          <a:p>
            <a:pPr marL="139700" indent="0">
              <a:buNone/>
            </a:pPr>
            <a:r>
              <a:rPr lang="en-US"/>
              <a:t>For example, </a:t>
            </a:r>
            <a:r>
              <a:rPr lang="en-US" b="1"/>
              <a:t>a web browser needs only to implement the protocols </a:t>
            </a:r>
            <a:r>
              <a:rPr lang="en-US"/>
              <a:t>dealing specifically with websites—</a:t>
            </a:r>
            <a:r>
              <a:rPr lang="en-US" b="1"/>
              <a:t>HTTP</a:t>
            </a:r>
            <a:r>
              <a:rPr lang="en-US"/>
              <a:t>, HTML, CSS, and so on. It does </a:t>
            </a:r>
            <a:r>
              <a:rPr lang="en-US" b="1"/>
              <a:t>not need to bother with implementing TCP/IP</a:t>
            </a:r>
            <a:r>
              <a:rPr lang="en-US"/>
              <a:t>, and it certainly </a:t>
            </a:r>
            <a:r>
              <a:rPr lang="en-US" b="1"/>
              <a:t>doesn't have to understand how an Ethernet or Wi-Fi packet is encoded</a:t>
            </a:r>
            <a:r>
              <a:rPr lang="en-US"/>
              <a:t>. It can rely on ready-made implementations of the lower layers for these tasks. These implementations are provided by the operating system (for example, Windows, Linux, and macOS).</a:t>
            </a:r>
          </a:p>
          <a:p>
            <a:pPr marL="139700" indent="0">
              <a:buNone/>
            </a:pPr>
            <a:endParaRPr lang="en-US"/>
          </a:p>
          <a:p>
            <a:pPr marL="139700" indent="0">
              <a:buNone/>
            </a:pPr>
            <a:r>
              <a:rPr lang="en-US"/>
              <a:t>2. For example, if we have a web server, Host A, which is transmitting a web page to the receiver, Host B, it may look like this:</a:t>
            </a:r>
            <a:endParaRPr lang="en-US" dirty="0"/>
          </a:p>
        </p:txBody>
      </p:sp>
    </p:spTree>
    <p:extLst>
      <p:ext uri="{BB962C8B-B14F-4D97-AF65-F5344CB8AC3E}">
        <p14:creationId xmlns:p14="http://schemas.microsoft.com/office/powerpoint/2010/main" val="351575694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en-US"/>
              <a:t>1. The </a:t>
            </a:r>
            <a:r>
              <a:rPr lang="en-US" b="1"/>
              <a:t>web page contains a few paragraphs of text</a:t>
            </a:r>
            <a:r>
              <a:rPr lang="en-US"/>
              <a:t>, but the web server doesn't only send the text by itself. For the text to be rendered correctly, it must be </a:t>
            </a:r>
            <a:r>
              <a:rPr lang="en-US" b="1"/>
              <a:t>encoded in an HTML structure</a:t>
            </a:r>
            <a:r>
              <a:rPr lang="en-US"/>
              <a:t>.</a:t>
            </a:r>
          </a:p>
          <a:p>
            <a:pPr marL="139700" indent="0">
              <a:buNone/>
            </a:pPr>
            <a:endParaRPr lang="en-US"/>
          </a:p>
          <a:p>
            <a:pPr marL="139700" indent="0">
              <a:buNone/>
            </a:pPr>
            <a:r>
              <a:rPr lang="en-US"/>
              <a:t>2. As the </a:t>
            </a:r>
            <a:r>
              <a:rPr lang="en-US" b="1"/>
              <a:t>text cannot be transmitted directly</a:t>
            </a:r>
            <a:r>
              <a:rPr lang="en-US"/>
              <a:t>, neither can the HTML. It instead </a:t>
            </a:r>
            <a:r>
              <a:rPr lang="en-US" b="1"/>
              <a:t>must be transmitted as part of an HTTP response</a:t>
            </a:r>
            <a:r>
              <a:rPr lang="en-US"/>
              <a:t>. The web server does this by applying the appropriate HTTP response header to the HTML.</a:t>
            </a:r>
          </a:p>
          <a:p>
            <a:pPr marL="139700" indent="0">
              <a:buNone/>
            </a:pPr>
            <a:endParaRPr lang="en-US"/>
          </a:p>
          <a:p>
            <a:pPr marL="139700" indent="0">
              <a:buNone/>
            </a:pPr>
            <a:r>
              <a:rPr lang="en-US"/>
              <a:t>3. The </a:t>
            </a:r>
            <a:r>
              <a:rPr lang="en-US" b="1"/>
              <a:t>HTTP is transmitted as part of a TCP session</a:t>
            </a:r>
            <a:r>
              <a:rPr lang="en-US"/>
              <a:t>. This isn't done explicitly by the web server, but is taken care of by the operating system's TCP/IP stack.</a:t>
            </a:r>
          </a:p>
          <a:p>
            <a:pPr marL="139700" indent="0">
              <a:buNone/>
            </a:pPr>
            <a:endParaRPr lang="en-US"/>
          </a:p>
          <a:p>
            <a:pPr marL="139700" indent="0">
              <a:buNone/>
            </a:pPr>
            <a:r>
              <a:rPr lang="en-US"/>
              <a:t>4. The </a:t>
            </a:r>
            <a:r>
              <a:rPr lang="en-US" b="1"/>
              <a:t>TCP</a:t>
            </a:r>
            <a:r>
              <a:rPr lang="en-US"/>
              <a:t> packet is routed by an </a:t>
            </a:r>
            <a:r>
              <a:rPr lang="en-US" b="1"/>
              <a:t>IP</a:t>
            </a:r>
            <a:r>
              <a:rPr lang="en-US"/>
              <a:t> packet.</a:t>
            </a:r>
          </a:p>
          <a:p>
            <a:pPr marL="139700" indent="0">
              <a:buNone/>
            </a:pPr>
            <a:endParaRPr lang="en-US"/>
          </a:p>
          <a:p>
            <a:pPr marL="139700" indent="0">
              <a:buNone/>
            </a:pPr>
            <a:r>
              <a:rPr lang="en-US"/>
              <a:t>5. This is transmitted over the wire in an Ethernet packet (or another protocol).</a:t>
            </a:r>
            <a:endParaRPr lang="en-US" dirty="0"/>
          </a:p>
        </p:txBody>
      </p:sp>
    </p:spTree>
    <p:extLst>
      <p:ext uri="{BB962C8B-B14F-4D97-AF65-F5344CB8AC3E}">
        <p14:creationId xmlns:p14="http://schemas.microsoft.com/office/powerpoint/2010/main" val="322997951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en-US">
                <a:latin typeface="+mj-lt"/>
              </a:rPr>
              <a:t>Overwhelming: quá phổ biến</a:t>
            </a:r>
          </a:p>
          <a:p>
            <a:pPr marL="139700" indent="0">
              <a:buNone/>
            </a:pPr>
            <a:r>
              <a:rPr lang="en-US">
                <a:latin typeface="+mj-lt"/>
              </a:rPr>
              <a:t>0. Luckily for us, the lower-level concerns are handled automatically when we use the socket APIs for network programming. </a:t>
            </a:r>
          </a:p>
          <a:p>
            <a:pPr marL="139700" indent="0">
              <a:buNone/>
            </a:pPr>
            <a:r>
              <a:rPr lang="en-US">
                <a:latin typeface="+mj-lt"/>
              </a:rPr>
              <a:t>Without this knowledge, dealing with failures or optimizing for performance is difficult if not impossible. With some of the theory out of the way, let's dive into the actual protocols powering modern networking.</a:t>
            </a:r>
          </a:p>
          <a:p>
            <a:pPr marL="139700" indent="0">
              <a:buNone/>
            </a:pPr>
            <a:endParaRPr lang="en-US">
              <a:latin typeface="+mj-lt"/>
            </a:endParaRPr>
          </a:p>
          <a:p>
            <a:pPr marL="139700" indent="0">
              <a:buNone/>
            </a:pPr>
            <a:r>
              <a:rPr lang="en-US">
                <a:latin typeface="+mj-lt"/>
              </a:rPr>
              <a:t>3.</a:t>
            </a:r>
            <a:r>
              <a:rPr lang="en-US" sz="1800" b="0" i="0">
                <a:solidFill>
                  <a:srgbClr val="000000"/>
                </a:solidFill>
                <a:effectLst/>
                <a:latin typeface="+mj-lt"/>
              </a:rPr>
              <a:t> If you're deploying network code today, you must support IPv4 or risk that a significant portion of your users won't be able to connect.</a:t>
            </a:r>
            <a:r>
              <a:rPr lang="en-US">
                <a:latin typeface="+mj-lt"/>
              </a:rPr>
              <a:t> </a:t>
            </a:r>
          </a:p>
          <a:p>
            <a:pPr marL="139700" indent="0">
              <a:buNone/>
            </a:pPr>
            <a:endParaRPr lang="en-US">
              <a:latin typeface="+mj-lt"/>
            </a:endParaRPr>
          </a:p>
          <a:p>
            <a:pPr marL="139700" indent="0">
              <a:buNone/>
            </a:pPr>
            <a:r>
              <a:rPr lang="en-US">
                <a:latin typeface="+mj-lt"/>
              </a:rPr>
              <a:t>Today, every major desktop and smartphone </a:t>
            </a:r>
            <a:r>
              <a:rPr lang="en-US" b="1">
                <a:latin typeface="+mj-lt"/>
              </a:rPr>
              <a:t>operating system supports both IPv4 and IPv6 </a:t>
            </a:r>
            <a:r>
              <a:rPr lang="en-US">
                <a:latin typeface="+mj-lt"/>
              </a:rPr>
              <a:t>in what is called a </a:t>
            </a:r>
            <a:r>
              <a:rPr lang="en-US" b="1">
                <a:latin typeface="+mj-lt"/>
              </a:rPr>
              <a:t>dual-stack configuration</a:t>
            </a:r>
            <a:r>
              <a:rPr lang="en-US">
                <a:latin typeface="+mj-lt"/>
              </a:rPr>
              <a:t>. However, many applications, servers, and networks are still only configured to use IPv4. From a practical standpoint, this means that you need to support IPv4 in order to access much of the internet. However, you should also support IPv6 to be future-proof and to help the world to transition away from IPv4.</a:t>
            </a:r>
          </a:p>
          <a:p>
            <a:pPr marL="139700" indent="0">
              <a:buNone/>
            </a:pPr>
            <a:endParaRPr lang="en-US">
              <a:latin typeface="+mj-lt"/>
            </a:endParaRPr>
          </a:p>
          <a:p>
            <a:pPr marL="139700" indent="0">
              <a:buNone/>
            </a:pPr>
            <a:r>
              <a:rPr lang="en-US">
                <a:latin typeface="+mj-lt"/>
              </a:rPr>
              <a:t>---- </a:t>
            </a:r>
            <a:r>
              <a:rPr lang="en-US" b="1">
                <a:latin typeface="+mj-lt"/>
              </a:rPr>
              <a:t>Cloudflare</a:t>
            </a:r>
          </a:p>
          <a:p>
            <a:pPr marL="139700" indent="0">
              <a:buNone/>
            </a:pPr>
            <a:r>
              <a:rPr lang="en-US">
                <a:latin typeface="+mj-lt"/>
              </a:rPr>
              <a:t>The Internet Protocol (IP) is a protocol, or set of rules, </a:t>
            </a:r>
            <a:r>
              <a:rPr lang="en-US" b="1">
                <a:latin typeface="+mj-lt"/>
              </a:rPr>
              <a:t>for routing and addressing packets of data so that they can travel across networks and arrive at the correct destination.</a:t>
            </a:r>
            <a:r>
              <a:rPr lang="en-US">
                <a:latin typeface="+mj-lt"/>
              </a:rPr>
              <a:t> Data traversing the Internet is divided into smaller pieces, called packets. IP information is attached to each packet, and this information helps routers to send packets to the right place. Every device or domain that connects to the Internet is assigned an IP address, and as packets are directed to the IP address attached to them, data arrives where it is needed.</a:t>
            </a:r>
          </a:p>
          <a:p>
            <a:pPr marL="139700" indent="0">
              <a:buNone/>
            </a:pPr>
            <a:endParaRPr lang="en-US">
              <a:latin typeface="+mj-lt"/>
            </a:endParaRPr>
          </a:p>
          <a:p>
            <a:pPr marL="139700" indent="0">
              <a:buNone/>
            </a:pPr>
            <a:r>
              <a:rPr lang="en-US">
                <a:latin typeface="+mj-lt"/>
              </a:rPr>
              <a:t>Once the packets arrive at their destination, they are handled differently depending on which transport protocol is used in combination with IP. The most common transport protocols are TCP and UDP.</a:t>
            </a:r>
            <a:endParaRPr lang="en-US" dirty="0">
              <a:latin typeface="+mj-lt"/>
            </a:endParaRPr>
          </a:p>
        </p:txBody>
      </p:sp>
    </p:spTree>
    <p:extLst>
      <p:ext uri="{BB962C8B-B14F-4D97-AF65-F5344CB8AC3E}">
        <p14:creationId xmlns:p14="http://schemas.microsoft.com/office/powerpoint/2010/main" val="265150065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en-US"/>
              <a:t>0. If you think that IPv4 addresses are difficult to memorize, and IPv6 addresses impossible, then you are not alone. Luckily, we have a system to assign names to specific addresses.</a:t>
            </a:r>
          </a:p>
          <a:p>
            <a:pPr marL="139700" indent="0">
              <a:buNone/>
            </a:pPr>
            <a:endParaRPr lang="en-US"/>
          </a:p>
          <a:p>
            <a:pPr marL="13970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100" b="0" i="0" u="none" strike="noStrike" kern="0" cap="none" spc="0" normalizeH="0" baseline="0" noProof="0">
                <a:ln>
                  <a:noFill/>
                </a:ln>
                <a:solidFill>
                  <a:srgbClr val="000000"/>
                </a:solidFill>
                <a:effectLst/>
                <a:uLnTx/>
                <a:uFillTx/>
                <a:latin typeface="Arial"/>
                <a:cs typeface="Arial"/>
                <a:sym typeface="Arial"/>
              </a:rPr>
              <a:t>1. </a:t>
            </a:r>
            <a:r>
              <a:rPr kumimoji="0" lang="en-US" sz="1100" b="1" i="0" u="none" strike="noStrike" kern="0" cap="none" spc="0" normalizeH="0" baseline="0" noProof="0">
                <a:ln>
                  <a:noFill/>
                </a:ln>
                <a:solidFill>
                  <a:srgbClr val="000000"/>
                </a:solidFill>
                <a:effectLst/>
                <a:uLnTx/>
                <a:uFillTx/>
                <a:latin typeface="Arial"/>
                <a:cs typeface="Arial"/>
                <a:sym typeface="Arial"/>
              </a:rPr>
              <a:t>The Internet Protocol can only route packets to an IP address</a:t>
            </a:r>
            <a:r>
              <a:rPr kumimoji="0" lang="en-US" sz="1100" b="0" i="0" u="none" strike="noStrike" kern="0" cap="none" spc="0" normalizeH="0" baseline="0" noProof="0">
                <a:ln>
                  <a:noFill/>
                </a:ln>
                <a:solidFill>
                  <a:srgbClr val="000000"/>
                </a:solidFill>
                <a:effectLst/>
                <a:uLnTx/>
                <a:uFillTx/>
                <a:latin typeface="Arial"/>
                <a:cs typeface="Arial"/>
                <a:sym typeface="Arial"/>
              </a:rPr>
              <a:t>, not a name. So, if you </a:t>
            </a:r>
            <a:r>
              <a:rPr kumimoji="0" lang="en-US" sz="1100" b="1" i="0" u="none" strike="noStrike" kern="0" cap="none" spc="0" normalizeH="0" baseline="0" noProof="0">
                <a:ln>
                  <a:noFill/>
                </a:ln>
                <a:solidFill>
                  <a:srgbClr val="000000"/>
                </a:solidFill>
                <a:effectLst/>
                <a:uLnTx/>
                <a:uFillTx/>
                <a:latin typeface="Arial"/>
                <a:cs typeface="Arial"/>
                <a:sym typeface="Arial"/>
              </a:rPr>
              <a:t>try to connect to a website</a:t>
            </a:r>
            <a:r>
              <a:rPr kumimoji="0" lang="en-US" sz="1100" b="0" i="0" u="none" strike="noStrike" kern="0" cap="none" spc="0" normalizeH="0" baseline="0" noProof="0">
                <a:ln>
                  <a:noFill/>
                </a:ln>
                <a:solidFill>
                  <a:srgbClr val="000000"/>
                </a:solidFill>
                <a:effectLst/>
                <a:uLnTx/>
                <a:uFillTx/>
                <a:latin typeface="Arial"/>
                <a:cs typeface="Arial"/>
                <a:sym typeface="Arial"/>
              </a:rPr>
              <a:t>, such as example.com, your system must </a:t>
            </a:r>
            <a:r>
              <a:rPr kumimoji="0" lang="en-US" sz="1100" b="1" i="0" u="none" strike="noStrike" kern="0" cap="none" spc="0" normalizeH="0" baseline="0" noProof="0">
                <a:ln>
                  <a:noFill/>
                </a:ln>
                <a:solidFill>
                  <a:srgbClr val="000000"/>
                </a:solidFill>
                <a:effectLst/>
                <a:uLnTx/>
                <a:uFillTx/>
                <a:latin typeface="Arial"/>
                <a:cs typeface="Arial"/>
                <a:sym typeface="Arial"/>
              </a:rPr>
              <a:t>first resolve that domain name</a:t>
            </a:r>
            <a:r>
              <a:rPr kumimoji="0" lang="en-US" sz="1100" b="0" i="0" u="none" strike="noStrike" kern="0" cap="none" spc="0" normalizeH="0" baseline="0" noProof="0">
                <a:ln>
                  <a:noFill/>
                </a:ln>
                <a:solidFill>
                  <a:srgbClr val="000000"/>
                </a:solidFill>
                <a:effectLst/>
                <a:uLnTx/>
                <a:uFillTx/>
                <a:latin typeface="Arial"/>
                <a:cs typeface="Arial"/>
                <a:sym typeface="Arial"/>
              </a:rPr>
              <a:t>, example.com, </a:t>
            </a:r>
            <a:r>
              <a:rPr kumimoji="0" lang="en-US" sz="1100" b="1" i="0" u="none" strike="noStrike" kern="0" cap="none" spc="0" normalizeH="0" baseline="0" noProof="0">
                <a:ln>
                  <a:noFill/>
                </a:ln>
                <a:solidFill>
                  <a:srgbClr val="000000"/>
                </a:solidFill>
                <a:effectLst/>
                <a:uLnTx/>
                <a:uFillTx/>
                <a:latin typeface="Arial"/>
                <a:cs typeface="Arial"/>
                <a:sym typeface="Arial"/>
              </a:rPr>
              <a:t>into an IP address </a:t>
            </a:r>
            <a:r>
              <a:rPr kumimoji="0" lang="en-US" sz="1100" b="0" i="0" u="none" strike="noStrike" kern="0" cap="none" spc="0" normalizeH="0" baseline="0" noProof="0">
                <a:ln>
                  <a:noFill/>
                </a:ln>
                <a:solidFill>
                  <a:srgbClr val="000000"/>
                </a:solidFill>
                <a:effectLst/>
                <a:uLnTx/>
                <a:uFillTx/>
                <a:latin typeface="Arial"/>
                <a:cs typeface="Arial"/>
                <a:sym typeface="Arial"/>
              </a:rPr>
              <a:t>for the server that hosts that website.</a:t>
            </a:r>
          </a:p>
          <a:p>
            <a:pPr marL="13970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lang="en-US" sz="1100" b="0" i="0" u="none" strike="noStrike" kern="0" cap="none" spc="0" normalizeH="0" baseline="0" noProof="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100" b="0" i="0" u="none" strike="noStrike" kern="0" cap="none" spc="0" normalizeH="0" baseline="0" noProof="0">
                <a:ln>
                  <a:noFill/>
                </a:ln>
                <a:solidFill>
                  <a:srgbClr val="000000"/>
                </a:solidFill>
                <a:effectLst/>
                <a:uLnTx/>
                <a:uFillTx/>
                <a:latin typeface="Arial"/>
                <a:cs typeface="Arial"/>
                <a:sym typeface="Arial"/>
              </a:rPr>
              <a:t>2. This is done by connecting to a </a:t>
            </a:r>
            <a:r>
              <a:rPr kumimoji="0" lang="en-US" sz="1100" b="1" i="0" u="none" strike="noStrike" kern="0" cap="none" spc="0" normalizeH="0" baseline="0" noProof="0">
                <a:ln>
                  <a:noFill/>
                </a:ln>
                <a:solidFill>
                  <a:srgbClr val="000000"/>
                </a:solidFill>
                <a:effectLst/>
                <a:uLnTx/>
                <a:uFillTx/>
                <a:latin typeface="Arial"/>
                <a:cs typeface="Arial"/>
                <a:sym typeface="Arial"/>
              </a:rPr>
              <a:t>Domain Name System </a:t>
            </a:r>
            <a:r>
              <a:rPr kumimoji="0" lang="en-US" sz="1100" b="0" i="0" u="none" strike="noStrike" kern="0" cap="none" spc="0" normalizeH="0" baseline="0" noProof="0">
                <a:ln>
                  <a:noFill/>
                </a:ln>
                <a:solidFill>
                  <a:srgbClr val="000000"/>
                </a:solidFill>
                <a:effectLst/>
                <a:uLnTx/>
                <a:uFillTx/>
                <a:latin typeface="Arial"/>
                <a:cs typeface="Arial"/>
                <a:sym typeface="Arial"/>
              </a:rPr>
              <a:t>(DNS) server. You connect to a domain name server by knowing in advance its IP address. The IP address for a domain name server is usually assigned by your ISP.</a:t>
            </a:r>
          </a:p>
          <a:p>
            <a:pPr marL="13970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lang="en-US" sz="1100" b="0" i="0" u="none" strike="noStrike" kern="0" cap="none" spc="0" normalizeH="0" baseline="0" noProof="0">
              <a:ln>
                <a:noFill/>
              </a:ln>
              <a:solidFill>
                <a:srgbClr val="000000"/>
              </a:solidFill>
              <a:effectLst/>
              <a:uLnTx/>
              <a:uFillTx/>
              <a:latin typeface="Arial"/>
              <a:cs typeface="Arial"/>
              <a:sym typeface="Arial"/>
            </a:endParaRPr>
          </a:p>
          <a:p>
            <a:pPr marL="139700" indent="0">
              <a:buNone/>
            </a:pPr>
            <a:endParaRPr lang="en-US"/>
          </a:p>
          <a:p>
            <a:pPr marL="139700" indent="0">
              <a:buNone/>
            </a:pPr>
            <a:endParaRPr lang="en-US"/>
          </a:p>
          <a:p>
            <a:pPr marL="139700" indent="0">
              <a:buNone/>
            </a:pPr>
            <a:endParaRPr lang="en-US" dirty="0"/>
          </a:p>
        </p:txBody>
      </p:sp>
    </p:spTree>
    <p:extLst>
      <p:ext uri="{BB962C8B-B14F-4D97-AF65-F5344CB8AC3E}">
        <p14:creationId xmlns:p14="http://schemas.microsoft.com/office/powerpoint/2010/main" val="332615556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en-US"/>
              <a:t>Many other domain name servers are made publicly available by different organizations. Here are a few free and public DNS servers:</a:t>
            </a:r>
            <a:endParaRPr lang="en-US" dirty="0"/>
          </a:p>
        </p:txBody>
      </p:sp>
    </p:spTree>
    <p:extLst>
      <p:ext uri="{BB962C8B-B14F-4D97-AF65-F5344CB8AC3E}">
        <p14:creationId xmlns:p14="http://schemas.microsoft.com/office/powerpoint/2010/main" val="151209514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en-US"/>
              <a:t>It's common for households and organizations to have small Local Area Networks (LANs). As mentioned previously, there are IPv4 addresses ranges reserved for use in these small local networks.</a:t>
            </a:r>
          </a:p>
          <a:p>
            <a:pPr marL="139700" indent="0">
              <a:buNone/>
            </a:pPr>
            <a:endParaRPr lang="en-US"/>
          </a:p>
          <a:p>
            <a:pPr marL="139700" indent="0">
              <a:buNone/>
            </a:pPr>
            <a:r>
              <a:rPr lang="en-US"/>
              <a:t>----</a:t>
            </a:r>
          </a:p>
          <a:p>
            <a:pPr marL="139700" indent="0">
              <a:buNone/>
            </a:pPr>
            <a:r>
              <a:rPr lang="en-US"/>
              <a:t>IP address 127.*.*.* </a:t>
            </a:r>
            <a:r>
              <a:rPr lang="en-US">
                <a:sym typeface="Wingdings" panose="05000000000000000000" pitchFamily="2" charset="2"/>
              </a:rPr>
              <a:t></a:t>
            </a:r>
            <a:r>
              <a:rPr lang="en-US"/>
              <a:t> the packet is destined for another application running on the same machine</a:t>
            </a:r>
          </a:p>
          <a:p>
            <a:pPr marL="139700" indent="0">
              <a:buNone/>
            </a:pPr>
            <a:r>
              <a:rPr lang="en-US"/>
              <a:t>IP address is in the same subnet </a:t>
            </a:r>
            <a:r>
              <a:rPr lang="en-US">
                <a:sym typeface="Wingdings" panose="05000000000000000000" pitchFamily="2" charset="2"/>
              </a:rPr>
              <a:t></a:t>
            </a:r>
            <a:r>
              <a:rPr lang="en-US"/>
              <a:t> the destination host can be found by simply checking the local network</a:t>
            </a:r>
          </a:p>
          <a:p>
            <a:pPr marL="139700" indent="0">
              <a:buNone/>
            </a:pPr>
            <a:r>
              <a:rPr lang="en-US"/>
              <a:t>Otherwise, forwards the packet to a gateway machine that connects local subnet to the rest of the Internet</a:t>
            </a:r>
          </a:p>
          <a:p>
            <a:pPr marL="139700" indent="0">
              <a:buNone/>
            </a:pPr>
            <a:endParaRPr lang="en-US" dirty="0"/>
          </a:p>
        </p:txBody>
      </p:sp>
    </p:spTree>
    <p:extLst>
      <p:ext uri="{BB962C8B-B14F-4D97-AF65-F5344CB8AC3E}">
        <p14:creationId xmlns:p14="http://schemas.microsoft.com/office/powerpoint/2010/main" val="348325479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en-US"/>
              <a:t>When a packet originates (bắt đầu) from a device on an IPv4 local network, it must undergo (qua) </a:t>
            </a:r>
            <a:r>
              <a:rPr lang="en-US" b="1"/>
              <a:t>Network Address Translation </a:t>
            </a:r>
            <a:r>
              <a:rPr lang="en-US"/>
              <a:t>(NAT) before being routed on the internet. </a:t>
            </a:r>
            <a:r>
              <a:rPr lang="en-US" b="1"/>
              <a:t>A router that implements NAT remembers which local address a connection is established from</a:t>
            </a:r>
            <a:r>
              <a:rPr lang="en-US"/>
              <a:t>.</a:t>
            </a:r>
          </a:p>
          <a:p>
            <a:pPr marL="139700" indent="0">
              <a:buNone/>
            </a:pPr>
            <a:endParaRPr lang="en-US" dirty="0"/>
          </a:p>
        </p:txBody>
      </p:sp>
    </p:spTree>
    <p:extLst>
      <p:ext uri="{BB962C8B-B14F-4D97-AF65-F5344CB8AC3E}">
        <p14:creationId xmlns:p14="http://schemas.microsoft.com/office/powerpoint/2010/main" val="396235413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39700" indent="0">
              <a:buNone/>
            </a:pPr>
            <a:r>
              <a:rPr lang="en-US"/>
              <a:t>0. So far, we've covered only routing with one sender and one receiver. While this is the most common situation, let's consider alternative cases too.</a:t>
            </a:r>
          </a:p>
          <a:p>
            <a:pPr marL="139700" indent="0">
              <a:buNone/>
            </a:pPr>
            <a:endParaRPr lang="en-US"/>
          </a:p>
          <a:p>
            <a:pPr marL="139700" indent="0">
              <a:buNone/>
            </a:pPr>
            <a:r>
              <a:rPr lang="en-US"/>
              <a:t>1. When a packet is routed from one sender to one receiver, it uses </a:t>
            </a:r>
            <a:r>
              <a:rPr lang="en-US" b="1"/>
              <a:t>unicast</a:t>
            </a:r>
            <a:r>
              <a:rPr lang="en-US"/>
              <a:t> addressing. This is the </a:t>
            </a:r>
            <a:r>
              <a:rPr lang="en-US" b="1"/>
              <a:t>simplest and most common type </a:t>
            </a:r>
            <a:r>
              <a:rPr lang="en-US"/>
              <a:t>of addressing. All of the protocols we deal with in this book use unicast addressing.</a:t>
            </a:r>
          </a:p>
          <a:p>
            <a:pPr marL="139700" indent="0">
              <a:buNone/>
            </a:pPr>
            <a:endParaRPr lang="en-US"/>
          </a:p>
          <a:p>
            <a:pPr marL="139700" indent="0">
              <a:buNone/>
            </a:pPr>
            <a:r>
              <a:rPr lang="en-US"/>
              <a:t>2. Broadcast addressing allows a single sender to address a packet to all recipients simultaneously. It is typically used to deliver a packet to every receiver on an entire subnet. </a:t>
            </a:r>
          </a:p>
          <a:p>
            <a:pPr marL="139700" indent="0">
              <a:buNone/>
            </a:pPr>
            <a:endParaRPr lang="en-US"/>
          </a:p>
          <a:p>
            <a:pPr marL="139700" indent="0">
              <a:buNone/>
            </a:pPr>
            <a:r>
              <a:rPr lang="en-US"/>
              <a:t>3. If a broadcast is a one-to-all communication, then </a:t>
            </a:r>
            <a:r>
              <a:rPr lang="en-US" b="1"/>
              <a:t>multicast is a one-to-many communication</a:t>
            </a:r>
            <a:r>
              <a:rPr lang="en-US"/>
              <a:t>. Multicast involves some </a:t>
            </a:r>
            <a:r>
              <a:rPr lang="en-US" b="1"/>
              <a:t>group management</a:t>
            </a:r>
            <a:r>
              <a:rPr lang="en-US"/>
              <a:t>, and a message is addressed and delivered to members of a group. </a:t>
            </a:r>
          </a:p>
          <a:p>
            <a:pPr marL="139700" indent="0">
              <a:buNone/>
            </a:pPr>
            <a:endParaRPr lang="en-US"/>
          </a:p>
          <a:p>
            <a:pPr marL="139700" indent="0">
              <a:buNone/>
            </a:pPr>
            <a:r>
              <a:rPr lang="en-US"/>
              <a:t>4. </a:t>
            </a:r>
            <a:r>
              <a:rPr lang="en-US" b="1"/>
              <a:t>Anycast</a:t>
            </a:r>
            <a:r>
              <a:rPr lang="en-US"/>
              <a:t> addressed packets are used to deliver a message to one recipient when you don't care who that recipient is. This is useful if you have several servers that provide the same functionality, and you simply want one of them (you don't care which) to handle your request.</a:t>
            </a:r>
          </a:p>
          <a:p>
            <a:pPr marL="139700" indent="0">
              <a:buNone/>
            </a:pPr>
            <a:endParaRPr lang="en-US"/>
          </a:p>
          <a:p>
            <a:pPr marL="139700" indent="0">
              <a:buNone/>
            </a:pPr>
            <a:r>
              <a:rPr lang="en-US"/>
              <a:t>---</a:t>
            </a:r>
          </a:p>
          <a:p>
            <a:pPr marL="139700" indent="0">
              <a:buNone/>
            </a:pPr>
            <a:r>
              <a:rPr lang="en-US" b="1"/>
              <a:t>IPv4 and lower network levels support local broadcast addressing</a:t>
            </a:r>
            <a:r>
              <a:rPr lang="en-US" b="0"/>
              <a:t>. IPv4 provides some optional (but commonly implemented) support for multicasting. </a:t>
            </a:r>
          </a:p>
          <a:p>
            <a:pPr marL="139700" indent="0">
              <a:buNone/>
            </a:pPr>
            <a:endParaRPr lang="en-US" b="0"/>
          </a:p>
          <a:p>
            <a:pPr marL="139700" indent="0">
              <a:buNone/>
            </a:pPr>
            <a:r>
              <a:rPr lang="en-US" b="1"/>
              <a:t>IPv6 mandates multicasting support</a:t>
            </a:r>
            <a:r>
              <a:rPr lang="en-US" b="0"/>
              <a:t> while providing additional features over IPv4's multicasting. Though IPv6 is </a:t>
            </a:r>
            <a:r>
              <a:rPr lang="en-US" b="1"/>
              <a:t>not considered to broadcast</a:t>
            </a:r>
            <a:r>
              <a:rPr lang="en-US" b="0"/>
              <a:t>, its multicasting functionality </a:t>
            </a:r>
            <a:r>
              <a:rPr lang="en-US" b="1"/>
              <a:t>can essentially emulate it</a:t>
            </a:r>
            <a:r>
              <a:rPr lang="en-US" b="0"/>
              <a:t>. </a:t>
            </a:r>
          </a:p>
          <a:p>
            <a:pPr marL="139700" indent="0">
              <a:buNone/>
            </a:pPr>
            <a:endParaRPr lang="en-US" b="0"/>
          </a:p>
          <a:p>
            <a:pPr marL="139700" indent="0">
              <a:buNone/>
            </a:pPr>
            <a:r>
              <a:rPr lang="en-US" b="0"/>
              <a:t>It's worth noting that these alternative addressing methods </a:t>
            </a:r>
            <a:r>
              <a:rPr lang="en-US" b="1"/>
              <a:t>don't generally work over the broader internet</a:t>
            </a:r>
            <a:r>
              <a:rPr lang="en-US" b="0"/>
              <a:t>. Imagine if one peer was able to broadcast a packet to every connected internet device. It would be a mess! </a:t>
            </a:r>
          </a:p>
          <a:p>
            <a:pPr marL="139700" indent="0">
              <a:buNone/>
            </a:pPr>
            <a:endParaRPr lang="en-US" b="0"/>
          </a:p>
          <a:p>
            <a:pPr marL="139700" indent="0">
              <a:buNone/>
            </a:pPr>
            <a:r>
              <a:rPr lang="en-US" b="0"/>
              <a:t>If you can use IP multicasting on your local network, though, it is worthwhile to implement it. </a:t>
            </a:r>
            <a:r>
              <a:rPr lang="en-US" b="1"/>
              <a:t>Sending one IP level multicast conserves (tiết kiệm) bandwidth compared to sending the same unicast message multiple times. </a:t>
            </a:r>
          </a:p>
          <a:p>
            <a:pPr marL="139700" indent="0">
              <a:buNone/>
            </a:pPr>
            <a:endParaRPr lang="en-US" b="0"/>
          </a:p>
          <a:p>
            <a:pPr marL="139700" indent="0">
              <a:buNone/>
            </a:pPr>
            <a:r>
              <a:rPr lang="en-US" b="0"/>
              <a:t>However, </a:t>
            </a:r>
            <a:r>
              <a:rPr lang="en-US" b="1"/>
              <a:t>multicasting is often done at the application level</a:t>
            </a:r>
            <a:r>
              <a:rPr lang="en-US" b="0"/>
              <a:t>. That is, when the application wants to deliver the same message to several recipients, it sends the message multiple times – once to each recipient. In Chapter 3, An In-Depth Overview of TCP Connections, we </a:t>
            </a:r>
            <a:r>
              <a:rPr lang="en-US" b="1"/>
              <a:t>build a chat room</a:t>
            </a:r>
            <a:r>
              <a:rPr lang="en-US" b="0"/>
              <a:t>. This chat room could be said to use application-level multicasting, but it does not take advantage of IP multicasting.</a:t>
            </a:r>
            <a:endParaRPr lang="en-US" b="0" dirty="0"/>
          </a:p>
        </p:txBody>
      </p:sp>
    </p:spTree>
    <p:extLst>
      <p:ext uri="{BB962C8B-B14F-4D97-AF65-F5344CB8AC3E}">
        <p14:creationId xmlns:p14="http://schemas.microsoft.com/office/powerpoint/2010/main" val="264616310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61927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75BCD-9B17-DA34-EAC3-3C51FE38FFFE}"/>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AF09921-421C-64FE-CD06-9AC7A6F86DC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CAA7A41-ED63-065F-F68A-6DD3CDF9ED6A}"/>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5" name="Footer Placeholder 4">
            <a:extLst>
              <a:ext uri="{FF2B5EF4-FFF2-40B4-BE49-F238E27FC236}">
                <a16:creationId xmlns:a16="http://schemas.microsoft.com/office/drawing/2014/main" id="{ADE4BCB4-3B72-6BA2-5D72-58892CE45DD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D4ADF94-1560-BDDF-052C-1150A2C26AFC}"/>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7964321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699723-A246-2EEB-A0A9-683D7F34379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63E86A7-99BD-0391-AD1D-10CA43C0F420}"/>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6514886-871A-7F9A-3E90-B761AC926CDD}"/>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5" name="Footer Placeholder 4">
            <a:extLst>
              <a:ext uri="{FF2B5EF4-FFF2-40B4-BE49-F238E27FC236}">
                <a16:creationId xmlns:a16="http://schemas.microsoft.com/office/drawing/2014/main" id="{26B7AD58-D944-8DDE-78EF-E452C83EF39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1ABB32A-FB0F-8798-C58E-A21949373C98}"/>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398924234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0836CB-3F66-73DD-204B-08A5C493FBFD}"/>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F21CC841-DBDB-A76D-A564-DD36ACC77C29}"/>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1DBC237B-4623-EB4A-14EE-868699ABB67C}"/>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5" name="Footer Placeholder 4">
            <a:extLst>
              <a:ext uri="{FF2B5EF4-FFF2-40B4-BE49-F238E27FC236}">
                <a16:creationId xmlns:a16="http://schemas.microsoft.com/office/drawing/2014/main" id="{0549AB59-63D5-8D8F-5698-8B22567B08B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AC8A720-68A7-E017-2B47-4A6BEFA86DD4}"/>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40433693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394247-EB71-2C88-CF10-3F1CA0AD2FC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BD55D02-7CA4-F961-240E-A6D4CCF31CE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E8967B3C-8E9A-0530-F2E1-A9AFAD9C604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AA9B5921-2A32-F7BD-E286-270946F54C17}"/>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6" name="Footer Placeholder 5">
            <a:extLst>
              <a:ext uri="{FF2B5EF4-FFF2-40B4-BE49-F238E27FC236}">
                <a16:creationId xmlns:a16="http://schemas.microsoft.com/office/drawing/2014/main" id="{BDAD4B9F-0AB6-931C-6FD4-82EA0EC27441}"/>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362C61E-66BB-7D6E-6BF8-D6D481F661FD}"/>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234457688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015710-C14E-D285-1625-1E8C939A5EB8}"/>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1C22CE32-5160-1EFD-8865-034CFF59492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3CF2926-1CB5-5DE3-9D93-2C7FEECA3FC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BC0A0EC-A59A-D14D-3935-4E6D5EB303CD}"/>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2EEDCE8-FEAA-44E4-81D2-DC0E1045736B}"/>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30003CB1-7E91-482D-FD56-7AFEB6B36A90}"/>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8" name="Footer Placeholder 7">
            <a:extLst>
              <a:ext uri="{FF2B5EF4-FFF2-40B4-BE49-F238E27FC236}">
                <a16:creationId xmlns:a16="http://schemas.microsoft.com/office/drawing/2014/main" id="{44EBE7C7-1A37-3F91-5017-AA60D46BC3DB}"/>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AF0C0EDD-3F2B-730D-9102-58491A6DE566}"/>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10154917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A3235D-1FA1-0385-3D2A-7D1CE3E57D97}"/>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1E8D81A7-E4A8-D0CC-0DD5-93BFB658D824}"/>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4" name="Footer Placeholder 3">
            <a:extLst>
              <a:ext uri="{FF2B5EF4-FFF2-40B4-BE49-F238E27FC236}">
                <a16:creationId xmlns:a16="http://schemas.microsoft.com/office/drawing/2014/main" id="{6E52543C-1D7E-12F7-F5CB-E6938C386744}"/>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4C0EABF-75FC-9E71-778B-E7146227B8F1}"/>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230735507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BEEB294-AC84-1110-C2A7-D51A3E875D00}"/>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3" name="Footer Placeholder 2">
            <a:extLst>
              <a:ext uri="{FF2B5EF4-FFF2-40B4-BE49-F238E27FC236}">
                <a16:creationId xmlns:a16="http://schemas.microsoft.com/office/drawing/2014/main" id="{FBE2F4B1-F7ED-B30E-16AF-74A6F3E87923}"/>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9B761688-C2D2-AD50-B841-A72F713699CE}"/>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155515325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701C47-CADB-41C2-0B0A-13C074ED0AD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C92FE1A6-26C8-FC9C-DEAC-DFEAB1E4A39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0A81018-D982-A52C-4B9E-3877E064D24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844026D-D281-2D66-628F-2E6A80C225AC}"/>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6" name="Footer Placeholder 5">
            <a:extLst>
              <a:ext uri="{FF2B5EF4-FFF2-40B4-BE49-F238E27FC236}">
                <a16:creationId xmlns:a16="http://schemas.microsoft.com/office/drawing/2014/main" id="{5AA88F6F-241D-3CDF-819D-C4738A00A88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18B6243-F137-8264-D36D-195DE4775414}"/>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73397315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B026EC-5492-C416-6FFA-160C0F6AB65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1789D679-8D32-7FFC-E3FD-63384A65632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7DC448CC-09EF-E574-F575-8F4C4C3DBAA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524581D-B087-A6E0-4459-DEF84C8F41FD}"/>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6" name="Footer Placeholder 5">
            <a:extLst>
              <a:ext uri="{FF2B5EF4-FFF2-40B4-BE49-F238E27FC236}">
                <a16:creationId xmlns:a16="http://schemas.microsoft.com/office/drawing/2014/main" id="{A612431E-C909-5C07-3550-1F5A6049996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2515912-0E47-EEE4-0D8A-C77D41EFE18C}"/>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126830555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96BB86-33D1-5C2D-9E82-E282BD736DDD}"/>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6AB550F1-4854-3E02-F75F-B7CF500DB9A6}"/>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D4FC38B-172F-B866-172B-5A5A810C619F}"/>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5" name="Footer Placeholder 4">
            <a:extLst>
              <a:ext uri="{FF2B5EF4-FFF2-40B4-BE49-F238E27FC236}">
                <a16:creationId xmlns:a16="http://schemas.microsoft.com/office/drawing/2014/main" id="{EF7984FF-D736-F647-E65C-147E3A55460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B32114B-CBF9-DF2E-1098-00036F9DF838}"/>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387708450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E37D443-A28D-D483-2CF5-C1F82D368FC5}"/>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16BD744A-892E-0422-40DB-DE17130079E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A433D28-03B5-B5BC-0318-51B27D265FBF}"/>
              </a:ext>
            </a:extLst>
          </p:cNvPr>
          <p:cNvSpPr>
            <a:spLocks noGrp="1"/>
          </p:cNvSpPr>
          <p:nvPr>
            <p:ph type="dt" sz="half" idx="10"/>
          </p:nvPr>
        </p:nvSpPr>
        <p:spPr/>
        <p:txBody>
          <a:bodyPr/>
          <a:lstStyle/>
          <a:p>
            <a:fld id="{F24E93D4-CFCA-47A7-8FC3-38AC922AC94B}" type="datetimeFigureOut">
              <a:rPr lang="en-US" smtClean="0"/>
              <a:t>1/2/2025</a:t>
            </a:fld>
            <a:endParaRPr lang="en-US"/>
          </a:p>
        </p:txBody>
      </p:sp>
      <p:sp>
        <p:nvSpPr>
          <p:cNvPr id="5" name="Footer Placeholder 4">
            <a:extLst>
              <a:ext uri="{FF2B5EF4-FFF2-40B4-BE49-F238E27FC236}">
                <a16:creationId xmlns:a16="http://schemas.microsoft.com/office/drawing/2014/main" id="{6F0B37BE-610B-19F8-BDF6-06B1BD36267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7C064E9-C27C-2DBC-AFEB-E76B020E974B}"/>
              </a:ext>
            </a:extLst>
          </p:cNvPr>
          <p:cNvSpPr>
            <a:spLocks noGrp="1"/>
          </p:cNvSpPr>
          <p:nvPr>
            <p:ph type="sldNum" sz="quarter" idx="12"/>
          </p:nvPr>
        </p:nvSpPr>
        <p:spPr/>
        <p:txBody>
          <a:bodyPr/>
          <a:lstStyle/>
          <a:p>
            <a:fld id="{60FDF308-8B82-46E1-8109-7C3DD92887B9}" type="slidenum">
              <a:rPr lang="en-US" smtClean="0"/>
              <a:t>‹#›</a:t>
            </a:fld>
            <a:endParaRPr lang="en-US"/>
          </a:p>
        </p:txBody>
      </p:sp>
    </p:spTree>
    <p:extLst>
      <p:ext uri="{BB962C8B-B14F-4D97-AF65-F5344CB8AC3E}">
        <p14:creationId xmlns:p14="http://schemas.microsoft.com/office/powerpoint/2010/main" val="217116584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asic Layout">
  <p:cSld name="Basic Layout">
    <p:bg>
      <p:bgPr>
        <a:blipFill rotWithShape="1">
          <a:blip r:embed="rId2">
            <a:alphaModFix/>
          </a:blip>
          <a:stretch>
            <a:fillRect/>
          </a:stretch>
        </a:blipFill>
        <a:effectLst/>
      </p:bgPr>
    </p:bg>
    <p:spTree>
      <p:nvGrpSpPr>
        <p:cNvPr id="1" name="Shape 21"/>
        <p:cNvGrpSpPr/>
        <p:nvPr/>
      </p:nvGrpSpPr>
      <p:grpSpPr>
        <a:xfrm>
          <a:off x="0" y="0"/>
          <a:ext cx="0" cy="0"/>
          <a:chOff x="0" y="0"/>
          <a:chExt cx="0" cy="0"/>
        </a:xfrm>
      </p:grpSpPr>
      <p:sp>
        <p:nvSpPr>
          <p:cNvPr id="22" name="Google Shape;22;p7"/>
          <p:cNvSpPr/>
          <p:nvPr/>
        </p:nvSpPr>
        <p:spPr>
          <a:xfrm>
            <a:off x="0" y="0"/>
            <a:ext cx="12192000" cy="1412776"/>
          </a:xfrm>
          <a:prstGeom prst="rect">
            <a:avLst/>
          </a:prstGeom>
          <a:solidFill>
            <a:srgbClr val="F2F2F2"/>
          </a:solidFill>
          <a:ln>
            <a:noFill/>
          </a:ln>
        </p:spPr>
        <p:txBody>
          <a:bodyPr spcFirstLastPara="1" wrap="square" lIns="121900" tIns="60933" rIns="121900" bIns="60933" anchor="ctr" anchorCtr="0">
            <a:noAutofit/>
          </a:bodyPr>
          <a:lstStyle/>
          <a:p>
            <a:pPr marL="0" marR="0" lvl="0" indent="0" algn="ctr" rtl="0">
              <a:spcBef>
                <a:spcPts val="0"/>
              </a:spcBef>
              <a:spcAft>
                <a:spcPts val="0"/>
              </a:spcAft>
              <a:buNone/>
            </a:pPr>
            <a:endParaRPr sz="2400">
              <a:solidFill>
                <a:srgbClr val="3F3F3F"/>
              </a:solidFill>
              <a:latin typeface="Arial"/>
              <a:ea typeface="Arial"/>
              <a:cs typeface="Arial"/>
              <a:sym typeface="Arial"/>
            </a:endParaRPr>
          </a:p>
        </p:txBody>
      </p:sp>
      <p:sp>
        <p:nvSpPr>
          <p:cNvPr id="23" name="Google Shape;23;p7"/>
          <p:cNvSpPr txBox="1">
            <a:spLocks noGrp="1"/>
          </p:cNvSpPr>
          <p:nvPr>
            <p:ph type="title"/>
          </p:nvPr>
        </p:nvSpPr>
        <p:spPr>
          <a:xfrm>
            <a:off x="-8113" y="171095"/>
            <a:ext cx="12192000" cy="730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sz="4800"/>
            </a:lvl1pPr>
            <a:lvl2pPr lvl="1" algn="ctr" rtl="0">
              <a:spcBef>
                <a:spcPts val="0"/>
              </a:spcBef>
              <a:spcAft>
                <a:spcPts val="0"/>
              </a:spcAft>
              <a:buNone/>
              <a:defRPr sz="4800"/>
            </a:lvl2pPr>
            <a:lvl3pPr lvl="2" algn="ctr" rtl="0">
              <a:spcBef>
                <a:spcPts val="0"/>
              </a:spcBef>
              <a:spcAft>
                <a:spcPts val="0"/>
              </a:spcAft>
              <a:buNone/>
              <a:defRPr sz="4800"/>
            </a:lvl3pPr>
            <a:lvl4pPr lvl="3" algn="ctr" rtl="0">
              <a:spcBef>
                <a:spcPts val="0"/>
              </a:spcBef>
              <a:spcAft>
                <a:spcPts val="0"/>
              </a:spcAft>
              <a:buNone/>
              <a:defRPr sz="4800"/>
            </a:lvl4pPr>
            <a:lvl5pPr lvl="4" algn="ctr" rtl="0">
              <a:spcBef>
                <a:spcPts val="0"/>
              </a:spcBef>
              <a:spcAft>
                <a:spcPts val="0"/>
              </a:spcAft>
              <a:buNone/>
              <a:defRPr sz="4800"/>
            </a:lvl5pPr>
            <a:lvl6pPr lvl="5" algn="ctr" rtl="0">
              <a:spcBef>
                <a:spcPts val="0"/>
              </a:spcBef>
              <a:spcAft>
                <a:spcPts val="0"/>
              </a:spcAft>
              <a:buNone/>
              <a:defRPr sz="4800"/>
            </a:lvl6pPr>
            <a:lvl7pPr lvl="6" algn="ctr" rtl="0">
              <a:spcBef>
                <a:spcPts val="0"/>
              </a:spcBef>
              <a:spcAft>
                <a:spcPts val="0"/>
              </a:spcAft>
              <a:buNone/>
              <a:defRPr sz="4800"/>
            </a:lvl7pPr>
            <a:lvl8pPr lvl="7" algn="ctr" rtl="0">
              <a:spcBef>
                <a:spcPts val="0"/>
              </a:spcBef>
              <a:spcAft>
                <a:spcPts val="0"/>
              </a:spcAft>
              <a:buNone/>
              <a:defRPr sz="4800"/>
            </a:lvl8pPr>
            <a:lvl9pPr lvl="8" algn="ctr" rtl="0">
              <a:spcBef>
                <a:spcPts val="0"/>
              </a:spcBef>
              <a:spcAft>
                <a:spcPts val="0"/>
              </a:spcAft>
              <a:buNone/>
              <a:defRPr sz="4800"/>
            </a:lvl9pPr>
          </a:lstStyle>
          <a:p>
            <a:endParaRPr/>
          </a:p>
        </p:txBody>
      </p:sp>
      <p:sp>
        <p:nvSpPr>
          <p:cNvPr id="24" name="Google Shape;24;p7"/>
          <p:cNvSpPr txBox="1">
            <a:spLocks noGrp="1"/>
          </p:cNvSpPr>
          <p:nvPr>
            <p:ph type="subTitle" idx="1"/>
          </p:nvPr>
        </p:nvSpPr>
        <p:spPr>
          <a:xfrm>
            <a:off x="8887" y="901883"/>
            <a:ext cx="12192000" cy="331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sp>
        <p:nvSpPr>
          <p:cNvPr id="5" name="Slide Number Placeholder 5">
            <a:extLst>
              <a:ext uri="{FF2B5EF4-FFF2-40B4-BE49-F238E27FC236}">
                <a16:creationId xmlns:a16="http://schemas.microsoft.com/office/drawing/2014/main" id="{458CEA85-B4BC-474F-A83C-B2F3F925A525}"/>
              </a:ext>
            </a:extLst>
          </p:cNvPr>
          <p:cNvSpPr>
            <a:spLocks noGrp="1"/>
          </p:cNvSpPr>
          <p:nvPr>
            <p:ph type="sldNum" sz="quarter" idx="12"/>
          </p:nvPr>
        </p:nvSpPr>
        <p:spPr>
          <a:xfrm>
            <a:off x="8518292" y="6371168"/>
            <a:ext cx="3657600" cy="486833"/>
          </a:xfrm>
          <a:prstGeom prst="rect">
            <a:avLst/>
          </a:prstGeom>
        </p:spPr>
        <p:txBody>
          <a:bodyPr anchor="ctr"/>
          <a:lstStyle>
            <a:lvl1pPr algn="r">
              <a:defRPr sz="1600">
                <a:solidFill>
                  <a:schemeClr val="bg1">
                    <a:lumMod val="50000"/>
                  </a:schemeClr>
                </a:solidFill>
              </a:defRPr>
            </a:lvl1pPr>
          </a:lstStyle>
          <a:p>
            <a:fld id="{DAC9FE72-3A80-4B60-9F46-F99E2834B23F}" type="slidenum">
              <a:rPr lang="en-US" smtClean="0"/>
              <a:pPr/>
              <a:t>‹#›</a:t>
            </a:fld>
            <a:endParaRPr lang="en-US"/>
          </a:p>
        </p:txBody>
      </p:sp>
    </p:spTree>
    <p:extLst>
      <p:ext uri="{BB962C8B-B14F-4D97-AF65-F5344CB8AC3E}">
        <p14:creationId xmlns:p14="http://schemas.microsoft.com/office/powerpoint/2010/main" val="2290689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F788C00-B053-62B6-A1B0-42CE2F15837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32E5B517-2A24-29FE-1D41-9C40EBE9489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2AA66F7-5C58-24E7-D4F2-F700E8A478B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F24E93D4-CFCA-47A7-8FC3-38AC922AC94B}" type="datetimeFigureOut">
              <a:rPr lang="en-US" smtClean="0"/>
              <a:t>1/2/2025</a:t>
            </a:fld>
            <a:endParaRPr lang="en-US"/>
          </a:p>
        </p:txBody>
      </p:sp>
      <p:sp>
        <p:nvSpPr>
          <p:cNvPr id="5" name="Footer Placeholder 4">
            <a:extLst>
              <a:ext uri="{FF2B5EF4-FFF2-40B4-BE49-F238E27FC236}">
                <a16:creationId xmlns:a16="http://schemas.microsoft.com/office/drawing/2014/main" id="{F1BEBE62-8596-2914-60F5-70CE72EA4EE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41D4DD36-5E1D-B108-2061-DAB9EE04BA1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60FDF308-8B82-46E1-8109-7C3DD92887B9}" type="slidenum">
              <a:rPr lang="en-US" smtClean="0"/>
              <a:t>‹#›</a:t>
            </a:fld>
            <a:endParaRPr lang="en-US"/>
          </a:p>
        </p:txBody>
      </p:sp>
    </p:spTree>
    <p:extLst>
      <p:ext uri="{BB962C8B-B14F-4D97-AF65-F5344CB8AC3E}">
        <p14:creationId xmlns:p14="http://schemas.microsoft.com/office/powerpoint/2010/main" val="144540016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3"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Layout" Target="../slideLayouts/slideLayout6.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6.xml"/><Relationship Id="rId5" Type="http://schemas.openxmlformats.org/officeDocument/2006/relationships/image" Target="../media/image5.png"/><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9.png"/><Relationship Id="rId21" Type="http://schemas.openxmlformats.org/officeDocument/2006/relationships/image" Target="../media/image24.png"/><Relationship Id="rId7" Type="http://schemas.openxmlformats.org/officeDocument/2006/relationships/image" Target="../media/image7.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notesSlide" Target="../notesSlides/notesSlide7.xml"/><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12.png"/><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8.png"/><Relationship Id="rId23" Type="http://schemas.openxmlformats.org/officeDocument/2006/relationships/image" Target="../media/image26.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10.png"/><Relationship Id="rId9" Type="http://schemas.openxmlformats.org/officeDocument/2006/relationships/image" Target="../media/image4.png"/><Relationship Id="rId14" Type="http://schemas.openxmlformats.org/officeDocument/2006/relationships/image" Target="../media/image17.png"/><Relationship Id="rId22" Type="http://schemas.openxmlformats.org/officeDocument/2006/relationships/image" Target="../media/image25.png"/></Relationships>
</file>

<file path=ppt/slides/_rels/slide1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9.png"/><Relationship Id="rId21" Type="http://schemas.openxmlformats.org/officeDocument/2006/relationships/image" Target="../media/image24.png"/><Relationship Id="rId7" Type="http://schemas.openxmlformats.org/officeDocument/2006/relationships/image" Target="../media/image7.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notesSlide" Target="../notesSlides/notesSlide8.xml"/><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12.png"/><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8.png"/><Relationship Id="rId23" Type="http://schemas.openxmlformats.org/officeDocument/2006/relationships/image" Target="../media/image26.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10.png"/><Relationship Id="rId9" Type="http://schemas.openxmlformats.org/officeDocument/2006/relationships/image" Target="../media/image4.png"/><Relationship Id="rId14" Type="http://schemas.openxmlformats.org/officeDocument/2006/relationships/image" Target="../media/image17.png"/><Relationship Id="rId22" Type="http://schemas.openxmlformats.org/officeDocument/2006/relationships/image" Target="../media/image25.png"/></Relationships>
</file>

<file path=ppt/slides/_rels/slide1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17.png"/><Relationship Id="rId18" Type="http://schemas.openxmlformats.org/officeDocument/2006/relationships/image" Target="../media/image23.png"/><Relationship Id="rId3" Type="http://schemas.openxmlformats.org/officeDocument/2006/relationships/image" Target="../media/image9.png"/><Relationship Id="rId21" Type="http://schemas.openxmlformats.org/officeDocument/2006/relationships/image" Target="../media/image26.png"/><Relationship Id="rId7" Type="http://schemas.openxmlformats.org/officeDocument/2006/relationships/image" Target="../media/image7.png"/><Relationship Id="rId12" Type="http://schemas.openxmlformats.org/officeDocument/2006/relationships/image" Target="../media/image16.png"/><Relationship Id="rId17" Type="http://schemas.openxmlformats.org/officeDocument/2006/relationships/image" Target="../media/image22.png"/><Relationship Id="rId2" Type="http://schemas.openxmlformats.org/officeDocument/2006/relationships/notesSlide" Target="../notesSlides/notesSlide9.xml"/><Relationship Id="rId16" Type="http://schemas.openxmlformats.org/officeDocument/2006/relationships/image" Target="../media/image21.png"/><Relationship Id="rId20" Type="http://schemas.openxmlformats.org/officeDocument/2006/relationships/image" Target="../media/image25.png"/><Relationship Id="rId1" Type="http://schemas.openxmlformats.org/officeDocument/2006/relationships/slideLayout" Target="../slideLayouts/slideLayout4.xml"/><Relationship Id="rId6" Type="http://schemas.openxmlformats.org/officeDocument/2006/relationships/image" Target="../media/image12.png"/><Relationship Id="rId11" Type="http://schemas.openxmlformats.org/officeDocument/2006/relationships/image" Target="../media/image15.png"/><Relationship Id="rId5" Type="http://schemas.openxmlformats.org/officeDocument/2006/relationships/image" Target="../media/image11.png"/><Relationship Id="rId15" Type="http://schemas.openxmlformats.org/officeDocument/2006/relationships/image" Target="../media/image20.png"/><Relationship Id="rId23"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4.png"/><Relationship Id="rId4" Type="http://schemas.openxmlformats.org/officeDocument/2006/relationships/image" Target="../media/image10.png"/><Relationship Id="rId9" Type="http://schemas.openxmlformats.org/officeDocument/2006/relationships/image" Target="../media/image4.png"/><Relationship Id="rId14" Type="http://schemas.openxmlformats.org/officeDocument/2006/relationships/image" Target="../media/image19.png"/><Relationship Id="rId22" Type="http://schemas.openxmlformats.org/officeDocument/2006/relationships/image" Target="../media/image14.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5.xml"/><Relationship Id="rId1" Type="http://schemas.openxmlformats.org/officeDocument/2006/relationships/slideLayout" Target="../slideLayouts/slideLayout2.xml"/><Relationship Id="rId5" Type="http://schemas.openxmlformats.org/officeDocument/2006/relationships/image" Target="../media/image27.png"/><Relationship Id="rId4" Type="http://schemas.openxmlformats.org/officeDocument/2006/relationships/image" Target="../media/image29.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30.emf"/><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8" Type="http://schemas.openxmlformats.org/officeDocument/2006/relationships/hyperlink" Target="https://dribbble.com/shots/7182188-Babushka-Boi" TargetMode="External"/><Relationship Id="rId3" Type="http://schemas.openxmlformats.org/officeDocument/2006/relationships/image" Target="../media/image31.jpeg"/><Relationship Id="rId7" Type="http://schemas.openxmlformats.org/officeDocument/2006/relationships/image" Target="../media/image35.png"/><Relationship Id="rId2" Type="http://schemas.openxmlformats.org/officeDocument/2006/relationships/notesSlide" Target="../notesSlides/notesSlide22.xml"/><Relationship Id="rId1" Type="http://schemas.openxmlformats.org/officeDocument/2006/relationships/slideLayout" Target="../slideLayouts/slideLayout4.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7" Type="http://schemas.openxmlformats.org/officeDocument/2006/relationships/image" Target="../media/image35.png"/><Relationship Id="rId2" Type="http://schemas.openxmlformats.org/officeDocument/2006/relationships/notesSlide" Target="../notesSlides/notesSlide23.xml"/><Relationship Id="rId1" Type="http://schemas.openxmlformats.org/officeDocument/2006/relationships/slideLayout" Target="../slideLayouts/slideLayout4.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27.png"/></Relationships>
</file>

<file path=ppt/slides/_rels/slide2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2.xml"/><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33.xml"/><Relationship Id="rId1" Type="http://schemas.openxmlformats.org/officeDocument/2006/relationships/slideLayout" Target="../slideLayouts/slideLayout12.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8.xml"/><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3A2CD2-6175-9598-BBBA-6157AF331491}"/>
              </a:ext>
            </a:extLst>
          </p:cNvPr>
          <p:cNvSpPr>
            <a:spLocks noGrp="1"/>
          </p:cNvSpPr>
          <p:nvPr>
            <p:ph type="ctrTitle"/>
          </p:nvPr>
        </p:nvSpPr>
        <p:spPr/>
        <p:txBody>
          <a:bodyPr/>
          <a:lstStyle/>
          <a:p>
            <a:r>
              <a:rPr lang="en-US" dirty="0"/>
              <a:t>Basic Network Programming concepts</a:t>
            </a:r>
          </a:p>
        </p:txBody>
      </p:sp>
      <p:sp>
        <p:nvSpPr>
          <p:cNvPr id="3" name="Subtitle 2">
            <a:extLst>
              <a:ext uri="{FF2B5EF4-FFF2-40B4-BE49-F238E27FC236}">
                <a16:creationId xmlns:a16="http://schemas.microsoft.com/office/drawing/2014/main" id="{DC370633-4818-F872-1F49-257E50724E3B}"/>
              </a:ext>
            </a:extLst>
          </p:cNvPr>
          <p:cNvSpPr>
            <a:spLocks noGrp="1"/>
          </p:cNvSpPr>
          <p:nvPr>
            <p:ph type="subTitle" idx="1"/>
          </p:nvPr>
        </p:nvSpPr>
        <p:spPr/>
        <p:txBody>
          <a:bodyPr/>
          <a:lstStyle/>
          <a:p>
            <a:endParaRPr lang="en-US"/>
          </a:p>
        </p:txBody>
      </p:sp>
    </p:spTree>
    <p:extLst>
      <p:ext uri="{BB962C8B-B14F-4D97-AF65-F5344CB8AC3E}">
        <p14:creationId xmlns:p14="http://schemas.microsoft.com/office/powerpoint/2010/main" val="410109806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Synthesis: a day in the life of a web request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2</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3</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7"/>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4</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6</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7</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8</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Link Layer: 6-</a:t>
            </a:r>
            <a:fld id="{C4204591-24BD-A542-B9D5-F8D8A88D2FEE}" type="slidenum">
              <a:rPr lang="en-US" smtClean="0"/>
              <a:pPr/>
              <a:t>9</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368"/>
                                        </p:tgtEl>
                                        <p:attrNameLst>
                                          <p:attrName>style.visibility</p:attrName>
                                        </p:attrNameLst>
                                      </p:cBhvr>
                                      <p:to>
                                        <p:strVal val="visible"/>
                                      </p:to>
                                    </p:set>
                                  </p:childTnLst>
                                </p:cTn>
                              </p:par>
                              <p:par>
                                <p:cTn id="25" presetID="9" presetClass="exit" presetSubtype="0" fill="hold" nodeType="withEffect">
                                  <p:stCondLst>
                                    <p:cond delay="0"/>
                                  </p:stCondLst>
                                  <p:childTnLst>
                                    <p:animEffect transition="out" filter="dissolve">
                                      <p:cBhvr>
                                        <p:cTn id="26" dur="500"/>
                                        <p:tgtEl>
                                          <p:spTgt spid="1336"/>
                                        </p:tgtEl>
                                      </p:cBhvr>
                                    </p:animEffect>
                                    <p:set>
                                      <p:cBhvr>
                                        <p:cTn id="27" dur="1" fill="hold">
                                          <p:stCondLst>
                                            <p:cond delay="499"/>
                                          </p:stCondLst>
                                        </p:cTn>
                                        <p:tgtEl>
                                          <p:spTgt spid="1336"/>
                                        </p:tgtEl>
                                        <p:attrNameLst>
                                          <p:attrName>style.visibility</p:attrName>
                                        </p:attrNameLst>
                                      </p:cBhvr>
                                      <p:to>
                                        <p:strVal val="hidden"/>
                                      </p:to>
                                    </p:set>
                                  </p:childTnLst>
                                </p:cTn>
                              </p:par>
                              <p:par>
                                <p:cTn id="28" presetID="9" presetClass="exit" presetSubtype="0" fill="hold" nodeType="withEffect">
                                  <p:stCondLst>
                                    <p:cond delay="0"/>
                                  </p:stCondLst>
                                  <p:childTnLst>
                                    <p:animEffect transition="out" filter="dissolve">
                                      <p:cBhvr>
                                        <p:cTn id="29" dur="500"/>
                                        <p:tgtEl>
                                          <p:spTgt spid="1325"/>
                                        </p:tgtEl>
                                      </p:cBhvr>
                                    </p:animEffect>
                                    <p:set>
                                      <p:cBhvr>
                                        <p:cTn id="30" dur="1" fill="hold">
                                          <p:stCondLst>
                                            <p:cond delay="499"/>
                                          </p:stCondLst>
                                        </p:cTn>
                                        <p:tgtEl>
                                          <p:spTgt spid="1325"/>
                                        </p:tgtEl>
                                        <p:attrNameLst>
                                          <p:attrName>style.visibility</p:attrName>
                                        </p:attrNameLst>
                                      </p:cBhvr>
                                      <p:to>
                                        <p:strVal val="hidden"/>
                                      </p:to>
                                    </p:set>
                                  </p:childTnLst>
                                </p:cTn>
                              </p:par>
                            </p:childTnLst>
                          </p:cTn>
                        </p:par>
                        <p:par>
                          <p:cTn id="31" fill="hold">
                            <p:stCondLst>
                              <p:cond delay="500"/>
                            </p:stCondLst>
                            <p:childTnLst>
                              <p:par>
                                <p:cTn id="32"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3" dur="3000" fill="hold"/>
                                        <p:tgtEl>
                                          <p:spTgt spid="1368"/>
                                        </p:tgtEl>
                                        <p:attrNameLst>
                                          <p:attrName>ppt_x</p:attrName>
                                          <p:attrName>ppt_y</p:attrName>
                                        </p:attrNameLst>
                                      </p:cBhvr>
                                      <p:rCtr x="20781" y="25625"/>
                                    </p:animMotion>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nodeType="clickEffect">
                                  <p:stCondLst>
                                    <p:cond delay="0"/>
                                  </p:stCondLst>
                                  <p:childTnLst>
                                    <p:set>
                                      <p:cBhvr>
                                        <p:cTn id="37" dur="1" fill="hold">
                                          <p:stCondLst>
                                            <p:cond delay="0"/>
                                          </p:stCondLst>
                                        </p:cTn>
                                        <p:tgtEl>
                                          <p:spTgt spid="1382"/>
                                        </p:tgtEl>
                                        <p:attrNameLst>
                                          <p:attrName>style.visibility</p:attrName>
                                        </p:attrNameLst>
                                      </p:cBhvr>
                                      <p:to>
                                        <p:strVal val="visible"/>
                                      </p:to>
                                    </p:set>
                                    <p:animEffect transition="in" filter="wipe(down)">
                                      <p:cBhvr>
                                        <p:cTn id="38" dur="500"/>
                                        <p:tgtEl>
                                          <p:spTgt spid="1382"/>
                                        </p:tgtEl>
                                      </p:cBhvr>
                                    </p:animEffect>
                                  </p:childTnLst>
                                </p:cTn>
                              </p:par>
                              <p:par>
                                <p:cTn id="39" presetID="9" presetClass="exit" presetSubtype="0" fill="hold" nodeType="withEffect">
                                  <p:stCondLst>
                                    <p:cond delay="0"/>
                                  </p:stCondLst>
                                  <p:childTnLst>
                                    <p:animEffect transition="out" filter="dissolve">
                                      <p:cBhvr>
                                        <p:cTn id="40" dur="500"/>
                                        <p:tgtEl>
                                          <p:spTgt spid="1368"/>
                                        </p:tgtEl>
                                      </p:cBhvr>
                                    </p:animEffect>
                                    <p:set>
                                      <p:cBhvr>
                                        <p:cTn id="41" dur="1" fill="hold">
                                          <p:stCondLst>
                                            <p:cond delay="499"/>
                                          </p:stCondLst>
                                        </p:cTn>
                                        <p:tgtEl>
                                          <p:spTgt spid="1368"/>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9" presetClass="exit" presetSubtype="0" fill="hold" nodeType="clickEffect">
                                  <p:stCondLst>
                                    <p:cond delay="0"/>
                                  </p:stCondLst>
                                  <p:childTnLst>
                                    <p:animEffect transition="out" filter="dissolve">
                                      <p:cBhvr>
                                        <p:cTn id="45" dur="500"/>
                                        <p:tgtEl>
                                          <p:spTgt spid="1382"/>
                                        </p:tgtEl>
                                      </p:cBhvr>
                                    </p:animEffect>
                                    <p:set>
                                      <p:cBhvr>
                                        <p:cTn id="46" dur="1" fill="hold">
                                          <p:stCondLst>
                                            <p:cond delay="499"/>
                                          </p:stCondLst>
                                        </p:cTn>
                                        <p:tgtEl>
                                          <p:spTgt spid="1382"/>
                                        </p:tgtEl>
                                        <p:attrNameLst>
                                          <p:attrName>style.visibility</p:attrName>
                                        </p:attrNameLst>
                                      </p:cBhvr>
                                      <p:to>
                                        <p:strVal val="hidden"/>
                                      </p:to>
                                    </p:set>
                                  </p:childTnLst>
                                </p:cTn>
                              </p:par>
                            </p:childTnLst>
                          </p:cTn>
                        </p:par>
                        <p:par>
                          <p:cTn id="47" fill="hold">
                            <p:stCondLst>
                              <p:cond delay="500"/>
                            </p:stCondLst>
                            <p:childTnLst>
                              <p:par>
                                <p:cTn id="48" presetID="22" presetClass="entr" presetSubtype="1" fill="hold" nodeType="afterEffect">
                                  <p:stCondLst>
                                    <p:cond delay="0"/>
                                  </p:stCondLst>
                                  <p:childTnLst>
                                    <p:set>
                                      <p:cBhvr>
                                        <p:cTn id="49" dur="1" fill="hold">
                                          <p:stCondLst>
                                            <p:cond delay="0"/>
                                          </p:stCondLst>
                                        </p:cTn>
                                        <p:tgtEl>
                                          <p:spTgt spid="1382"/>
                                        </p:tgtEl>
                                        <p:attrNameLst>
                                          <p:attrName>style.visibility</p:attrName>
                                        </p:attrNameLst>
                                      </p:cBhvr>
                                      <p:to>
                                        <p:strVal val="visible"/>
                                      </p:to>
                                    </p:set>
                                    <p:animEffect transition="in" filter="wipe(up)">
                                      <p:cBhvr>
                                        <p:cTn id="50" dur="500"/>
                                        <p:tgtEl>
                                          <p:spTgt spid="138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1451"/>
                                        </p:tgtEl>
                                        <p:attrNameLst>
                                          <p:attrName>style.visibility</p:attrName>
                                        </p:attrNameLst>
                                      </p:cBhvr>
                                      <p:to>
                                        <p:strVal val="visible"/>
                                      </p:to>
                                    </p:set>
                                    <p:animEffect transition="in" filter="dissolve">
                                      <p:cBhvr>
                                        <p:cTn id="55" dur="500"/>
                                        <p:tgtEl>
                                          <p:spTgt spid="1451"/>
                                        </p:tgtEl>
                                      </p:cBhvr>
                                    </p:animEffect>
                                  </p:childTnLst>
                                </p:cTn>
                              </p:par>
                              <p:par>
                                <p:cTn id="56" presetID="9" presetClass="exit" presetSubtype="0" fill="hold" nodeType="withEffect">
                                  <p:stCondLst>
                                    <p:cond delay="0"/>
                                  </p:stCondLst>
                                  <p:childTnLst>
                                    <p:animEffect transition="out" filter="dissolve">
                                      <p:cBhvr>
                                        <p:cTn id="57" dur="500"/>
                                        <p:tgtEl>
                                          <p:spTgt spid="1382"/>
                                        </p:tgtEl>
                                      </p:cBhvr>
                                    </p:animEffect>
                                    <p:set>
                                      <p:cBhvr>
                                        <p:cTn id="58" dur="1" fill="hold">
                                          <p:stCondLst>
                                            <p:cond delay="499"/>
                                          </p:stCondLst>
                                        </p:cTn>
                                        <p:tgtEl>
                                          <p:spTgt spid="1382"/>
                                        </p:tgtEl>
                                        <p:attrNameLst>
                                          <p:attrName>style.visibility</p:attrName>
                                        </p:attrNameLst>
                                      </p:cBhvr>
                                      <p:to>
                                        <p:strVal val="hidden"/>
                                      </p:to>
                                    </p:set>
                                  </p:childTnLst>
                                </p:cTn>
                              </p:par>
                            </p:childTnLst>
                          </p:cTn>
                        </p:par>
                        <p:par>
                          <p:cTn id="59" fill="hold">
                            <p:stCondLst>
                              <p:cond delay="500"/>
                            </p:stCondLst>
                            <p:childTnLst>
                              <p:par>
                                <p:cTn id="60"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61" dur="3000" fill="hold"/>
                                        <p:tgtEl>
                                          <p:spTgt spid="1451"/>
                                        </p:tgtEl>
                                        <p:attrNameLst>
                                          <p:attrName>ppt_x</p:attrName>
                                          <p:attrName>ppt_y</p:attrName>
                                        </p:attrNameLst>
                                      </p:cBhvr>
                                      <p:rCtr x="16693" y="-14005"/>
                                    </p:animMotion>
                                  </p:childTnLst>
                                </p:cTn>
                              </p:par>
                            </p:childTnLst>
                          </p:cTn>
                        </p:par>
                      </p:childTnLst>
                    </p:cTn>
                  </p:par>
                  <p:par>
                    <p:cTn id="62" fill="hold">
                      <p:stCondLst>
                        <p:cond delay="indefinite"/>
                      </p:stCondLst>
                      <p:childTnLst>
                        <p:par>
                          <p:cTn id="63" fill="hold">
                            <p:stCondLst>
                              <p:cond delay="0"/>
                            </p:stCondLst>
                            <p:childTnLst>
                              <p:par>
                                <p:cTn id="64" presetID="9" presetClass="exit" presetSubtype="0" fill="hold" nodeType="clickEffect">
                                  <p:stCondLst>
                                    <p:cond delay="0"/>
                                  </p:stCondLst>
                                  <p:childTnLst>
                                    <p:animEffect transition="out" filter="dissolve">
                                      <p:cBhvr>
                                        <p:cTn id="65" dur="500"/>
                                        <p:tgtEl>
                                          <p:spTgt spid="1451"/>
                                        </p:tgtEl>
                                      </p:cBhvr>
                                    </p:animEffect>
                                    <p:set>
                                      <p:cBhvr>
                                        <p:cTn id="66" dur="1" fill="hold">
                                          <p:stCondLst>
                                            <p:cond delay="499"/>
                                          </p:stCondLst>
                                        </p:cTn>
                                        <p:tgtEl>
                                          <p:spTgt spid="1451"/>
                                        </p:tgtEl>
                                        <p:attrNameLst>
                                          <p:attrName>style.visibility</p:attrName>
                                        </p:attrNameLst>
                                      </p:cBhvr>
                                      <p:to>
                                        <p:strVal val="hidden"/>
                                      </p:to>
                                    </p:set>
                                  </p:childTnLst>
                                </p:cTn>
                              </p:par>
                            </p:childTnLst>
                          </p:cTn>
                        </p:par>
                        <p:par>
                          <p:cTn id="67" fill="hold">
                            <p:stCondLst>
                              <p:cond delay="500"/>
                            </p:stCondLst>
                            <p:childTnLst>
                              <p:par>
                                <p:cTn id="68" presetID="22" presetClass="entr" presetSubtype="4" fill="hold" nodeType="afterEffect">
                                  <p:stCondLst>
                                    <p:cond delay="0"/>
                                  </p:stCondLst>
                                  <p:childTnLst>
                                    <p:set>
                                      <p:cBhvr>
                                        <p:cTn id="69" dur="1" fill="hold">
                                          <p:stCondLst>
                                            <p:cond delay="0"/>
                                          </p:stCondLst>
                                        </p:cTn>
                                        <p:tgtEl>
                                          <p:spTgt spid="1417"/>
                                        </p:tgtEl>
                                        <p:attrNameLst>
                                          <p:attrName>style.visibility</p:attrName>
                                        </p:attrNameLst>
                                      </p:cBhvr>
                                      <p:to>
                                        <p:strVal val="visible"/>
                                      </p:to>
                                    </p:set>
                                    <p:animEffect transition="in" filter="wipe(down)">
                                      <p:cBhvr>
                                        <p:cTn id="70" dur="500"/>
                                        <p:tgtEl>
                                          <p:spTgt spid="1417"/>
                                        </p:tgtEl>
                                      </p:cBhvr>
                                    </p:animEffect>
                                  </p:childTnLst>
                                </p:cTn>
                              </p:par>
                            </p:childTnLst>
                          </p:cTn>
                        </p:par>
                        <p:par>
                          <p:cTn id="71" fill="hold">
                            <p:stCondLst>
                              <p:cond delay="1000"/>
                            </p:stCondLst>
                            <p:childTnLst>
                              <p:par>
                                <p:cTn id="72" presetID="9" presetClass="entr" presetSubtype="0" fill="hold" nodeType="afterEffect">
                                  <p:stCondLst>
                                    <p:cond delay="0"/>
                                  </p:stCondLst>
                                  <p:childTnLst>
                                    <p:set>
                                      <p:cBhvr>
                                        <p:cTn id="73" dur="1" fill="hold">
                                          <p:stCondLst>
                                            <p:cond delay="0"/>
                                          </p:stCondLst>
                                        </p:cTn>
                                        <p:tgtEl>
                                          <p:spTgt spid="1465"/>
                                        </p:tgtEl>
                                        <p:attrNameLst>
                                          <p:attrName>style.visibility</p:attrName>
                                        </p:attrNameLst>
                                      </p:cBhvr>
                                      <p:to>
                                        <p:strVal val="visible"/>
                                      </p:to>
                                    </p:set>
                                    <p:animEffect transition="in" filter="dissolve">
                                      <p:cBhvr>
                                        <p:cTn id="74" dur="1000"/>
                                        <p:tgtEl>
                                          <p:spTgt spid="1465"/>
                                        </p:tgtEl>
                                      </p:cBhvr>
                                    </p:animEffect>
                                  </p:childTnLst>
                                </p:cTn>
                              </p:par>
                              <p:par>
                                <p:cTn id="75" presetID="1" presetClass="entr" presetSubtype="0" fill="hold" grpId="0" nodeType="withEffect">
                                  <p:stCondLst>
                                    <p:cond delay="0"/>
                                  </p:stCondLst>
                                  <p:childTnLst>
                                    <p:set>
                                      <p:cBhvr>
                                        <p:cTn id="76" dur="1" fill="hold">
                                          <p:stCondLst>
                                            <p:cond delay="0"/>
                                          </p:stCondLst>
                                        </p:cTn>
                                        <p:tgtEl>
                                          <p:spTgt spid="1466"/>
                                        </p:tgtEl>
                                        <p:attrNameLst>
                                          <p:attrName>style.visibility</p:attrName>
                                        </p:attrNameLst>
                                      </p:cBhvr>
                                      <p:to>
                                        <p:strVal val="visible"/>
                                      </p:to>
                                    </p:set>
                                  </p:childTnLst>
                                </p:cTn>
                              </p:par>
                            </p:childTnLst>
                          </p:cTn>
                        </p:par>
                        <p:par>
                          <p:cTn id="77" fill="hold">
                            <p:stCondLst>
                              <p:cond delay="2000"/>
                            </p:stCondLst>
                            <p:childTnLst>
                              <p:par>
                                <p:cTn id="78" presetID="9" presetClass="entr" presetSubtype="0" fill="hold" grpId="1" nodeType="afterEffect">
                                  <p:stCondLst>
                                    <p:cond delay="0"/>
                                  </p:stCondLst>
                                  <p:childTnLst>
                                    <p:set>
                                      <p:cBhvr>
                                        <p:cTn id="79" dur="1" fill="hold">
                                          <p:stCondLst>
                                            <p:cond delay="0"/>
                                          </p:stCondLst>
                                        </p:cTn>
                                        <p:tgtEl>
                                          <p:spTgt spid="1466"/>
                                        </p:tgtEl>
                                        <p:attrNameLst>
                                          <p:attrName>style.visibility</p:attrName>
                                        </p:attrNameLst>
                                      </p:cBhvr>
                                      <p:to>
                                        <p:strVal val="visible"/>
                                      </p:to>
                                    </p:set>
                                    <p:animEffect transition="in" filter="dissolve">
                                      <p:cBhvr>
                                        <p:cTn id="80"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6" grpId="0"/>
      <p:bldP spid="1466" grpId="1"/>
    </p:bld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a:xfrm>
            <a:off x="5868557" y="1138036"/>
            <a:ext cx="5444382" cy="1402470"/>
          </a:xfrm>
        </p:spPr>
        <p:txBody>
          <a:bodyPr anchor="t">
            <a:normAutofit/>
          </a:bodyPr>
          <a:lstStyle/>
          <a:p>
            <a:r>
              <a:rPr lang="en-US" sz="3200" dirty="0"/>
              <a:t>What is a network program / application?</a:t>
            </a:r>
          </a:p>
        </p:txBody>
      </p:sp>
      <p:pic>
        <p:nvPicPr>
          <p:cNvPr id="26" name="Picture 25" descr="Person watching empty phone">
            <a:extLst>
              <a:ext uri="{FF2B5EF4-FFF2-40B4-BE49-F238E27FC236}">
                <a16:creationId xmlns:a16="http://schemas.microsoft.com/office/drawing/2014/main" id="{10B739FA-2BA4-B5B8-7A23-AED54B035401}"/>
              </a:ext>
            </a:extLst>
          </p:cNvPr>
          <p:cNvPicPr>
            <a:picLocks noChangeAspect="1"/>
          </p:cNvPicPr>
          <p:nvPr/>
        </p:nvPicPr>
        <p:blipFill>
          <a:blip r:embed="rId3"/>
          <a:srcRect l="40511" r="9351" b="-1"/>
          <a:stretch/>
        </p:blipFill>
        <p:spPr>
          <a:xfrm>
            <a:off x="-1" y="10"/>
            <a:ext cx="5151179" cy="6857990"/>
          </a:xfrm>
          <a:prstGeom prst="rect">
            <a:avLst/>
          </a:prstGeom>
        </p:spPr>
      </p:pic>
      <p:cxnSp>
        <p:nvCxnSpPr>
          <p:cNvPr id="27" name="Straight Connector 26">
            <a:extLst>
              <a:ext uri="{FF2B5EF4-FFF2-40B4-BE49-F238E27FC236}">
                <a16:creationId xmlns:a16="http://schemas.microsoft.com/office/drawing/2014/main" id="{1503BFE4-729B-D9D0-C17B-501E6AF1127A}"/>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5971697" y="871146"/>
            <a:ext cx="736939"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sp>
        <p:nvSpPr>
          <p:cNvPr id="28" name="Content Placeholder 2">
            <a:extLst>
              <a:ext uri="{FF2B5EF4-FFF2-40B4-BE49-F238E27FC236}">
                <a16:creationId xmlns:a16="http://schemas.microsoft.com/office/drawing/2014/main" id="{53A1A351-1EE5-49D5-4700-A94895104DED}"/>
              </a:ext>
            </a:extLst>
          </p:cNvPr>
          <p:cNvSpPr>
            <a:spLocks noGrp="1"/>
          </p:cNvSpPr>
          <p:nvPr>
            <p:ph idx="1"/>
          </p:nvPr>
        </p:nvSpPr>
        <p:spPr>
          <a:xfrm>
            <a:off x="5868557" y="2551176"/>
            <a:ext cx="5444382" cy="3591207"/>
          </a:xfrm>
        </p:spPr>
        <p:txBody>
          <a:bodyPr>
            <a:noAutofit/>
          </a:bodyPr>
          <a:lstStyle/>
          <a:p>
            <a:pPr marL="311143" indent="-311143" defTabSz="1219170">
              <a:buFont typeface="Wingdings" panose="05000000000000000000" pitchFamily="2" charset="2"/>
              <a:buChar char="§"/>
              <a:defRPr/>
            </a:pPr>
            <a:r>
              <a:rPr lang="en-US" sz="1600" kern="0" dirty="0"/>
              <a:t>The apps are classified broadly into 2 kinds:</a:t>
            </a:r>
          </a:p>
          <a:p>
            <a:pPr marL="609585" indent="-298443" defTabSz="1219170">
              <a:buFont typeface="Arial" panose="020B0604020202020204" pitchFamily="34" charset="0"/>
              <a:buChar char="•"/>
              <a:defRPr/>
            </a:pPr>
            <a:r>
              <a:rPr lang="en-US" sz="1600" b="1" kern="0" dirty="0"/>
              <a:t>Client applications </a:t>
            </a:r>
            <a:r>
              <a:rPr lang="en-US" sz="1600" kern="0" dirty="0"/>
              <a:t>request information</a:t>
            </a:r>
          </a:p>
          <a:p>
            <a:pPr marL="609585" indent="-298443" defTabSz="1219170">
              <a:buFont typeface="Arial" panose="020B0604020202020204" pitchFamily="34" charset="0"/>
              <a:buChar char="•"/>
              <a:defRPr/>
            </a:pPr>
            <a:r>
              <a:rPr lang="en-US" sz="1600" b="1" kern="0" dirty="0"/>
              <a:t>Server applications </a:t>
            </a:r>
            <a:r>
              <a:rPr lang="en-US" sz="1600" kern="0" dirty="0"/>
              <a:t>respond to information requests from clients</a:t>
            </a:r>
          </a:p>
          <a:p>
            <a:pPr marL="311143" indent="-311143" defTabSz="1219170">
              <a:buFont typeface="Wingdings" panose="05000000000000000000" pitchFamily="2" charset="2"/>
              <a:buChar char="§"/>
              <a:defRPr/>
            </a:pPr>
            <a:endParaRPr lang="en-US" sz="1600" kern="0" dirty="0"/>
          </a:p>
          <a:p>
            <a:pPr marL="311143" indent="-311143" defTabSz="1219170">
              <a:buFont typeface="Wingdings" panose="05000000000000000000" pitchFamily="2" charset="2"/>
              <a:buChar char="§"/>
              <a:defRPr/>
            </a:pPr>
            <a:r>
              <a:rPr lang="en-US" sz="1600" kern="0" dirty="0"/>
              <a:t>The client app makes a request by identifying the requested Internet resource and the communication protocol </a:t>
            </a:r>
          </a:p>
          <a:p>
            <a:pPr marL="311143" indent="-311143" defTabSz="1219170">
              <a:buFont typeface="Wingdings" panose="05000000000000000000" pitchFamily="2" charset="2"/>
              <a:buChar char="§"/>
              <a:defRPr/>
            </a:pPr>
            <a:r>
              <a:rPr lang="en-US" sz="1600" kern="0" dirty="0"/>
              <a:t>If necessary, the client also provides any additional data required:</a:t>
            </a:r>
          </a:p>
          <a:p>
            <a:pPr marL="609585" indent="-298443" defTabSz="1219170">
              <a:buFont typeface="Arial" panose="020B0604020202020204" pitchFamily="34" charset="0"/>
              <a:buChar char="•"/>
              <a:defRPr/>
            </a:pPr>
            <a:r>
              <a:rPr lang="en-US" sz="1600" kern="0" dirty="0"/>
              <a:t>proxy location</a:t>
            </a:r>
          </a:p>
          <a:p>
            <a:pPr marL="609585" indent="-298443" defTabSz="1219170">
              <a:buFont typeface="Arial" panose="020B0604020202020204" pitchFamily="34" charset="0"/>
              <a:buChar char="•"/>
              <a:defRPr/>
            </a:pPr>
            <a:r>
              <a:rPr lang="en-US" sz="1600" kern="0" dirty="0"/>
              <a:t>authentication information</a:t>
            </a:r>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a:xfrm>
            <a:off x="8610600" y="6356350"/>
            <a:ext cx="2743200" cy="365125"/>
          </a:xfrm>
        </p:spPr>
        <p:txBody>
          <a:bodyPr>
            <a:normAutofit/>
          </a:bodyPr>
          <a:lstStyle/>
          <a:p>
            <a:pPr defTabSz="1219170">
              <a:spcAft>
                <a:spcPts val="600"/>
              </a:spcAft>
              <a:buClr>
                <a:srgbClr val="000000"/>
              </a:buClr>
              <a:defRPr/>
            </a:pPr>
            <a:fld id="{DAC9FE72-3A80-4B60-9F46-F99E2834B23F}" type="slidenum">
              <a:rPr lang="en-US" kern="0">
                <a:solidFill>
                  <a:schemeClr val="tx1">
                    <a:lumMod val="50000"/>
                    <a:lumOff val="50000"/>
                  </a:schemeClr>
                </a:solidFill>
                <a:latin typeface="Arial"/>
                <a:cs typeface="Arial"/>
                <a:sym typeface="Arial"/>
              </a:rPr>
              <a:pPr defTabSz="1219170">
                <a:spcAft>
                  <a:spcPts val="600"/>
                </a:spcAft>
                <a:buClr>
                  <a:srgbClr val="000000"/>
                </a:buClr>
                <a:defRPr/>
              </a:pPr>
              <a:t>10</a:t>
            </a:fld>
            <a:endParaRPr lang="en-US" kern="0">
              <a:solidFill>
                <a:schemeClr val="tx1">
                  <a:lumMod val="50000"/>
                  <a:lumOff val="50000"/>
                </a:schemeClr>
              </a:solidFill>
              <a:latin typeface="Arial"/>
              <a:cs typeface="Arial"/>
              <a:sym typeface="Arial"/>
            </a:endParaRPr>
          </a:p>
        </p:txBody>
      </p:sp>
    </p:spTree>
    <p:extLst>
      <p:ext uri="{BB962C8B-B14F-4D97-AF65-F5344CB8AC3E}">
        <p14:creationId xmlns:p14="http://schemas.microsoft.com/office/powerpoint/2010/main" val="357290141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networking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(e.g., Skype)</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4608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6">
                                            <p:txEl>
                                              <p:pRg st="1" end="1"/>
                                            </p:txEl>
                                          </p:spTgt>
                                        </p:tgtEl>
                                        <p:attrNameLst>
                                          <p:attrName>style.visibility</p:attrName>
                                        </p:attrNameLst>
                                      </p:cBhvr>
                                      <p:to>
                                        <p:strVal val="visible"/>
                                      </p:to>
                                    </p:set>
                                    <p:animEffect transition="in" filter="dissolve">
                                      <p:cBhvr>
                                        <p:cTn id="33" dur="500"/>
                                        <p:tgtEl>
                                          <p:spTgt spid="6">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6">
                                            <p:txEl>
                                              <p:pRg st="2" end="2"/>
                                            </p:txEl>
                                          </p:spTgt>
                                        </p:tgtEl>
                                        <p:attrNameLst>
                                          <p:attrName>style.visibility</p:attrName>
                                        </p:attrNameLst>
                                      </p:cBhvr>
                                      <p:to>
                                        <p:strVal val="visible"/>
                                      </p:to>
                                    </p:set>
                                    <p:animEffect transition="in" filter="dissolve">
                                      <p:cBhvr>
                                        <p:cTn id="36" dur="500"/>
                                        <p:tgtEl>
                                          <p:spTgt spid="6">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6">
                                            <p:txEl>
                                              <p:pRg st="3" end="3"/>
                                            </p:txEl>
                                          </p:spTgt>
                                        </p:tgtEl>
                                        <p:attrNameLst>
                                          <p:attrName>style.visibility</p:attrName>
                                        </p:attrNameLst>
                                      </p:cBhvr>
                                      <p:to>
                                        <p:strVal val="visible"/>
                                      </p:to>
                                    </p:set>
                                    <p:animEffect transition="in" filter="dissolve">
                                      <p:cBhvr>
                                        <p:cTn id="39" dur="500"/>
                                        <p:tgtEl>
                                          <p:spTgt spid="6">
                                            <p:txEl>
                                              <p:pRg st="3" end="3"/>
                                            </p:txEl>
                                          </p:spTgt>
                                        </p:tgtEl>
                                      </p:cBhvr>
                                    </p:animEffect>
                                  </p:childTnLst>
                                </p:cTn>
                              </p:par>
                              <p:par>
                                <p:cTn id="40" presetID="9" presetClass="entr" presetSubtype="0" fill="hold" nodeType="withEffect">
                                  <p:stCondLst>
                                    <p:cond delay="0"/>
                                  </p:stCondLst>
                                  <p:childTnLst>
                                    <p:set>
                                      <p:cBhvr>
                                        <p:cTn id="41" dur="1" fill="hold">
                                          <p:stCondLst>
                                            <p:cond delay="0"/>
                                          </p:stCondLst>
                                        </p:cTn>
                                        <p:tgtEl>
                                          <p:spTgt spid="6">
                                            <p:txEl>
                                              <p:pRg st="4" end="4"/>
                                            </p:txEl>
                                          </p:spTgt>
                                        </p:tgtEl>
                                        <p:attrNameLst>
                                          <p:attrName>style.visibility</p:attrName>
                                        </p:attrNameLst>
                                      </p:cBhvr>
                                      <p:to>
                                        <p:strVal val="visible"/>
                                      </p:to>
                                    </p:set>
                                    <p:animEffect transition="in" filter="dissolve">
                                      <p:cBhvr>
                                        <p:cTn id="42" dur="500"/>
                                        <p:tgtEl>
                                          <p:spTgt spid="6">
                                            <p:txEl>
                                              <p:pRg st="4" end="4"/>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dissolv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70136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A4A328-89C1-0765-FE6A-F43C2C7BD505}"/>
            </a:ext>
          </a:extLst>
        </p:cNvPr>
        <p:cNvGrpSpPr/>
        <p:nvPr/>
      </p:nvGrpSpPr>
      <p:grpSpPr>
        <a:xfrm>
          <a:off x="0" y="0"/>
          <a:ext cx="0" cy="0"/>
          <a:chOff x="0" y="0"/>
          <a:chExt cx="0" cy="0"/>
        </a:xfrm>
      </p:grpSpPr>
      <p:sp>
        <p:nvSpPr>
          <p:cNvPr id="371" name="Freeform 370">
            <a:extLst>
              <a:ext uri="{FF2B5EF4-FFF2-40B4-BE49-F238E27FC236}">
                <a16:creationId xmlns:a16="http://schemas.microsoft.com/office/drawing/2014/main" id="{31ED4C84-9697-37DA-080A-0D9558DEB25E}"/>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F8EFB3CD-EB55-C252-CA6D-12B9200FC5F0}"/>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F57C7CA1-4D38-1C22-2265-7D3D3B3BE244}"/>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CA2BA71E-4054-FE28-03BA-D013BE73DF67}"/>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D0749FA-CA4B-1041-944D-07617029470B}"/>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7E7888BD-3D0C-AA7D-B29C-2E0E371FE42A}"/>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C1969640-673C-391C-EDB8-E5D5471A14ED}"/>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A40B3279-80AE-7EB5-71C4-2A2BD0E07D2A}"/>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1DC41ECB-AAE7-1E86-2E5C-DFDAAB0584C8}"/>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01401990-3425-3537-65B1-CA7C440022C9}"/>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A4AC9C67-4D29-83D8-7DAC-17819B149803}"/>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3DAF6D2C-923C-0AA3-465A-DE45D44E59F2}"/>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E405844D-1F06-1C53-A588-4C29042EABE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289076B-D023-3BC3-916E-105E941CE10D}"/>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19332445-B2BD-FBE4-3BC1-B0D5F1B0669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FB78991A-ED8B-20A3-6062-D755DABAAF4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9450329-44E7-3FC0-820B-E2A829FC9B1F}"/>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B4FBCF90-151A-5873-275F-877AA0DAE83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7738A826-9B1C-0292-135D-8D779577EED6}"/>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E87AF112-7A9A-F99C-D9DA-147A8AB6EC77}"/>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C289AB1D-51A5-B102-F7E4-B2FD6A4127B5}"/>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E4EC991E-A3DB-4F75-0AD7-849A781E1F15}"/>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0BDF0CA2-1557-CC5E-2599-AA01A644241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57D53D5A-C525-84CE-6F96-961CE79A66A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6348C811-E5D9-23D0-4634-EEA481DE7C97}"/>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3D2BD063-471A-84F0-6B14-B1C66CFABAC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9F8C7057-DB71-5DB8-5154-23273147230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10D73A40-EF89-4127-5981-BCD5407F3D4A}"/>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1AB25DFA-FC51-D10A-ACCF-845268382BB0}"/>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2F9C9BD3-97C4-4D9F-0B3D-72D30E6E2D2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48E7D41F-B7BB-3904-A87A-00DD7AB5C994}"/>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88B56609-928C-0D6B-CB9B-2D7512D0B55F}"/>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993969DE-0E4D-6159-8A1E-A8A278E56F99}"/>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80963060-BA23-678E-CFE3-333AEAAFF4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39A4F612-D9C4-E3D8-B1B8-A49FCB5E1789}"/>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C6E25868-0D15-040A-E720-576E478CD033}"/>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3771B869-1D44-128A-284A-089BA945367C}"/>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B00D518F-1C4C-710E-5170-72163DF33567}"/>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ADCCACDD-17D3-4437-BDB8-2ABFC5685A8D}"/>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C928D40B-D6D3-834C-B540-4AA70CA28EB2}"/>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871D8584-6B61-9A40-CEEB-575446737FFA}"/>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2EDA8F5B-CA6E-CD3D-13ED-0D7A31930B7A}"/>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7E0B3BD2-7BE2-F9A8-0407-802FD695CF70}"/>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B81A4A72-C74E-B4C8-2CAA-F9E9D91303E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093C5D35-09E8-D531-FE91-86FF183044E8}"/>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2363F9D0-AA86-4DE2-3DD0-599A9C3EA8EA}"/>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E5ED8B4F-8255-77C4-27C6-D0FEC5C2F36D}"/>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827673D8-D4BE-1153-EBD9-348796131D4B}"/>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DB759AF2-7E68-1DB7-DE38-B227E315BC1A}"/>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8328BF44-90F5-CFAE-6111-FCF2650D05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85283DBF-4B7A-788D-A42F-B66E0E717A0C}"/>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DBA35BB6-63DB-2A1D-2E5E-36DD3ED4B17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B07558E6-3B00-6A04-4ECA-0D9E72F89071}"/>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AAEB595D-B38E-651D-EA6C-9A5043314F1B}"/>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96C8F0D6-54B8-6BDF-8A35-57532C315FCC}"/>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6E8AC758-361E-0647-AEF5-B8365F29EC6A}"/>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CC5AE0AB-683A-E522-16DA-CA7CA88B8052}"/>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7E242158-E716-3460-53BA-49FB2180F907}"/>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F1690491-993B-5B50-784F-7262D2C77BC7}"/>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258FAEC1-2692-9AD4-9BC4-F31261C77CE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78F408E8-941B-6F11-1A81-03153AC75D8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75F38827-AC49-548E-4EB1-FF10D0A0F876}"/>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573B290F-ED5C-109F-A855-423C23FE68DE}"/>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FFB2C176-F265-2D70-6ECC-20114F4D2313}"/>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2DCF59AE-7715-09CC-1AD7-32FBF27C5AA5}"/>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58DC81A3-FEA4-7D02-B3BB-9ED93BC38D15}"/>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4809CD7A-ACD2-DFB2-F05D-BD1550D1C10B}"/>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12093FA7-6DA0-D85F-AB75-421D7F63C20F}"/>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5E07B72B-B0E2-3CEB-D682-640682A526D4}"/>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86047FEC-32BB-91E4-B076-6845BF1B231F}"/>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4850745B-97C7-1CB7-C03B-AEC75B3EEC8E}"/>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58F250C7-FC0A-DDB7-1D45-20C33DFB972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0225B7E4-198E-B837-D5B2-4B0F6DBAFD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2A75627E-1443-03B6-F758-7BCAF1DC7E2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C6CC9C63-2AAE-3A25-A72D-E11250A61205}"/>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9D05B138-FA2E-3D8D-6DB3-53DC0F32AC0E}"/>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547B3857-5A2D-0409-E85D-80FAAB6C5DD1}"/>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E52BFCCE-3716-CD6F-5B62-9A069EB54C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0C21C862-5F4F-8CC3-EAD8-D7F790008A31}"/>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20C1FF70-E890-2405-B8AA-C0E1B4E1DAE4}"/>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1EB8BC28-0D0D-DD10-B319-F728DEB76C20}"/>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B2CF8225-1F48-5E16-B288-F74B13BA30AB}"/>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0C2E76C7-429F-C968-44D3-421680B7FCE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EE6A6A84-9B92-1FF7-9DA5-83CB6347894F}"/>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573214BB-509F-D614-B1A6-D8E5D4AD5437}"/>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E420D144-58F3-D17C-4CE9-B083D4864A24}"/>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8FE57B06-4AD0-A152-B55D-AFFA3D1C0D4A}"/>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FD8F20E9-D382-9274-3695-600BED26A3D7}"/>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185C2D3C-99C5-5765-7E51-025C2B08BFBE}"/>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1D431007-28BA-5CC4-BBD3-3D7FAC36C805}"/>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951C1BD-15E4-63DD-D93E-D6ABA19B241B}"/>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F66DD0CF-ECAD-329B-FDEC-BE9AF38356C0}"/>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6EC76AD1-0FB6-5F36-B7CC-5464A243D8A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93BA03F-66B4-2729-C786-A8F7CD5FF67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ADB30EBA-8333-4243-2E72-E4C8768FF519}"/>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6A2531B6-42E1-068B-2CCD-97ECAB8053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0436F09-4CFA-A7FE-4850-0E9A36719FD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EEADCD36-D568-A4B3-BE4A-497FDE9EBF6F}"/>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141EB3D4-BF82-FE70-2E02-BA6E7A03EB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F8F5486D-16F8-CBDE-474D-B0E6282110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80D713BD-1B65-D0DD-46D7-AB817EA97F5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17AE29D1-18B0-EF5A-AA35-7665BADD8E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F0BB3B23-ABC1-4995-BC73-A90CFAD5BA7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B1A86FD1-1C9B-FE3A-8EBB-E8DA64C97B3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51A19AFB-5C39-1DEA-CC3D-7FDDEC44F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E9324840-87DA-B2E2-E9AE-A79815A5081B}"/>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F2702475-82AA-E6A7-EFE1-BC20817FA50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E9559018-0B75-A1FA-5613-8CB301B584D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B084FA04-9A06-F69F-CABE-2228EA2D0D0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71AFD2A0-F3B5-6C7C-4235-8E7030961A5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E10CAF1E-CAE6-BDD2-A9A9-0000B46F4E6E}"/>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64622284-828F-F3A3-B450-18AC4886E60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84F59721-9898-5036-0E62-F514563B2F2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D49C789E-24B9-2167-9C29-EF1EDE138568}"/>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CC25428F-0D9F-4F06-EFCC-31826921EB3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51D4CCE5-F881-1942-3906-8F1C264F7E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5EB63D34-27A6-2190-0707-AD05275257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3092B0DB-3CE7-B63B-0D46-1159BC00BB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E582DB0D-6BE5-044E-5613-E79B69A1A7C6}"/>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26E119E1-1C79-0F31-0BAF-33C886D72A9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171F22C5-911E-E958-F9F9-282FC717E84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583C8EDB-875C-734E-8562-24324BDF218C}"/>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66E4A9A8-2F68-B199-39F2-DC2A802D3B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E329A6D-184A-4FF1-D503-0A95ECA1971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5CC74C91-4C5F-3770-9815-371724874FD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316A12ED-5AC1-9E61-4B70-41F8BE67E1B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19EEE38E-E1C5-659D-3561-2782942D24E4}"/>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AA37536A-BEE6-4C45-7B72-C003AC911FB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3416EBB8-026A-1846-81ED-83BF152FC8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67B152EC-94AA-FEAB-6669-56707401ACDE}"/>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46A36944-D029-1C23-9615-89E743511A9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A9192FE4-CF77-7A9D-F9F7-0EE8ED540DD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B8DB4A2C-6779-ECC0-F21C-058F520579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F64779BA-B8F7-C499-75D1-37CC066E89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0F4E7EB6-5417-8E33-5CE0-4681C3B8AFBC}"/>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874FBA6C-7E7D-8F48-BE5A-B06D60A8D9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F2AA97B5-AEFC-1092-729B-B02248256B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3F9CAD7F-59C8-52AE-5916-DB177FC9E962}"/>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8258C4D0-95B3-CB29-9F1F-84140817A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13AD6217-5CCE-3320-3A74-0B04E89629F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A9715861-14E6-3DB6-16D4-9A8DDB713D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66D8D1EA-EE64-65E2-27BD-032293150A7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7BA23013-DD12-66D8-3AC8-7EFB281A1887}"/>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5A490599-D55A-AEBF-AB1A-36CD4DB5F6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F84EA633-20D4-74BA-ECF6-CFB3A86E886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B21E912F-6FC4-3006-5CE1-4FF7879A8269}"/>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9C4E3E4C-1261-83F2-8D25-E78EE0B80B7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15614EE2-CEA4-E26E-0A6F-8662FCB1D5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E4B63628-5A55-4141-BE54-DAD769D174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C711AE66-BB5E-BE4C-7BF1-06B33EE091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C45F15D3-D3D6-1D5B-DA0A-90FB48CE2B49}"/>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23A9FA82-83D1-0A8C-9DCF-00F218CB307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AAA95CAD-3E14-6B66-CCF5-99F32A27F5E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359007E8-05AE-7390-E64F-16DD5B5CEA38}"/>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05FF66FB-368F-41A8-3126-E589768990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DD193929-0DE9-10DF-160B-5CB9A645AB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3EBAD264-0909-5EAA-B04F-F99BD1EF88E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2362A4D2-39DB-185C-21CA-534D7E03A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8E3E405E-6365-C893-CF96-FCA205E64872}"/>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F5207B30-620E-EE73-8EF4-3F669CD575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83E9FFE4-FB4E-368E-D931-72E90CB3642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D2BCA5C3-7CF1-D34B-6EEF-E9998A544DCA}"/>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F67BBDF-AC01-841C-12CB-D1456E978A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4612132-9C4C-C2C2-8D97-C369686F19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E3E343A1-DADB-C407-C60F-FAFA499F126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1D4CE3D7-10B3-374E-B7AA-2079D75288C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563BB196-15CE-6F3C-AE52-21DB3CF67FA0}"/>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517CB047-B11B-C36A-C727-BC9A227A7F3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09AF787E-A415-4CE0-1AF3-2302BB90E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E6C1F8B-9D06-B31B-9D3B-B092A6E9AE39}"/>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A6F7870-F96B-C0F4-3031-C15CA81F76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029D8515-49CE-41B0-051D-06638C00D7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EE3DEDF8-1FA1-5067-CCFE-ED5359B9A1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0928C19D-1A6E-4D4E-63E5-87704A409E4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FA382298-DAA7-22A7-219D-2DB0D4DB661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4364D18-EA8B-3B7E-63D2-76A1DC1A23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5242ACD9-BEAA-C747-676D-89CA04F13BF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B127AA1E-DCCB-942D-A343-6F6FCB30E7B9}"/>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753DD9A7-92F1-EB3C-16BB-7CCB3DA3B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A0585F88-C4D9-338E-7ABA-39B414958DC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CE935953-889F-AD3C-45AB-52A1F29A07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407FF87E-422C-43B9-107C-29753B5CF7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EDB3C78-F650-63B3-2490-A9F9FDA00F3B}"/>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58E9F2C6-700E-A2F8-0A0E-EA18234702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2E54C011-E92A-328D-E80F-ED3FCDA74F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F21EEE9A-5A23-39CA-070E-E1F880BA06AC}"/>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D32A1366-7269-275A-F8BD-9D8936AE164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FFA908E0-D637-8A7B-17C9-77F9A37AC9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FED97FC7-3A28-1A9B-2803-BD7E55EA23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7E49264-AE1C-9311-2EA1-2854DEEC50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DCFF3719-954D-EFC7-DD3E-D600130BAF92}"/>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50F53151-3407-9D88-032B-D41D5FB5421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F1CED5AB-ADC6-BCD8-798E-7A5AF292FA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298F5AC8-28D0-F656-DD8A-B25145740881}"/>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9C4081A1-F12F-6E0F-9725-7B5CF3E6A71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3D91E1E9-C054-DD34-DD2A-8E94B57C363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76484B14-8C7A-A0C8-931F-C91A9CE55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839E684B-2F66-DBF7-1400-4624F08641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6F409C03-4AE4-916F-6E17-5C85261D2B79}"/>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F22BF7A7-7E9A-FB8C-DABB-5E85271AD91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5A712441-0A91-4163-F0FF-15C511E72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0B42087B-5762-C5FE-7130-053130F9ACDB}"/>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31AB64B1-704C-D06F-0765-02AFFEB793D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86DDF41D-8AD0-D8BA-B397-F25E617404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4C3A6305-0885-3B7E-7D9D-874E61683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3DFB9397-BB3A-A881-03B3-D66F06405D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316383F6-5690-3A73-CE1D-178105928BB0}"/>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5FF685DC-5F37-2A10-3019-A407B9BB38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6DAD51B-EFE5-709E-EF25-E3F277E80A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DA121E54-51D1-8A0D-92DD-0CA6D1970D5F}"/>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FB3E980F-AA57-3E48-1FC3-EAB9B264CE2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9D8F3F39-5C6D-41CF-0364-23E5BE3420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8B70043D-EC79-8FD1-F18D-07205C5E2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47182A91-00C4-8248-8385-E4F6212A42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F6679D80-78EA-09D6-FD28-7489BF863A80}"/>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47306087-0D76-0BFF-8980-65272F042FF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C7B8325A-A021-8F3F-9C14-CBCA7C58B63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5324128D-44AF-C701-380C-162424177EAD}"/>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4302BFB2-B13E-A127-018C-509B2BD62E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2CB89203-DD65-7C42-97F2-B32EDA457CC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5B2BEE4B-FF94-E583-A5CA-659E22F818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F9D124F3-B3C4-D442-7141-7B65EEE0EEB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52C48B1E-C52E-F975-7E08-122D7095F13F}"/>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03E8A029-262C-7D84-73BB-739FACB0113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95083D92-6D9B-A247-4346-6411CB96FCD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C99FFD46-068D-791E-3ECD-54618CEF7AD1}"/>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B53909E-7331-9E36-1B16-FD7BB22990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45095FE6-A8AE-B427-3A77-04368057EE7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46C00C47-1D2E-9CC8-B9F8-DDF6E5CEAB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37A01344-E926-045A-01A7-D14D435A1D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085C2F2E-3831-DCED-02F1-629880D6B3FC}"/>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56C80376-2198-AB09-6BE4-25498AA6D74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759160C3-B9F1-8D6A-A1B9-593B0964746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7C23DA7E-2CEE-9BCC-D04A-C0C8C6C6DF66}"/>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D14FD7BC-D1FA-9866-242E-0D5CD3CD29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7A00CEC9-CBE0-E641-E07C-8B505C121EE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A7D241B6-7C80-4BE3-BDC5-7828504864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6CB9A0FB-F7B7-7B83-BF72-AC8A886C27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53CADDB3-ACB1-3CF9-36D5-288ED00E3F9E}"/>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506181E2-2389-5177-3C00-80929370803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191D06C9-251E-0724-20CE-3DAFA999BF6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639DDEA9-BF32-C7C9-2416-FB4D1A339A70}"/>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9E9A961C-05CC-1C97-4AF7-8BF69A98690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464A11C1-56BB-D401-6F26-6F21D9EEA2D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B9D2C42D-9FB8-483A-C69E-75C329499F0C}"/>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DB96A253-416A-7149-9920-0C49F6FAE7E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68E0988-057B-5410-B368-9DA3D9C5420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E545CEAC-E93C-84FF-EBBF-27ABCD596497}"/>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607CB7AB-B721-2A28-0063-FDD9E0180EE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2962C09B-C1B6-C7AC-C5D9-E889D423C055}"/>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067EC9C7-8DBC-DBA9-DC47-5A166C74DC1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E89CBA29-40CB-D6C7-3DB9-7828D06A40BB}"/>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07753DCD-A014-BF69-53AF-3DAEF9B0BF9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C8758250-35BE-6608-C11F-E4FD70605DE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10B4970E-51CB-94E9-7768-6150ED5F9F9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26CC3AF-FA9A-27CF-DA9A-922EA183CFA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1B324229-5FEB-9B70-0B5F-B689397339E1}"/>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5C952AF8-83D0-7489-47CD-AEF2928AB54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8A9B508F-D68B-A2E1-BD26-CDDB90E15B0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3EE2A21D-494F-CE85-BF35-A3B33AE556EB}"/>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C3A6E0B3-2478-30FA-3948-D5DC7D7E1623}"/>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7C985E3E-A85C-7F81-4761-09091C1C3045}"/>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D555C228-3154-AF00-48BE-D92DE56C6D54}"/>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CF08EF6E-88D2-BFB1-FA6F-C383710667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71CB5D48-FBE2-0A4F-C267-556BED8C8A3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0C94E1BC-2215-EEC1-5466-61D388151645}"/>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0010B4F5-D60E-A8FE-F0CE-779AA3A23EC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50512193-7DBE-4AE4-4AED-842AABFE45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4A2691FD-4554-6E88-64B2-738111DCA63E}"/>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60A9131F-E2A1-C2D8-A43A-8FD3B4C9206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9BD8E2C9-BA4E-84F1-6B21-FBB396185316}"/>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A9481438-568B-C5CE-6E1C-8311E6BACEC3}"/>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05E9335E-AB46-D7D7-D1B5-0117FB5C166A}"/>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E2B38387-6273-B610-42FC-79639BF91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9CE8AF4F-4D50-144A-2D96-62A939BFDF8C}"/>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09ECCDD0-57A5-1A03-0C32-821E9DEEC1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39D9BC1-0816-25F4-6B7A-40ECA53B9124}"/>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215F81E-AE4A-A022-BAC5-BED08B475521}"/>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BDE57CBC-C77B-8C07-C635-36EA8E583A75}"/>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35DD282B-9E08-88A6-97EB-CED1975A5B4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26529711-985F-55FB-F134-FF78E365D606}"/>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D93F4917-FC76-3F54-E5D8-2FADF5B5FEB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2DB4F9B4-4776-48CE-F640-7628AEF0BBE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6D32BCC0-6D98-37D1-CC03-EBED7BB6081C}"/>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F7639363-03A4-57E6-32CA-0CC91CE6672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4CE5A156-C6D4-ED33-1993-41882CEE1C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7CC4BD7A-749E-EFB9-108D-82A42330383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33B60B68-FD79-0CE4-DB30-B4D3C2688CFC}"/>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7BE3CADA-DA26-6E88-108F-8A7B0ED48DB1}"/>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9FB52FC4-4350-E022-751D-FBD88A3753D6}"/>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ADFD6832-78D8-0434-F70A-B97BEFB1901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EBF83091-2879-61E0-9A82-F57261CEAD61}"/>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509B7A4A-F948-B837-F139-44E374F24744}"/>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CDE8DB2A-A3A6-3FB9-CF29-594FBAD69988}"/>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E4544412-BC53-EE8E-3A42-8B307B8F19CA}"/>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37A77DF1-D5A5-097C-248E-317F252BBA6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DE169FDD-44AB-9AB6-2790-2A560417038A}"/>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C90FD566-8482-BBC0-6098-89A89D18D6BF}"/>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93BDE598-90EC-22F6-D571-3DE65224E483}"/>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ECD607C2-A401-9183-7DD3-B2D52EA0BE1C}"/>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D7381577-FBA4-3ADB-1DB0-A92AA4F0BC0C}"/>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8788E1BD-43BC-2987-6FD0-5E0EFBB66FE2}"/>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3B7DCD92-0F6E-2EE1-192B-6E27B872062B}"/>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E47B7A01-10FD-948C-0136-943611C37BB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EE3BA80D-FB38-2DDB-5388-C40113821F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E2DFC164-477A-9BA6-CF50-FD31BC4F440B}"/>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91589C39-9714-A3C1-9416-D5838D70A692}"/>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7903E62-E5D2-B712-C9BD-D585BE7BDCC1}"/>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396F0D0D-B6DE-3C4C-BC18-F7130918071B}"/>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776243DD-8605-ABC6-A1E8-AEB0C49FC71F}"/>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84962BFD-6B91-B696-016E-A49DC5D15EB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4CA579B4-8416-25F4-0F55-B48B49AB27D2}"/>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CC874A92-4989-6B40-ECD7-3AB13509DC75}"/>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42AA3DA3-B01F-D93F-07B3-2917666089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330F2733-D49F-C6BA-5F06-7778D56323F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C6F926D9-5E9C-28E4-25B9-1B40300BC029}"/>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5877DE11-E8A7-ABE6-4BE1-EDEE916B3F0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BC5979A7-5430-AE60-738E-48F2E16C8E6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53E8BC8F-A1E0-1DA5-8AD2-F187D9452F76}"/>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4EEE133D-CD19-7493-468A-6FDDF730565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F79E8E8E-0E46-DFAA-0FFE-6751420CF8D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5060AF65-780B-4116-4793-1B806169ABF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0CC9F4AB-36F3-A846-D8C2-42953E866C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D1FC9DAD-C5EE-A4FF-8088-672514FD5E9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1C7C2362-1E45-F4ED-9C61-CD8C6A40048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0AC09D1C-60CC-794C-E873-9A6D61222B3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770823A4-D9FC-2971-2665-F5E337D304B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4758BDCE-5841-5ABC-6C2C-D3F8F6EDE9E5}"/>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1F432131-6134-209B-E24A-781C0412CE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3723CF46-2A0E-885E-7AD8-32715578DFB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5CF827B1-8117-2AF8-E9F2-56F104C844C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14772646-B30B-9877-C009-E13F8B45B544}"/>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74DB3E2D-5DDD-274F-0300-0B2810510665}"/>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EB81DB22-BE44-5A1E-2AA3-33CC8829498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DBA684FF-5DAD-6989-9C18-EC2AEA2AA8A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71496895-CB16-DE14-F2F3-232B59B99EF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70E696D2-CFE7-39C2-4EDA-A62412CA603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86035054-9579-89C8-1F5B-67BD35C0DC6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1F7DEC89-D8BF-1B81-1FBA-F77E8C017F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28B0DB87-A853-CED5-7C28-88ECC9D77546}"/>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D9695070-CAF3-9569-0E0E-45C9BCC4FF7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211DB9A3-650E-2C58-AF45-376596EAA0A5}"/>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97708B28-4F9D-C283-C7F1-7FB57A79DD8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03EBF372-A000-9A78-707D-2AC194DB9F9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6B4738A5-882E-624B-E9F9-8737C3ED011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125ABB5A-C505-21D6-9157-BFFB110E0401}"/>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780971AA-FC63-3D02-AA90-582AD6E15BC3}"/>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9F7785A4-B904-02A0-AB40-23C0D26EF4F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D84006B8-76C7-A0F2-E062-A0A762CBB62C}"/>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F068F32C-5C43-52F2-4013-9A2A414D72A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F073968-5400-78EB-B272-0B721E43A0C1}"/>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7DCD9314-6940-B3AA-0EAE-34776BF9CF70}"/>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0A880F77-DB44-A9FC-D578-0879EAE6B2C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E2C16D3D-4C2C-6346-8B33-E0F19F395C1C}"/>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3B8ED050-71DC-452B-C6A8-4D7FB65293F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3CCD02F2-7D2F-0AFD-4587-D5D9D2F989ED}"/>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AD849F96-C7F5-2F4C-7925-FD6F036EE5C2}"/>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D04DCE32-12A6-1211-4DBD-A396E1C1C2FA}"/>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1B2A5339-E3DE-F10E-4D45-AECB481705CC}"/>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C2C003AC-75BC-0412-76D5-0D178F8FE290}"/>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2E02541F-95B9-DD2D-86EA-5E3C957878F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C884CE03-FBF2-1434-E396-944E34F5B4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84CE162D-5F4E-BAAB-1F51-91005E07287C}"/>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BF6C1-559A-8827-512F-207B19ECC12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FE2DA573-62C1-D710-3C77-A38732E3EF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E63B9-DA57-65C4-91A2-13D5CBCE83E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056F4750-92D0-114E-2356-732201D7F33E}"/>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0F0565C7-A4EC-E1B5-6FA4-7DDB9839E2D3}"/>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58C38C64-F52E-8A40-9BB7-D89DBEFB3376}"/>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EEB74ACB-F5A4-F5BC-CA18-6B27EC4672D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852D827D-FED9-ED60-2ED7-66A7292FF7F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52147A75-19ED-FD8B-2C56-BFDB565F74D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7ED0C915-A92D-ADE3-FE25-84AB8C69C765}"/>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A009DD62-08AC-CFB7-753C-E03104C53C7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E1F11030-AA29-5961-5593-B3F1EC0963B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83DCB6E0-CD98-9915-05D6-93464354F05B}"/>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29597897-3007-C548-69A4-FCCB5EE5B8D6}"/>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BC67AC2C-22A2-9BD5-CD8B-B3591EE5AA4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7BDCC684-886D-C957-9171-0D6B3FCDEC04}"/>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D4D1A438-FCFE-2EF6-5967-D72AF9781D63}"/>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A856C695-7AED-668E-0046-5E801F158856}"/>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F12223CD-4EB5-CA0F-F553-35B50F6437DE}"/>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1B4D32AA-E2B7-838E-4540-AC660E3DB78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DFA787C9-FC2F-F065-623B-916C04ECF97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E7FC9269-612A-B12F-8057-A01431FEF4C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DE56C3E0-1623-908A-AE0C-480DBD955FC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F76ACAA9-68C8-059B-A281-C011F0F8A003}"/>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15C84A60-DC8D-EF1C-C2EA-469E1314A3D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C5BAF8C7-9DEA-3144-CBAC-004FF15CE8E4}"/>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498FDFBE-49E4-22CC-AA8F-43E996DDAE6E}"/>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5857BF8B-EEDA-5FB4-E3DD-E098C88C567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80D60274-1D08-69AE-AAE2-231B705F28A2}"/>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217C614C-987F-FBA6-6309-18B05B96922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2F7B6AE7-2336-84D9-330F-92FEA3AAAC7B}"/>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09AF8192-931E-F663-9171-2473B4D021A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9C22D659-09CC-69E3-9975-300D650DBF4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EDC2E008-ADEE-7C3C-B60F-FF38C323B1AC}"/>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83AF8165-3674-B053-4047-C9DEF1524BF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91B6A4E6-4AD5-01DE-B485-00C6695DC4FF}"/>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C0A3A087-5336-683A-9CF9-28F97DC6F8F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5B3578DC-B493-03E0-0F08-FCEC893D7E43}"/>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2BA10076-B731-E4F8-62BA-82E78028EACA}"/>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DB785A86-65A9-D924-CC91-73ED685B61ED}"/>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4628DA8C-C9A2-56B0-B846-58773871ABCC}"/>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BF245787-80C5-342D-90C6-BBDD50912B91}"/>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077AAF5-F6D9-DE4E-7E16-ABAFE50C827B}"/>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0B652D60-84BD-E400-95E3-559ABC6B52D5}"/>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3AD1AB0-04B9-7BBC-A2E8-B37EEB80831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85DD6060-0A6D-C352-A017-4F40411C9C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49BAE784-E780-5925-5F6B-E90922FF8CE2}"/>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61400AD8-9F31-138B-94EE-E317F00294BE}"/>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75611D02-8144-CFA3-CE7C-88F37C29A38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1ABC645C-2792-5151-5CDE-A4CC7B650B8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E653C633-DE7B-17A1-451E-E92EBBCF310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4AFE62AD-086C-92DB-7CA2-C605C0AADA7C}"/>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856044D2-FE8C-8040-4B56-26711172FA85}"/>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E1157A7E-8312-7F9B-F542-9DA004397A5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31AD0A58-4322-6F0C-B842-9510B780387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A8079399-6076-CE7B-F615-CA2035CF9186}"/>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86A0578E-E995-1E98-F075-619D01EBDEF1}"/>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5B51F51C-9B41-7003-A6E0-1D45A6C61A8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65CF914E-76E5-219D-1BE7-D60C1247BFE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99CAE4C2-C4B1-3E5A-66AF-8DA42CD221BB}"/>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C93B2BEB-356D-7A08-83DC-0557FB3A327B}"/>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3C256AF6-6B4C-F2F4-FE49-CF312CC718E7}"/>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8BA59AF3-6D73-0725-0DBC-4860ED2E3501}"/>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B2FE6212-F9C0-8E02-4B8F-F9FF7E929239}"/>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F887FE72-7156-B149-F847-6191CF2EB34F}"/>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B0AB9112-90BF-A47F-5919-E826B0F741DE}"/>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8686CA8E-670C-A7E7-0E64-1318B47B255B}"/>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6A8F100F-EA6F-E73A-2693-CA04D4DC16AB}"/>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F2349113-C665-4BFD-3522-D4BAB6A6CF2E}"/>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10CA93B5-292A-8897-4DC9-31D77BB9A20D}"/>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A3F68115-03C0-BB5E-FB57-EFF7112919D2}"/>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375ECEB8-2E93-9C80-75B0-97A9312B5E3B}"/>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537CC788-68A9-C2AA-D1E9-1622B67922ED}"/>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9BAB0BD9-525B-1778-0FBD-173D4FF6907B}"/>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5F8A377-40AF-1093-AB80-480DACF82D0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8F011CE2-C405-F235-AAAD-0DD9057A7DAF}"/>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23B15FD2-44F8-6FB4-B7C9-1BFB68434E25}"/>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658E3E83-A7C6-3194-3B21-50169125679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398A76DD-CEE7-017F-4812-3E23901088A0}"/>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9077907E-5C24-1056-6D18-08F8E8987C33}"/>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4CE2C0B-6294-803F-0C93-5EF917A2B668}"/>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F8029433-89E2-ACD6-FD5A-64E3ADBA2094}"/>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98F425C8-1FF2-A9DF-FB89-ED69B3BCC322}"/>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4AC76F28-0E13-0DD3-BBB0-130EE4D03E68}"/>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FF9E1346-46A4-2683-9052-02F0AC883B86}"/>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1AE84CC9-2EBE-8150-A199-21A8ADBD05CC}"/>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A9EF29F6-9107-E2D1-FBA0-4FECE7BC08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52E0FFBF-FC63-CCD9-33F8-29E6DB89CE1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D66F9D3D-6B38-E178-CCA6-36F88FCE22D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91F576A-E25A-8513-B45C-FD88D8BB9B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6C85DC6B-BDED-22EF-BC17-906A0A90F46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9431695A-411A-96F8-2ADF-F110ED7EEFFA}"/>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0C139638-0D5B-6420-763C-C040073B9E3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445693DA-F896-0C49-23FA-E8E0AFBF8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9E650092-24C9-087B-022A-7B27A69EAF7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4F69E95C-ACEF-2D97-6381-B25EE6AECB21}"/>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B687E03E-FA61-A0D3-1AF9-54DDCF44ECD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A028ED75-20BA-0273-C5DC-1484E98E3F2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39B3C1D6-B1A1-D251-E4F4-1A9D4BD2A62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F68990AE-AD8D-1431-CA9C-E0F43FD870E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B662AE76-5E54-A490-D7CC-8D34B2B3B55C}"/>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4AB90A2A-95BF-DAA0-BBE5-643E053DA08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11673D31-5BDC-DF2A-98A0-4B8B3601F96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2AA31F06-8BBD-CDE5-BBD0-D9479AB0D0F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335989AE-9E1D-0AFB-9DE5-CDA177CC1909}"/>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4008836E-EC96-FBAD-8BF0-A08F5DA2B42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9363C75E-2E5F-D163-53FA-3A2E7B583D1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D29BFE2C-2343-0B37-1DD3-7A3A189CF4C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100895A2-22F3-9777-F748-ADD635DF3F7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6B811820-EABB-29EE-A1D0-84DC8AD8B0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3B4BADD6-7C1A-9A66-4939-76C316B46B4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7AA06CED-B115-FE49-5702-24018F4C6A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7B63F210-A4B3-DE7A-CBA0-74CC43F1529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F7AF7B77-FABC-5CA7-319E-B411F7AA24F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573674A-102A-C5AB-82D7-0D7283A168E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B61D3B52-1AAA-415F-EB06-DC0E69F1E07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33599BA9-ED46-C548-4200-1A5D6CABC24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033B5F39-7CAC-B5AD-0864-B1255F61253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ABD47FC8-BB25-3ED4-77D5-47D05E9444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708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D16A2C-D5AA-13EC-C745-EA4F6F6F3C0B}"/>
            </a:ext>
          </a:extLst>
        </p:cNvPr>
        <p:cNvGrpSpPr/>
        <p:nvPr/>
      </p:nvGrpSpPr>
      <p:grpSpPr>
        <a:xfrm>
          <a:off x="0" y="0"/>
          <a:ext cx="0" cy="0"/>
          <a:chOff x="0" y="0"/>
          <a:chExt cx="0" cy="0"/>
        </a:xfrm>
      </p:grpSpPr>
      <p:sp>
        <p:nvSpPr>
          <p:cNvPr id="371" name="Freeform 370">
            <a:extLst>
              <a:ext uri="{FF2B5EF4-FFF2-40B4-BE49-F238E27FC236}">
                <a16:creationId xmlns:a16="http://schemas.microsoft.com/office/drawing/2014/main" id="{1F32D3AE-7B42-6AD0-0DD8-D60FD2F46062}"/>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3A9B2D15-061D-AF39-BE87-4D7EBBF9E6A3}"/>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B0F69666-3FF9-E836-B1D1-910AE4C1F9AF}"/>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04446EBE-3B36-31FB-8008-36D49B69E1EB}"/>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20F969A0-AAA3-E243-9755-198D0F99261F}"/>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200D5123-76F5-92C2-F725-115FA838558E}"/>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789DB359-34D4-7752-C81D-EE3D1578BD5E}"/>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F5561F45-487F-776B-3725-53C39D48052D}"/>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06DB03A4-68BF-8B17-000E-790F51758008}"/>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27BDD265-89C6-EF17-1419-35E9CDC9E87E}"/>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F5933460-07BE-90BF-3377-454D9993A67D}"/>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CA5BF50F-243E-EA88-FA81-FBB914D84B9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714874FD-D126-E64A-ADFE-013925319BFD}"/>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81410B4C-5614-06AD-D62E-780B812425A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04FC490D-CBAA-FD6D-3BFB-DEBB49BE4E2C}"/>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C8483E12-2DE1-7466-8D5E-2644AEE62C7E}"/>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64576633-9129-1A7E-F96C-3B893395663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BA5EF77A-B016-69F1-AEAD-ABE9BB8FA0F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FE36FEBB-BE57-6904-072A-365F1726B94F}"/>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0E20D1DF-EE73-BF6C-BD15-486E04FA1B3D}"/>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D7064BA9-DE1D-7920-03DF-139195D559E2}"/>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35825C1E-140D-1751-B05F-90438C3C7DA9}"/>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95260062-14EA-1C35-9D4A-74C678FE5EA3}"/>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1AE09171-8824-54C4-AF84-957749BD8D2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D101BAD4-E2B0-9DFD-575D-F00EE883711A}"/>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29089BE7-78A1-5D72-394E-8006B6C64BB6}"/>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B65CB9D2-97DF-D4F2-288C-01EEC0A2A320}"/>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2D5ADC52-937D-860E-3980-5CCEDCA8C3E2}"/>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095C8E34-331A-E7D5-AE9A-E490F56EC2A9}"/>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603E560F-BD79-37B7-5349-97EA978C7DD4}"/>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8CED400B-B1C4-5C94-88E6-04D2C4EC9355}"/>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D39FF71D-1B19-71EF-59D3-6ACCA680FF8E}"/>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292F31BA-D48F-0011-8BC2-CE0632363EA1}"/>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DBF0EE5A-A638-167C-CC74-D9588B5BEA40}"/>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1F00B11B-8EEB-9835-FF5B-24E1C8980F7E}"/>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9492938E-B787-6D82-2455-081623BD5646}"/>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73EC6679-EEE5-423C-DB6A-5AA9BAC26BD1}"/>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CA85A81A-8C10-45D9-8155-5EE3F3978D4C}"/>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5A058B18-92B8-67B0-B009-35130F5CE280}"/>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5BE9EDB5-6309-111E-11F3-B4AFC95ED6F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A45D93A4-AAA9-F525-98F5-3FE24808A3CB}"/>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F02C71D9-F43B-3C95-AC1E-CCF2A01520F1}"/>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BD8C1403-E943-248A-6C21-08C407A8FF0A}"/>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F530F0F0-18BF-7587-AE72-E5C0656372DF}"/>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6C91CB42-D530-B12D-E566-9700EB2A611A}"/>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80DA631F-0813-9165-5563-A4ED3C2B9BC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53E6A3E1-BD88-9884-128B-C6EAFA9FE9F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C518EEE-084A-B676-6EAA-F50ABB218404}"/>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C281FFAD-8A45-487C-EA1A-8C7A91B567A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996B63CA-D6A6-FB24-7255-5662471D73E1}"/>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D270AAB-D447-B956-E685-1A839D990419}"/>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8AC00255-E9AC-5306-74FA-94B319120E81}"/>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87ECECE5-6046-ABAE-CEFC-ADD57B1DF64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2EDC1CF2-514A-4349-B835-90AF3D55666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A7C57CB-2207-A369-832D-E0F29B74B265}"/>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9D7B96D3-A325-8523-2BB6-B324EB73EF93}"/>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817066C4-E1C0-0505-57EB-554996426332}"/>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D30312DA-419F-039B-17B7-38240346B6D1}"/>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A28A2211-7623-A8CF-1BCD-E6AD7ADFF8B3}"/>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6DD27395-B903-AE8F-BAFA-97A60381E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37D8A9E1-6191-B106-B1A0-BDED05BF97D9}"/>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0014DCCC-2878-1A9F-7E9F-741B0C65BF70}"/>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9CF7E661-8772-568F-3881-74304CBB2F02}"/>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2EF6156D-942C-9CF9-01AF-E0FA8F40B1E9}"/>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A0527DEA-C590-2181-07C9-318BB8CC94AC}"/>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C4F4A81-0821-038B-6816-D7B6443553A2}"/>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B8C56EEB-60EE-C2CC-92E3-62272F8B0831}"/>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BB4CDFC0-CCE3-013B-9493-CF3AF7EA653F}"/>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22165AC8-6199-90EF-1500-B806C416ABE0}"/>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411B1260-57DE-92E7-027C-CF315A293CCC}"/>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3DF1BF24-5DC6-6D61-D375-9C3BEBBAD54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06E832D3-2280-223C-19AA-BF9F2A41BD4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643C888F-5050-8A05-0AE4-23CA9707C6E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CCD0A327-0B5F-FC59-A6F2-2CB0CE7AC38A}"/>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F4FF2297-3275-A3CB-5D60-D9CC155E1102}"/>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2E06F77E-BC9F-3A97-BF8E-050AB5B28ECC}"/>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09A80C11-771E-5783-4297-9D819F736FD7}"/>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00264F6B-5885-253C-44B7-40CEE835B87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7682DAFC-AE96-D20E-BE2B-2CA62B945AEE}"/>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45FA885B-9040-D9AC-61D4-345F157A56EF}"/>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E2683EB2-BCC8-6FE4-3D85-F4EB873A542A}"/>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080C7BD0-ADE5-26BA-BDC1-D9863B9D662A}"/>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7072C080-1EB3-8B11-BDC2-0798C71DDE34}"/>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5A10105-EE06-4198-D89E-E828F2348B6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7682FF3E-F568-18EC-679D-60B58BF90B56}"/>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CB228C90-7DB4-1663-4B6C-DDE353305F74}"/>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6D71B31D-8B51-A5FC-24C4-2B6A1F089AE8}"/>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F87D7D8E-8258-F05D-E2C8-D91D280EC85E}"/>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72D683AE-5FBF-9F47-68D8-C527DF349BBD}"/>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BDF05990-8B5A-DB07-90F7-80359D4CB4A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78EB5AF2-3B58-8A0D-30F8-C8C6A9F9A2E0}"/>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77CE4097-4E66-FD4A-E5B2-9F56628CAF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95C7242-A6A0-2A54-10AC-FDE77AE3E30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0901EA2A-D9AD-BBF9-8D05-B8B4E19FECD9}"/>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DD9FED1A-CDCE-61F2-E0C0-386655BD38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57EE0FE7-9402-5928-4356-30890B496F8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5FA74971-11E1-A162-F8AD-B829F104A55F}"/>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560E463C-5F06-CA83-9BA5-26283827E5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2B4F402-060F-55F7-430C-DFA8BA9558F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32D7C118-68E5-4947-C49C-EFD67F939A7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BE43313B-BDFD-5D48-ADF1-86C5806D6DD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78586FF5-6873-D5E9-0285-15B170B5090D}"/>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9A226C22-DCD9-5732-B722-DAA30C3F4A0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213F8480-C8E4-9FC3-157A-AD068491D25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6F9DCBCC-A78A-2436-A0B0-BF000131163C}"/>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54C40635-AFA9-F919-E300-5112BBE73C9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EFB31D9F-475F-FD4C-239C-9C4B936741F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F573F54C-49DB-D68A-A9C0-87E0880360B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456397E5-B3F7-3B9A-E0AC-D5122D811D0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364D03E8-AD65-87C7-E4F6-4D2E0A0E69C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B9903852-36CD-5BF9-3EEA-5564B694370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C45CEF36-7C93-B491-D8E7-5460C8A2406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BFA69085-56E2-D7D2-ECBB-2D5995BF7827}"/>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1600A79D-69E1-6F48-F98D-34EDA1F5320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692BC7A7-E19D-B72F-96C5-C34E15DDB5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A66DB559-8056-D294-DD59-F6325586CB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B70675DD-D46C-352A-C8ED-76511DBD5D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82E579DE-D685-34A1-6412-1F711BED12D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C258DC2C-E1C0-FFEF-DFB2-4FB55430735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989F3E38-035F-2CE2-9501-703029B66BE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9432A424-7F9C-017E-6517-54C91581FC33}"/>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1FF634D-93B3-21C7-F0F3-85F748F4443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4AC9CFE1-D963-D355-4648-86BD2BD8D9F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288DA71-FEC6-13D9-126F-8AE636D68C3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C6FD5D7A-8F0A-0181-19CF-7C7AABFD222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9401CF72-491A-A4A9-7A03-767DA32883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2D3FEC9A-B285-4A32-7630-A1FA8F52FC5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8368DD3A-B11D-4968-8D9D-724358399E0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BEF8D348-9FAB-BC99-E105-33FDBBC12261}"/>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0AAC8EAE-DEE9-99DD-9B43-E0AD9D5F8F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86EF5117-94D2-A0C2-1CC6-F26733C6BD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21B40555-4416-8BD5-8C5D-E92DCF122D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902E1D92-F220-D3B9-DA4A-A560637E995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4CAA0694-0F1C-5C39-B8B6-998619AE885E}"/>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259FD536-4AAF-14D1-D487-FC0DF30BD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40F8461F-1FEA-2889-F444-F0D4A89BD7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AB49FCB5-99EF-EA40-4084-2AAF971B8A13}"/>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42387903-BBAC-5A33-35F2-A5F4D8BB28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53FA41D4-958E-6564-AE3D-C100787E56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B72EAF3C-0864-8CF8-DC87-2DE80CE565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2FDFA79C-DE3A-46D9-5B04-5EF3D088103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9443AD13-352D-5400-E269-0F57335006D1}"/>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4948623B-D79E-DC25-8DF8-68D3980F813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F3E5AEC6-293D-7E3E-528F-5D2F9089BEC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5719E199-136C-2F13-CB22-55B80E8A3FC3}"/>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CBC37AC7-9D9B-6783-79B5-ADE7540458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A008176A-A549-F7FB-3CF9-A2BC21085B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4AEE43EC-F4C8-FAF2-D19E-314404A304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27489123-4D32-E48E-70AB-AB295D92089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640B5EF1-E539-1041-E2EB-71A6D76076AD}"/>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7959E02B-A473-B046-9C2E-710C93D75D3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1D74B750-C5B9-356D-9D54-0BB870D324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E9DF4916-C1F1-8792-2085-B4F6C3F47A61}"/>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88D23E6C-A4E1-D68C-F8BF-096E2939F1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EA756C1F-23C5-3BE9-7A5A-C2908ECC3F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AF5CAF13-5EED-CA2D-4E3F-B589EB9339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AF24237-7F52-F583-64C3-88AB0320C4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8A6ACD8E-099F-30EC-F2D8-7D98B293B0C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0C0A50D0-3ACF-4BB3-C06B-E2B8FB1D94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217E6392-E451-FD7B-CB97-7766A718E6E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1F6BD7FB-F853-3195-7248-0121A55ED437}"/>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F58052CC-9F6B-79B9-C0FB-B108F5154B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4E429683-B2EC-AB00-3C6B-932CF97E49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A42ECCF6-99C5-D080-FFCE-0647ACEA3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F774B848-122F-7BD9-A308-ED192E8D4D1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57BF3337-C03A-EC2B-C867-7571CA0018C7}"/>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6EE20240-6488-82BF-100D-0F0FE738B43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5FF471CC-48CE-AA49-3A3E-CEAA3E9D21C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C645036A-A623-2930-7F0A-907CEB2FF4FC}"/>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69105574-876C-452D-51A6-E5AFA1D5240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0F54D2F0-0AE5-7264-4EF9-12613E2955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79442FF3-1FF1-0A1F-AEBC-AEE020BE5A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18679E20-2269-9AA8-49A3-748447742F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D99C9434-1A6A-D41F-2D82-0E97F3A385CF}"/>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9A5C375C-AA56-9147-16BD-65DF20ABBA0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7FC79D17-6E33-3078-2146-EB9E5C1F21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48CDCC5F-5211-7ED4-29FE-EF6E9192BF01}"/>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23A6EEEC-11CB-7AB3-302A-817D9186D4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317503DF-C4DA-94F2-A8A1-0C11232ED5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B5B9EF5B-DFE4-C126-60C3-4D9D531B337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1EB837E7-4E6D-A204-E8F5-0DF306BFA95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3E3367BE-3992-651E-1E9C-C8199FF0A058}"/>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0E0C2F4C-C261-7C5A-FA2F-022A68B3C9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2209E702-9576-18EB-A104-CC4ED5D9EE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A976C162-EFB5-49FC-AF51-55F1BC514259}"/>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A2F7B8D-7F4D-7B4B-0AE7-DC73C96D2C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69F3F751-4F62-1DA3-7D72-0D296D18F2D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26D0862-5F84-917B-ADDA-AD3939A07A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0EC186FC-8B9E-E62B-B8A4-5FE7DCD2D3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87F4C181-ADFE-C11D-80E0-3008A5769DC7}"/>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C14ABC3D-58D0-CE62-8E74-22A1BF60713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C6322D76-398A-5ACC-6D05-29A520825E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A0E1AFA0-AC4F-2F70-BB71-50988F7EF5C7}"/>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BAE0D44E-60E2-2770-F6F2-158DE09498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268DD572-C13D-DAF2-1466-B692DC39827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24D3279B-A771-7D39-C8A0-A73E35E7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5A278D57-93DA-B8F6-FE2C-207E1AD288E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E4D41BE4-B5EA-4D14-F93E-870E6C749E3C}"/>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AFB2C5E4-CAD5-1976-26BC-1E7B7A20B0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A382D963-1255-690F-7A90-B5EC6E1E2C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458B5129-DD9A-3E8F-9CF8-4AC2FAA4FC82}"/>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F9520B68-C5C7-A309-4B44-98413601BB7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FC91D012-E86C-7DEC-35C6-30E41535B76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4213BB92-8939-8A5D-3362-0FF9E41B0C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C47D8F62-942C-E49E-13DC-A2C0BFF408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689F8C13-0558-505B-DE23-36827CDB050E}"/>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EDAD4A15-482A-264C-5989-2AFB9A3F934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1EA8C831-8B7D-DDC4-21AC-E479137B1B5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EF9A3BB5-002B-25D0-D96F-3224C29161E3}"/>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7DA0D454-D611-703B-D632-5EA398BED1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57B7CFCA-1275-E01D-CAA4-04601DF756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9F8CCD4B-B8CC-E7F5-DC4E-95FC551FFC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C4596A4E-8AEC-138B-BE03-5F4AAF6DA68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F1461AFF-FF3E-BFA5-8624-F4B11B33CF66}"/>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C31AF2D2-EA89-8B31-1FBB-E0E63D1F7C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BFF5BD97-73BF-2DBC-BA95-EFC18EA42BE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F504F43C-6384-1D82-7C16-CDB8A2CDC950}"/>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A9670D22-DE3A-0453-AC79-CAEAEC52F7E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2DB473F-1F71-57EE-EECC-91E3B71D027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5737546D-C2F5-F40A-A922-A8836857651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2C96FA0F-D31F-6255-85F2-4C7975155F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E7A471C9-DFE5-D7E3-BDCF-D34F76A2D947}"/>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F8FC1D2C-2C32-AB6D-B8A0-9D88142BD0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A651396-BA73-180A-3C47-D3ECBC5A63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C1DE68BE-4290-04DC-9C73-6DEBA6E984AA}"/>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E8C1D884-17E5-B123-7786-13EFC8B1C79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4A711770-5F17-339A-143B-8E6C506E3D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8C031048-B3D2-862B-269C-E31F8D3945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95E9B3CF-3A43-24EF-24CB-9998DFA5B9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BFE0F669-CED7-6C49-9A40-3878DBBDB273}"/>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A986AACD-0AF0-48F6-C338-7B03A0BC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8B163263-905D-1924-0A07-135F6446028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6054EE18-5E57-78B7-F8C4-F586C0814909}"/>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B6946E54-383F-1F2A-E843-7238374C09A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22DDEF1-D33D-FA53-A70C-C73FE4BCA15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D1E571DD-FBFC-DF25-764F-AA1A3FF7CA8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4059747-68AE-B9DC-B51A-C2DA177C04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6BFB2020-CFF1-DFAB-54E8-5AA375970F04}"/>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8015EFAA-4C19-742C-24FA-A3A2976DA76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09EF1B81-2B6B-A063-94CA-52065B46492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CCB46E37-1D11-A00B-7C08-854E1D0389F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452DEFC5-DC57-69A3-2EB9-FF8F32207A0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DBB4C27C-189B-F741-24D0-12D12020CE93}"/>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1F664BC5-9F38-0DFD-63B2-C09AB5C5781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E795AB80-F7CE-2951-2FA4-C5B6D4B63542}"/>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248ACCB5-3D3F-3020-8C7B-B0B7F9D349B4}"/>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D6596E1E-27BA-A811-0E09-938DCC63E409}"/>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9FB63B36-CD69-E3A9-E48E-862B7B2AC9D2}"/>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313EE136-6F91-DF9F-5B25-A3B4E962A85C}"/>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45F86A1C-0F17-592D-7F02-B043878B957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609F241D-7DBC-A738-B04B-CFA449B09D4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F605B5AD-0E0C-9EED-C9C9-2E750823CBC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CE707F64-D917-AC29-9D4F-EA544EA3EEC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6866A53B-7C10-FEEA-63C6-862274A58CB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933F743E-E03B-1103-4462-69077B5BD05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9D936DE4-85BD-79FB-FD23-F564D3B6D8FE}"/>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5C7A6F37-FBB9-1D9C-29BA-E9F800FA14A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D62B53C3-FA84-14BD-B4EC-C6AC54FBF48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53DCC0C8-CCCD-A707-8F91-BD995FE6FE1B}"/>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15947D4C-A1E5-DAEA-B975-D1E20EC5097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FCC67F8-A0E8-C001-6D88-6F7582E5D58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0638D086-2568-1498-6C2A-7B03B9BBE167}"/>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A72800C2-06D9-1197-685A-38CD017F4300}"/>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2F507A7B-4B9A-1AA2-70EB-1C7E68A9536F}"/>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B5E95A8F-94B8-7F8D-748B-F6B873128741}"/>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26318A42-7D23-A530-053D-386FCC316746}"/>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6F4D2B53-159D-1082-FDFA-EF2EE41F680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CDA57045-8CFD-FEB3-85D1-089228558720}"/>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E1544C0F-6715-4482-922B-C59AD78852C8}"/>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D5DAAC4C-3291-B18C-AE29-1030D4C419AF}"/>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621DE65F-456C-6678-5744-C62983015FCE}"/>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66BB613D-EC0D-D225-3D2A-2CA4933FEDC9}"/>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7B3301FA-9542-3CE5-98FD-D65B933A07F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269A691A-4C63-9AA8-C537-67325F55D395}"/>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88DEC4A9-45CB-9BD2-ACC7-7710D55F1C85}"/>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EDB92BC4-5A92-4206-9EBB-55A3C84C70F0}"/>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4DDBF1AF-6D34-D69E-B781-3B050C9A667A}"/>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F624EDC0-616A-4EB2-6EF3-0E79A541E42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F8FACC14-1760-5F6C-4C0A-669B040979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857478DE-F64E-22A5-AA01-18836B99223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C8F216E9-BCEB-E74D-3D8A-FA81C9E9339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E3767BAE-84B1-DF53-BCD1-1EBD7F9D49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603EFA9-F51D-06CA-3F21-0BDCB2EEE9E2}"/>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10A2FBB6-7434-4A66-95E4-C74D55A2382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A32D9EF0-CED9-9104-D953-495A5CE18829}"/>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69999AAB-004F-18F1-D51B-6E4852E70653}"/>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852978B5-21BF-DAB5-9C34-BBE4A4D0FBDE}"/>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5C429D8C-64F6-1E4F-EAAC-8C21D2A8F689}"/>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AF1BBCE9-A959-C113-0009-08DFE61E2A6A}"/>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78B66953-1552-1FA4-EC7B-71826328EFA3}"/>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693693E8-FCC9-A7D4-4BA3-331E91BB5EF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0D9A99EB-16A9-D85B-55AB-0B4347E19641}"/>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65191F1-E1FE-D3FA-012B-5937A424317C}"/>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963B47B0-36CA-1083-E1FE-E3365C4B75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855A3403-DB7C-673F-BC2C-83DD681FC325}"/>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E46BD4D-65C7-1B82-A228-C433ED299453}"/>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EEB0F568-1FE1-5120-E3E4-188767218D54}"/>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789C819B-7F3F-C786-E03E-1DADAD581139}"/>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865915F3-DCBB-AD92-00F7-A6C556BC86B3}"/>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1028121B-603F-787F-837B-29C18C25FA5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F067BCD7-169E-1E68-ED27-D30AD040FD99}"/>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6885EB0E-65B5-609E-7776-CF8B8294A27F}"/>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41523834-7698-52A9-4365-0AB7DB7A6B23}"/>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FDA5877E-EC76-FC4F-3D48-A8EC8169CD8F}"/>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6FD1C037-C89F-E35A-5410-C51118678F5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CB8A2382-C5C5-5A4F-867E-8F454DDBF7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3EB2E560-100C-F271-98EB-36BCC94BCAF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E79396A1-D2CB-9462-00AF-FE7C843134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E8C83A2F-433C-03E5-EAD5-C9B14494640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0153F955-ACCB-DC95-8534-CF774A536EF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2D22260E-4533-088F-A255-B0AAAA91CCA2}"/>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085D0116-25A1-E17F-8685-51CEE2C1866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BA136515-34AD-ED6D-9020-91FB7417A3E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F2780F34-3929-3877-E242-4874717DDC5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F908DA27-1BB7-061E-63F5-51C53FA7104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CC3D3A46-58FC-3C88-5B42-E9AA5028F03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5F7B5F0A-37CB-E2D4-0B3E-6BC1DF6AB4E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DD3E7365-2A8D-A6E0-827D-516E5141D51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404B06E6-0039-C56C-49D8-810E142693B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2C54B527-188E-F2AF-56C9-CF20A06A4CBF}"/>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BC896077-3F04-B775-8BC9-16A54A9783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A0D7F88C-47DD-C20B-52FF-68B70D2F9E7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4A956386-3140-4BEE-22FB-DBA7AE6937E3}"/>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A1BAD94E-56DD-B668-FF15-8DCADBD7677F}"/>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B4C1AB91-DF63-895F-BFB8-5EDBEA06C5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A3D8F0E6-AB3E-1A81-EBD8-746E3816D7E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56946C36-794A-9027-DBE3-A95019F6C1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7E9D43CB-E5E1-2121-86EE-44884F500C03}"/>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F438C58F-2691-9B39-AA4E-65C15BAEBA4A}"/>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FC5B0123-561A-65AB-5751-483EAE7BDAE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81C99D6D-895E-5FF2-43D4-BC646116C89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3206AFB8-AD1C-3F94-8153-A6CA927B70E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836EDE08-DD16-9679-F3FA-6975FA11005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BCD84CA0-B5F0-C592-797A-F2845D716C65}"/>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A4DC94D7-93AD-7B87-2B4D-3440A85E256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A034EE1A-3F1A-66E6-563D-BD22B8BE92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30E64D16-958C-CF85-2A39-C598192E346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CA6F5610-B34C-86ED-A670-AA8B2A917003}"/>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68E28247-3184-2063-B2E3-AC513C038EC3}"/>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E16DB959-1264-482D-03A7-F3BAEF4373E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289B3493-19D1-099C-6F08-BCA7F45FD925}"/>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CAE4A3CE-B97D-F64D-E56E-4B9B5566305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E7722F79-7A67-888D-8D71-E1B79CB14CA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E2EF3377-7654-D219-5DD4-991DE8C9C8D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B103FE3E-304C-AA0D-4F97-A478B736D8E8}"/>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2468BE11-300B-FDBD-7283-3D65536F17F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226DCBC2-B2E3-FCD2-9F83-9CE1BAE356CD}"/>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D8131B44-D357-12A2-23CF-F5C14457601E}"/>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93BA80CB-E3A0-41A5-877D-FD99D17BB438}"/>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37DAECB6-ACCB-A838-CF2D-2FECC03780BE}"/>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83A0C46C-77C8-3EDC-5BCA-D2998574D2E1}"/>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4EA6986B-BF13-9652-E5E0-BBC6243F4A5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E12588EA-1B2E-A98D-B85C-8A1FCE853BD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8EFAC5D2-174C-989D-8C45-EB6BE9CC194B}"/>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2F7353-EC3F-D80A-113B-A5ECC785112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7FAE83A3-631B-2723-2505-54A2773FFB7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C900BC3C-C5CB-B416-A2AF-56790F12B42E}"/>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88DD43CA-7C50-7B95-4C75-68BD293B84F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121BA51D-05A8-866A-B969-908F73EE669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925052C5-D2E7-84C9-EDC1-EDDF9D9A5F2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489F958C-49D2-4A36-D571-B0DE36B9F00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6CBEE10E-F342-94CB-D53E-0502D6938B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2BE52D1A-1E3B-F519-1F16-3E1D6E87FB8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D550301C-8507-50F6-BB90-1695DD0A66D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3ACED3D7-0925-77C1-57F3-8817AF4FB2A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AEA22B66-2762-1E74-5E5F-1123921604B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59CCF3F7-7BA3-575E-21F6-0F36FBAC282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E61CF28B-31C3-1155-90B8-AB4C3A847689}"/>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BC1196C6-3A51-7B7C-9FF7-55004E40E429}"/>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2F4F3568-C694-F230-07F0-101D0D77CC9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BA0EFFF3-C2EF-F21F-A633-18F567EB06D5}"/>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69A56DDE-8FDD-0619-87CF-8C47774E2259}"/>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CD55F97C-C062-63FB-BED7-47D06CCB8B07}"/>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733531B5-4517-0DDF-93A1-EDC150F6721A}"/>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71152D1F-9753-7146-F19E-6FB50E707975}"/>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EAD95F07-F0CF-47DA-3A83-3C9C6DA0762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FD643408-BF9A-DFDF-0A31-351F548220E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FD847BB6-5A1A-DA04-6CBC-8D1CDBDABF9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75BA9AC0-3D2D-F5C3-95D9-DFE5245D87A7}"/>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6F5C0A19-50F2-B519-36C1-FFF270F423D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04E4558B-6CCB-E410-E02B-C2BDC7193FA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2CB8E060-9689-641D-5C8A-AF38E1929B02}"/>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CE9A18DC-B782-9401-A6EF-F6FDDB8CA204}"/>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8C164C21-DE43-18D8-245F-05356566CD82}"/>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A5E28F86-4BE5-FB84-3EBE-ECF1ED91EE0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136E5C20-8ED5-0DFD-8D56-BAD5DE1ED33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69D9CD83-3878-7C5E-0BB1-173CF1689A82}"/>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BD8BDE89-C25E-CAC8-6D50-CD2D642F6CC3}"/>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EF76EE99-B8D1-7803-B59A-898D26A1BAD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E6139EAB-450D-291C-DE82-FCF07D5A8B8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0885FF9E-BDE7-87D1-6EDE-1C9A49B648F7}"/>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70E39D9D-DDFE-1B3F-8D10-7602C8B23CA3}"/>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B8C1F-EC9A-181A-B8AB-1FDE06C6B494}"/>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A870A849-F366-F5A4-5665-19CA212A0E22}"/>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E990D7A2-4EAB-202D-213F-D68B5FC88B91}"/>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6895AE2-04E5-AFD5-DC69-677C600A7897}"/>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99A56A95-F0B9-E95A-74A1-634F07469C03}"/>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A76ABDC8-0F7E-63D4-18C2-1EA7D8EE3216}"/>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D293DB99-DEDB-9E4B-9531-1BE880AF4CCE}"/>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89EEE4AF-0054-F366-8F84-F0BCE2C60C80}"/>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2E925ADA-14D8-3360-938C-3344969B87E0}"/>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322B3BDE-1263-DF39-0FC8-64721B3B1DC2}"/>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B94BC3FA-61B0-C234-431A-D95F2F84FFCE}"/>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4A09003F-F470-AD20-E509-8AA9F150C4E4}"/>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2265BB98-B1EF-D5D4-AAF6-FE8B66C168D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31CF9276-62EE-64FD-7A6B-4A8C7BA5390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E30FD3FF-A102-9B47-1211-1408C6311A2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807B32C7-1204-0DBD-F638-9D0DBBE1F96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375E22A1-8A68-8AEA-2CA9-98BD1388E77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CE060E00-FE1B-009D-A021-7FB4AAB5B22E}"/>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32DC62AB-9637-680F-C32C-FE2CE5E4E33D}"/>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50440F9-A701-8431-DFED-2B97A4F2649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B4A3B700-92D4-98C8-52C9-CDEF51402DC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46A483A4-648F-4F53-5F07-A5F1C886A6AB}"/>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72BEC19E-FFC1-B38E-BBF1-D4B6E8552AA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64EC6785-8EC9-CCB7-8691-A66F1897F2E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DD249A63-8F45-ED7B-7DAC-62883241590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AAFBE977-6C05-3CA5-DB36-E01390D5ECA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C7C4E8A7-802C-F757-CE05-0F1CAEE5E68A}"/>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7A777C05-0FE7-7606-1911-E821441604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0DC4FE7C-4D28-2C03-A1DC-D35E67C990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2922B8B8-E4AB-0BAE-711B-1033F5DBD21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07832FFC-44D2-DB98-1AA6-471250C7F241}"/>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F910F288-CD6B-7C4D-90E1-184049AD4B9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3AE985BB-A1C8-4954-CD51-84354AEA9A7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6D951E57-DE0E-316E-D152-9F4BC79CFC1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78819975-C6DC-4A5C-75E1-6F14C635891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407301A5-1461-1E2A-EDCE-FADADB68E18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F543CEDA-3C0A-D6F5-F341-22830306B9A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7BA63213-895B-EB4B-A76F-7AE789E7C6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4CBC763A-08D8-F575-3D76-E672113FD32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CC0DE86D-DCBF-E297-6F1D-BE23440895F5}"/>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2E79E3AE-AEC8-AA27-6F69-B2C362DC5EB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93665C82-2AA1-3FDF-B717-63D20ED2A5F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C5E79D27-A27C-D823-83DD-423AFEA7F70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61FF9BD0-701F-6CD3-B0A1-B57F7F406D6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C1BBE2A7-0A4C-247E-A586-8CF7EA55DE3A}"/>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473644EE-C67A-BA7E-2DFD-035C5BDD7DB8}"/>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B013D19D-E166-55EC-9BD2-2D8C48B2A78A}"/>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3D1CE99A-33F0-F44A-E199-722E03896B33}"/>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52618869-E65E-A88A-0244-6FD37CE8100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7C4E73D0-9A4C-EE4D-D53E-D0E840D3A63D}"/>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FAF7BC38-4BC2-767E-BBE5-F0D6646465D1}"/>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C2D29549-302B-A510-CD90-29CC62919BCE}"/>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681788DF-87A7-7888-7426-FBC8447A477C}"/>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C21152D8-3CE2-15F9-CF21-441AB9105975}"/>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F7C36118-FD9C-D34E-4E9D-6D2F40DE49B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9F46E54E-FB78-B088-206D-7CFD42B9F781}"/>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2C389571-0FDD-EA2A-23F9-2FF8174E78F3}"/>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A25BF7B7-E3E4-A8F9-B1A6-14931B34CD2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04800297-B04E-95D0-27E1-A5840E801F61}"/>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CE619F80-50DE-4B60-D67C-57D17F515A92}"/>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61D6455D-0FF0-6487-DF0F-D13D737276A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26FD4F8E-AD1E-E006-E490-114B5F07C908}"/>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2803090E-596B-B695-A776-F19D079F0533}"/>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C1BC017A-003B-9088-D643-AB0103F0F8A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77BE3CA0-11CA-0A13-31C1-12E1D7CB9583}"/>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0547FDB-CD48-D0C9-F07B-D415CC964A71}"/>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B0E4F9EF-9CC4-735D-A22B-BC985974F43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A5C79240-45EC-878C-13A1-387860FE91E8}"/>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F88CEF2-E1A8-FC09-E17B-5AF151C6C20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EB2B5586-9822-E8C8-0CE5-803D73C4FA47}"/>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ED7E9AD0-C80A-7C97-C915-7979B30BE049}"/>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5002CDFA-4485-E02C-8819-12B91DEEABB3}"/>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27FEB4AE-9EC0-078F-021A-005A62260AE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C1F8470C-9F5A-09A3-39E3-FCFEB433845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94A57B11-E72B-6F8E-320E-94928E1F3594}"/>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E29E1E73-8AD9-BD4F-502E-FE3AE9D27E5C}"/>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D011375A-76A2-B2A9-4153-9CD75EF08A4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77DACD71-3AF0-5B1A-84C0-74E582F2FA3F}"/>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39DEDF5E-716E-66DD-FE1F-EBF5E2A6CEA7}"/>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82E8BC81-0908-E9B0-6A15-8AFE4869C1D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70380A-1444-AFF3-4AAF-00F5A9DEA797}"/>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A821CBCA-9028-8178-8BCD-AEA62DF853A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81E69DC4-D912-E0A2-1F98-46A3A320941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0427F05F-892D-987F-9CE7-3AC6F6C2553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8883B018-4917-EC2D-51AB-73ED447CBC8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DFDD671E-EAC7-DAFF-B99F-9182B5A3B2D7}"/>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7A488A20-B9BE-11BD-761E-826579C6C66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EEEE7DF-E47D-FA50-C36D-7DCE00539A14}"/>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39ACB680-9831-8C69-0AC9-84CC48CB733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FEBB617B-D6C5-F0D6-B159-98B3B2DCE751}"/>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20F8DC-05A2-0319-440E-0DCE4D8BC21A}"/>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26D90E71-6430-DDCB-E165-1B11DACDFE6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867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7EC033-D4F2-A2DB-9C51-8D036D42054A}"/>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D09C846C-F2B6-6B67-81F0-756F854E16EA}"/>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DB4991D1-CE4A-98F9-687B-B4D17DBAA44A}"/>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58DC0F14-9B23-5C48-5F72-2059FCEDB5F2}"/>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DF226210-AFA9-B451-DE7D-AD49231C7DE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4A30FF49-FA90-3B70-2500-2EB8AC211452}"/>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30EC60B2-C192-2EB8-80D2-9176C308EF17}"/>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642687A6-E156-A025-4EB5-48953E064A64}"/>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542860A5-E8CB-B887-3DCF-C16E59D001CA}"/>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1943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3B227B-DFEB-411B-C8F7-40E84805A24F}"/>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DAFE6233-A3C6-38F2-512A-FB4E41CC47A9}"/>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D8A0FAC4-2549-E0F9-C437-D79127FE9C67}"/>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36B3DD9B-03E7-7358-ABBE-B32BA3FFC305}"/>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D1C4D7C6-1CFB-2B4D-44AD-CAD17D46C742}"/>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3CE08731-047E-3967-8BE0-442EF7FC9053}"/>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36318CA5-08B8-3C2A-F4AC-FE5D857E011A}"/>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48AE0E1F-FB40-7145-7D04-54D5025B4703}"/>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04970A6A-CF09-10D5-4CB9-F664FD979405}"/>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AEBABF21-790E-696D-E962-90D9282715F4}"/>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CFDDA0D2-84A6-5433-2346-7D40F15C64FD}"/>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462FD743-D53D-804D-D332-A191913AABE1}"/>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23307AE4-4AE8-3B00-A1D2-B8514C6DFE3A}"/>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7C1C5AA8-C823-5582-073A-20CF3AFABD92}"/>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F9058CC8-0A3F-1A8C-3DF2-CE0B74D83FF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69A07E25-38D2-1FFE-FBD3-0B1D18817FDE}"/>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2DCED760-FC65-21DF-6A3E-DF1D747DCA2C}"/>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8323C986-372E-0B54-3FD1-5B62BD396070}"/>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3548DB6D-0EF8-0E43-30B7-8068CFAD14F1}"/>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F6C2400-2D65-ED6B-9796-BE854283BC3E}"/>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5E80C0E6-680E-55ED-6A86-E7B90AF2CA11}"/>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813899CC-9B0B-D3CD-D261-1519BC7F3D37}"/>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5FD7D087-FE2B-3413-4BFA-11F54CF54FA6}"/>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0592A7FB-3EE9-CA30-71F8-78BB4BD90DE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81C69A86-7822-D916-582B-F90209388FCB}"/>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6FC58AE5-835C-CD1D-9A6C-FA3A5CB537F4}"/>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628A78AD-7CA5-7264-6A6B-F44201B2050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5BD3C2F5-71BA-778C-037F-1CA0F6196FE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E4C2E63E-16EE-8621-E8D8-7236722C8B30}"/>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45DB1C71-57F6-3F75-A011-2E7790D5FF25}"/>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CA6B65D8-DAA9-3C7A-562C-8E30EF1CFE28}"/>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1B6884-8474-F2AA-4D05-74B4FF4C5998}"/>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9584FB81-9671-58B3-E168-F987FC3E41F5}"/>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9E767C03-3E89-E329-1502-B660ADF1C04A}"/>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94512805-E5F6-7E95-0E01-5B2BF477D476}"/>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2660F2DA-74BD-84F7-566A-A5D0931985ED}"/>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802A87BE-270B-C269-526C-93A0E9CF401D}"/>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0BC894FA-0154-B3D4-278E-3188B4B8262C}"/>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E66D1CF0-716A-F719-B4BE-B7029D319AE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6E6B7BAE-21C0-35D2-5E3C-31061E984427}"/>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CA0AD359-24DA-0B78-1599-13381B64231C}"/>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727F4B6F-56DB-B5D1-5C92-06538C7EE4A7}"/>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63B45D0-8747-D19D-667E-4FD9DD45ABCC}"/>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EEBAA518-7827-7528-7AF7-B82457B54693}"/>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31736EC3-A485-739C-AF34-2E31A3477B6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3169C35D-E223-E853-2917-2301152523C6}"/>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55C58F84-A417-13EF-2D88-00030C794B3B}"/>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AA1E52AF-27E0-9D46-E908-20701E45E6B5}"/>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E4F9E7EF-F3F2-BFA9-3306-523A31ED6C0D}"/>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9C015D7C-4DD6-BF8C-B89A-E9AF4DA718BA}"/>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5B72D3C2-6146-72D5-9ED4-A332C4DC5B4B}"/>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EBF038E5-C308-1F8C-D6E9-A2105162895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B50147FE-32C9-358F-0A3B-8B35FD1B46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58B83924-B1AA-0719-582A-455A6392A56C}"/>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BA2835B3-D121-9C40-AAA3-5BCC908B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5D253E2F-0058-518B-227A-80099C7F9A4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D3E6CCC8-9DC0-B8CA-0D7E-2EB64808568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6897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51A904-DF28-2A60-1FB7-D03C780E9682}"/>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81DFC0C3-81C8-A4EE-1EE1-3C548531B47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D6428EAF-DFF6-06A5-6673-141724F3CEDB}"/>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ADA825D5-40B9-7448-2454-23001BBCF0F1}"/>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68251883-0DCA-5EB4-7409-8BBB62BAE7C9}"/>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11614F82-885B-3F99-3DAC-4543BB31DACE}"/>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1265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4750A9-6A72-B220-43B2-D0597EB3324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1FEBB1C-BDD9-8FFF-29B8-813F27E7BCB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Protocol </a:t>
            </a:r>
            <a:r>
              <a:rPr lang="en-US" altLang="en-US" dirty="0">
                <a:ea typeface="ＭＳ Ｐゴシック" panose="020B0600070205080204" pitchFamily="34" charset="-128"/>
              </a:rPr>
              <a:t>“l</a:t>
            </a:r>
            <a:r>
              <a:rPr lang="en-US" altLang="ja-JP" sz="4400" dirty="0">
                <a:ea typeface="ＭＳ Ｐゴシック" panose="020B0600070205080204" pitchFamily="34" charset="-128"/>
              </a:rPr>
              <a:t>ayers</a:t>
            </a:r>
            <a:r>
              <a:rPr lang="en-US" altLang="ja-JP" dirty="0">
                <a:ea typeface="ＭＳ Ｐゴシック" panose="020B0600070205080204" pitchFamily="34" charset="-128"/>
              </a:rPr>
              <a:t>”</a:t>
            </a:r>
            <a:r>
              <a:rPr lang="en-US" altLang="ja-JP" sz="4400" dirty="0">
                <a:ea typeface="ＭＳ Ｐゴシック" panose="020B0600070205080204" pitchFamily="34" charset="-128"/>
              </a:rPr>
              <a:t> and reference </a:t>
            </a:r>
            <a:r>
              <a:rPr lang="en-US" altLang="ja-JP" dirty="0">
                <a:ea typeface="ＭＳ Ｐゴシック" panose="020B0600070205080204" pitchFamily="34" charset="-128"/>
              </a:rPr>
              <a:t>m</a:t>
            </a:r>
            <a:r>
              <a:rPr lang="en-US" altLang="ja-JP" sz="4400" dirty="0">
                <a:ea typeface="ＭＳ Ｐゴシック" panose="020B0600070205080204" pitchFamily="34" charset="-128"/>
              </a:rPr>
              <a:t>odels</a:t>
            </a:r>
            <a:endParaRPr lang="en-US" altLang="en-US" sz="4400" dirty="0">
              <a:ea typeface="ＭＳ Ｐゴシック" panose="020B0600070205080204" pitchFamily="34" charset="-128"/>
            </a:endParaRPr>
          </a:p>
        </p:txBody>
      </p:sp>
      <p:sp>
        <p:nvSpPr>
          <p:cNvPr id="45" name="Rectangle 3">
            <a:extLst>
              <a:ext uri="{FF2B5EF4-FFF2-40B4-BE49-F238E27FC236}">
                <a16:creationId xmlns:a16="http://schemas.microsoft.com/office/drawing/2014/main" id="{008FDB68-88CA-409D-AC85-3682E676FD6F}"/>
              </a:ext>
            </a:extLst>
          </p:cNvPr>
          <p:cNvSpPr txBox="1">
            <a:spLocks noChangeArrowheads="1"/>
          </p:cNvSpPr>
          <p:nvPr/>
        </p:nvSpPr>
        <p:spPr>
          <a:xfrm>
            <a:off x="800566" y="1575775"/>
            <a:ext cx="5615905" cy="50498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Networks are complex,</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 many “</a:t>
            </a:r>
            <a:r>
              <a:rPr kumimoji="0" lang="en-US" altLang="ja-JP"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pieces”: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hosts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links of various media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hardware, software</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endPar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1" name="Rectangle 4">
            <a:extLst>
              <a:ext uri="{FF2B5EF4-FFF2-40B4-BE49-F238E27FC236}">
                <a16:creationId xmlns:a16="http://schemas.microsoft.com/office/drawing/2014/main" id="{FEC81816-E077-46EE-B2DF-69C069DB3AB5}"/>
              </a:ext>
            </a:extLst>
          </p:cNvPr>
          <p:cNvSpPr txBox="1">
            <a:spLocks noChangeArrowheads="1"/>
          </p:cNvSpPr>
          <p:nvPr/>
        </p:nvSpPr>
        <p:spPr>
          <a:xfrm>
            <a:off x="6584274" y="1539452"/>
            <a:ext cx="4531739" cy="43430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7800" marR="0" lvl="0" indent="-47625" defTabSz="914400" rtl="0" eaLnBrk="1" fontAlgn="auto" latinLnBrk="0" hangingPunct="1">
              <a:lnSpc>
                <a:spcPct val="90000"/>
              </a:lnSpc>
              <a:spcBef>
                <a:spcPts val="1000"/>
              </a:spcBef>
              <a:spcAft>
                <a:spcPts val="0"/>
              </a:spcAft>
              <a:buClr>
                <a:srgbClr val="0000A3"/>
              </a:buClr>
              <a:buSzTx/>
              <a:buFont typeface="Wingdings" pitchFamily="2" charset="2"/>
              <a:buNone/>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Question:</a:t>
            </a:r>
            <a:r>
              <a:rPr kumimoji="0" lang="en-US" altLang="en-US" sz="2400" b="0" i="0" u="sng"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any hope of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structure of network?</a:t>
            </a:r>
          </a:p>
          <a:p>
            <a:pPr marL="522288" indent="-223838"/>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and/or our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discussion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networks?</a:t>
            </a:r>
          </a:p>
        </p:txBody>
      </p:sp>
      <p:sp>
        <p:nvSpPr>
          <p:cNvPr id="5" name="Slide Number Placeholder 5">
            <a:extLst>
              <a:ext uri="{FF2B5EF4-FFF2-40B4-BE49-F238E27FC236}">
                <a16:creationId xmlns:a16="http://schemas.microsoft.com/office/drawing/2014/main" id="{C18AB3C3-8267-F0D6-6546-2483216E7660}"/>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18</a:t>
            </a:fld>
            <a:endParaRPr lang="en-US" dirty="0"/>
          </a:p>
        </p:txBody>
      </p:sp>
    </p:spTree>
    <p:extLst>
      <p:ext uri="{BB962C8B-B14F-4D97-AF65-F5344CB8AC3E}">
        <p14:creationId xmlns:p14="http://schemas.microsoft.com/office/powerpoint/2010/main" val="1299500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What’s a protocol?</a:t>
            </a:r>
            <a:endParaRPr lang="en-US" dirty="0"/>
          </a:p>
        </p:txBody>
      </p:sp>
      <p:sp>
        <p:nvSpPr>
          <p:cNvPr id="609" name="Rectangle 3">
            <a:extLst>
              <a:ext uri="{FF2B5EF4-FFF2-40B4-BE49-F238E27FC236}">
                <a16:creationId xmlns:a16="http://schemas.microsoft.com/office/drawing/2014/main" id="{206E5658-AD06-5B45-9559-3CE607888606}"/>
              </a:ext>
            </a:extLst>
          </p:cNvPr>
          <p:cNvSpPr txBox="1">
            <a:spLocks noChangeArrowheads="1"/>
          </p:cNvSpPr>
          <p:nvPr/>
        </p:nvSpPr>
        <p:spPr>
          <a:xfrm>
            <a:off x="844202" y="1490089"/>
            <a:ext cx="3581400" cy="46482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ea typeface="ＭＳ Ｐゴシック" panose="020B0600070205080204" pitchFamily="34" charset="-128"/>
              </a:rPr>
              <a:t>Human protocols:</a:t>
            </a:r>
          </a:p>
          <a:p>
            <a:pPr marL="349250" indent="-220663">
              <a:buSzPct val="75000"/>
            </a:pPr>
            <a:r>
              <a:rPr lang="en-US" altLang="ja-JP" sz="2400" dirty="0">
                <a:ea typeface="ＭＳ Ｐゴシック" panose="020B0600070205080204" pitchFamily="34" charset="-128"/>
              </a:rPr>
              <a:t>“what’s the time?”</a:t>
            </a:r>
          </a:p>
          <a:p>
            <a:pPr marL="349250" indent="-220663">
              <a:buSzPct val="75000"/>
            </a:pPr>
            <a:r>
              <a:rPr lang="en-US" altLang="ja-JP" sz="2400" dirty="0">
                <a:ea typeface="ＭＳ Ｐゴシック" panose="020B0600070205080204" pitchFamily="34" charset="-128"/>
              </a:rPr>
              <a:t>“I have a question”</a:t>
            </a:r>
          </a:p>
          <a:p>
            <a:pPr marL="349250" indent="-220663">
              <a:buSzPct val="75000"/>
            </a:pPr>
            <a:r>
              <a:rPr lang="en-US" altLang="en-US" sz="2400" dirty="0">
                <a:ea typeface="ＭＳ Ｐゴシック" panose="020B0600070205080204" pitchFamily="34" charset="-128"/>
              </a:rPr>
              <a:t>introductions</a:t>
            </a:r>
            <a:endParaRPr lang="en-US" altLang="en-US" dirty="0">
              <a:ea typeface="ＭＳ Ｐゴシック" panose="020B0600070205080204" pitchFamily="34" charset="-128"/>
            </a:endParaRPr>
          </a:p>
        </p:txBody>
      </p:sp>
      <p:sp>
        <p:nvSpPr>
          <p:cNvPr id="610" name="Rectangle 4">
            <a:extLst>
              <a:ext uri="{FF2B5EF4-FFF2-40B4-BE49-F238E27FC236}">
                <a16:creationId xmlns:a16="http://schemas.microsoft.com/office/drawing/2014/main" id="{9D396FB4-4702-8A46-BFF5-B81AA58972AF}"/>
              </a:ext>
            </a:extLst>
          </p:cNvPr>
          <p:cNvSpPr txBox="1">
            <a:spLocks noChangeArrowheads="1"/>
          </p:cNvSpPr>
          <p:nvPr/>
        </p:nvSpPr>
        <p:spPr>
          <a:xfrm>
            <a:off x="5182172" y="1500137"/>
            <a:ext cx="5780439" cy="25908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protocols:</a:t>
            </a:r>
          </a:p>
          <a:p>
            <a:pPr marL="349250" indent="-220663">
              <a:buSzPct val="75000"/>
            </a:pPr>
            <a:r>
              <a:rPr lang="en-US" altLang="en-US" sz="2400" dirty="0">
                <a:latin typeface="Calibri" panose="020F0502020204030204" pitchFamily="34" charset="0"/>
                <a:ea typeface="ＭＳ Ｐゴシック" panose="020B0600070205080204" pitchFamily="34" charset="-128"/>
                <a:cs typeface="Calibri" panose="020F0502020204030204" pitchFamily="34" charset="0"/>
              </a:rPr>
              <a:t>computers (devices) rather than humans</a:t>
            </a:r>
          </a:p>
          <a:p>
            <a:pPr marL="349250" indent="-220663">
              <a:buSzPct val="75000"/>
            </a:pPr>
            <a:r>
              <a:rPr lang="en-US" altLang="en-US" sz="2400" dirty="0">
                <a:latin typeface="Calibri" panose="020F0502020204030204" pitchFamily="34" charset="0"/>
                <a:ea typeface="ＭＳ Ｐゴシック" panose="020B0600070205080204" pitchFamily="34" charset="-128"/>
                <a:cs typeface="Calibri" panose="020F0502020204030204" pitchFamily="34" charset="0"/>
              </a:rPr>
              <a:t>all communication activity in Internet governed by protocols</a:t>
            </a:r>
          </a:p>
        </p:txBody>
      </p:sp>
      <p:grpSp>
        <p:nvGrpSpPr>
          <p:cNvPr id="7" name="Group 6">
            <a:extLst>
              <a:ext uri="{FF2B5EF4-FFF2-40B4-BE49-F238E27FC236}">
                <a16:creationId xmlns:a16="http://schemas.microsoft.com/office/drawing/2014/main" id="{ED53E871-92D8-754E-98DE-E8454C077808}"/>
              </a:ext>
            </a:extLst>
          </p:cNvPr>
          <p:cNvGrpSpPr/>
          <p:nvPr/>
        </p:nvGrpSpPr>
        <p:grpSpPr>
          <a:xfrm>
            <a:off x="5192221" y="3708643"/>
            <a:ext cx="5860823" cy="2568587"/>
            <a:chOff x="5573361" y="3999310"/>
            <a:chExt cx="5860823" cy="2568587"/>
          </a:xfrm>
        </p:grpSpPr>
        <p:sp>
          <p:nvSpPr>
            <p:cNvPr id="612" name="Rectangle 5">
              <a:extLst>
                <a:ext uri="{FF2B5EF4-FFF2-40B4-BE49-F238E27FC236}">
                  <a16:creationId xmlns:a16="http://schemas.microsoft.com/office/drawing/2014/main" id="{638623C1-C1BD-AA44-B5D3-D4E8981772E9}"/>
                </a:ext>
              </a:extLst>
            </p:cNvPr>
            <p:cNvSpPr>
              <a:spLocks noChangeArrowheads="1"/>
            </p:cNvSpPr>
            <p:nvPr/>
          </p:nvSpPr>
          <p:spPr bwMode="auto">
            <a:xfrm>
              <a:off x="5573361" y="4205697"/>
              <a:ext cx="5720151"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spcBef>
                  <a:spcPct val="20000"/>
                </a:spcBef>
                <a:buClr>
                  <a:schemeClr val="accent2"/>
                </a:buClr>
                <a:buSzPct val="85000"/>
                <a:buFont typeface="Wingdings" pitchFamily="2" charset="2"/>
                <a:buNone/>
              </a:pPr>
              <a:r>
                <a:rPr lang="en-US" altLang="en-US" sz="2800" i="1" dirty="0">
                  <a:solidFill>
                    <a:srgbClr val="CC0000"/>
                  </a:solidFill>
                  <a:latin typeface="+mn-lt"/>
                </a:rPr>
                <a:t>Protocols</a:t>
              </a:r>
              <a:r>
                <a:rPr lang="en-US" altLang="en-US" sz="2800" i="1" dirty="0">
                  <a:latin typeface="+mn-lt"/>
                </a:rPr>
                <a:t> define the </a:t>
              </a:r>
              <a:r>
                <a:rPr lang="en-US" altLang="en-US" sz="2800" i="1" dirty="0">
                  <a:solidFill>
                    <a:srgbClr val="CC0000"/>
                  </a:solidFill>
                  <a:latin typeface="+mn-lt"/>
                </a:rPr>
                <a:t>format</a:t>
              </a:r>
              <a:r>
                <a:rPr lang="en-US" altLang="en-US" sz="2800" i="1" dirty="0">
                  <a:latin typeface="+mn-lt"/>
                </a:rPr>
                <a:t>, </a:t>
              </a:r>
              <a:r>
                <a:rPr lang="en-US" altLang="en-US" sz="2800" i="1" dirty="0">
                  <a:solidFill>
                    <a:srgbClr val="CC0000"/>
                  </a:solidFill>
                  <a:latin typeface="+mn-lt"/>
                </a:rPr>
                <a:t>order</a:t>
              </a:r>
              <a:r>
                <a:rPr lang="en-US" altLang="en-US" sz="2800" i="1" dirty="0">
                  <a:latin typeface="+mn-lt"/>
                </a:rPr>
                <a:t> of </a:t>
              </a:r>
              <a:r>
                <a:rPr lang="en-US" altLang="en-US" sz="2800" i="1" dirty="0">
                  <a:solidFill>
                    <a:srgbClr val="CC0000"/>
                  </a:solidFill>
                  <a:latin typeface="+mn-lt"/>
                </a:rPr>
                <a:t>messages sent and received</a:t>
              </a:r>
              <a:r>
                <a:rPr lang="en-US" altLang="en-US" sz="2800" i="1" dirty="0">
                  <a:latin typeface="+mn-lt"/>
                </a:rPr>
                <a:t> among network entities, and </a:t>
              </a:r>
              <a:r>
                <a:rPr lang="en-US" altLang="en-US" sz="2800" i="1" dirty="0">
                  <a:solidFill>
                    <a:srgbClr val="CC0000"/>
                  </a:solidFill>
                  <a:latin typeface="+mn-lt"/>
                </a:rPr>
                <a:t>actions taken</a:t>
              </a:r>
              <a:r>
                <a:rPr lang="en-US" altLang="en-US" sz="2800" i="1" dirty="0">
                  <a:latin typeface="+mn-lt"/>
                </a:rPr>
                <a:t> on message transmission, receipt</a:t>
              </a:r>
              <a:r>
                <a:rPr lang="en-US" altLang="en-US" i="1" dirty="0">
                  <a:solidFill>
                    <a:srgbClr val="FF0000"/>
                  </a:solidFill>
                  <a:latin typeface="+mn-lt"/>
                </a:rPr>
                <a:t> </a:t>
              </a:r>
            </a:p>
          </p:txBody>
        </p:sp>
        <p:sp>
          <p:nvSpPr>
            <p:cNvPr id="613" name="Rectangle 6">
              <a:extLst>
                <a:ext uri="{FF2B5EF4-FFF2-40B4-BE49-F238E27FC236}">
                  <a16:creationId xmlns:a16="http://schemas.microsoft.com/office/drawing/2014/main" id="{4BB2FBA9-962F-5D48-9F9D-959DBE62A5C6}"/>
                </a:ext>
              </a:extLst>
            </p:cNvPr>
            <p:cNvSpPr>
              <a:spLocks noChangeArrowheads="1"/>
            </p:cNvSpPr>
            <p:nvPr/>
          </p:nvSpPr>
          <p:spPr bwMode="auto">
            <a:xfrm>
              <a:off x="5653745" y="3999310"/>
              <a:ext cx="5780439" cy="2362200"/>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grpSp>
      <p:sp>
        <p:nvSpPr>
          <p:cNvPr id="9" name="Rectangle 3">
            <a:extLst>
              <a:ext uri="{FF2B5EF4-FFF2-40B4-BE49-F238E27FC236}">
                <a16:creationId xmlns:a16="http://schemas.microsoft.com/office/drawing/2014/main" id="{5C4EF36E-7FBB-D046-BD23-68A2AE895884}"/>
              </a:ext>
            </a:extLst>
          </p:cNvPr>
          <p:cNvSpPr txBox="1">
            <a:spLocks noChangeArrowheads="1"/>
          </p:cNvSpPr>
          <p:nvPr/>
        </p:nvSpPr>
        <p:spPr>
          <a:xfrm>
            <a:off x="952500" y="3843823"/>
            <a:ext cx="3581400" cy="2065910"/>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2400" dirty="0">
                <a:ea typeface="ＭＳ Ｐゴシック" panose="020B0600070205080204" pitchFamily="34" charset="-128"/>
              </a:rPr>
              <a:t>Rules for:</a:t>
            </a:r>
          </a:p>
          <a:p>
            <a:pPr>
              <a:buFont typeface="Wingdings" pitchFamily="2" charset="2"/>
              <a:buNone/>
            </a:pPr>
            <a:r>
              <a:rPr lang="en-US" altLang="en-US" sz="2400" dirty="0">
                <a:ea typeface="ＭＳ Ｐゴシック" panose="020B0600070205080204" pitchFamily="34" charset="-128"/>
              </a:rPr>
              <a:t>… specific messages sent</a:t>
            </a:r>
          </a:p>
          <a:p>
            <a:pPr>
              <a:buFont typeface="Wingdings" pitchFamily="2" charset="2"/>
              <a:buNone/>
            </a:pPr>
            <a:r>
              <a:rPr lang="en-US" altLang="en-US" sz="2400" dirty="0">
                <a:ea typeface="ＭＳ Ｐゴシック" panose="020B0600070205080204" pitchFamily="34" charset="-128"/>
              </a:rPr>
              <a:t>… specific actions taken when message received, or other events</a:t>
            </a:r>
          </a:p>
        </p:txBody>
      </p:sp>
      <p:sp>
        <p:nvSpPr>
          <p:cNvPr id="10" name="Slide Number Placeholder 2">
            <a:extLst>
              <a:ext uri="{FF2B5EF4-FFF2-40B4-BE49-F238E27FC236}">
                <a16:creationId xmlns:a16="http://schemas.microsoft.com/office/drawing/2014/main" id="{AE2BFFF5-C0D1-DE46-8808-B7F7F61640ED}"/>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19</a:t>
            </a:fld>
            <a:endParaRPr lang="en-US" dirty="0"/>
          </a:p>
        </p:txBody>
      </p:sp>
    </p:spTree>
    <p:extLst>
      <p:ext uri="{BB962C8B-B14F-4D97-AF65-F5344CB8AC3E}">
        <p14:creationId xmlns:p14="http://schemas.microsoft.com/office/powerpoint/2010/main" val="730174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0"/>
                                        </p:tgtEl>
                                        <p:attrNameLst>
                                          <p:attrName>style.visibility</p:attrName>
                                        </p:attrNameLst>
                                      </p:cBhvr>
                                      <p:to>
                                        <p:strVal val="visible"/>
                                      </p:to>
                                    </p:set>
                                    <p:animEffect transition="in" filter="dissolve">
                                      <p:cBhvr>
                                        <p:cTn id="12" dur="500"/>
                                        <p:tgtEl>
                                          <p:spTgt spid="6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0" grpId="0"/>
      <p:bldP spid="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What’s a protocol?</a:t>
            </a:r>
            <a:endParaRPr lang="en-US" dirty="0"/>
          </a:p>
        </p:txBody>
      </p:sp>
      <p:sp>
        <p:nvSpPr>
          <p:cNvPr id="10" name="Rectangle 3">
            <a:extLst>
              <a:ext uri="{FF2B5EF4-FFF2-40B4-BE49-F238E27FC236}">
                <a16:creationId xmlns:a16="http://schemas.microsoft.com/office/drawing/2014/main" id="{5FDA5BE8-E15B-EA45-8818-A68BEA678236}"/>
              </a:ext>
            </a:extLst>
          </p:cNvPr>
          <p:cNvSpPr txBox="1">
            <a:spLocks noChangeArrowheads="1"/>
          </p:cNvSpPr>
          <p:nvPr/>
        </p:nvSpPr>
        <p:spPr>
          <a:xfrm>
            <a:off x="885095" y="1371600"/>
            <a:ext cx="8153400" cy="685800"/>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dirty="0">
                <a:ea typeface="ＭＳ Ｐゴシック" panose="020B0600070205080204" pitchFamily="34" charset="-128"/>
              </a:rPr>
              <a:t>A human protocol and a computer network protocol:</a:t>
            </a:r>
          </a:p>
          <a:p>
            <a:pPr>
              <a:buFont typeface="Wingdings" pitchFamily="2" charset="2"/>
              <a:buNone/>
            </a:pPr>
            <a:endParaRPr lang="en-US" altLang="en-US" dirty="0">
              <a:ea typeface="ＭＳ Ｐゴシック" panose="020B0600070205080204" pitchFamily="34" charset="-128"/>
            </a:endParaRPr>
          </a:p>
        </p:txBody>
      </p:sp>
      <p:sp>
        <p:nvSpPr>
          <p:cNvPr id="11" name="Rectangle 8">
            <a:extLst>
              <a:ext uri="{FF2B5EF4-FFF2-40B4-BE49-F238E27FC236}">
                <a16:creationId xmlns:a16="http://schemas.microsoft.com/office/drawing/2014/main" id="{CD43C19F-41ED-3443-B50D-7AA2E7350B6B}"/>
              </a:ext>
            </a:extLst>
          </p:cNvPr>
          <p:cNvSpPr>
            <a:spLocks noChangeArrowheads="1"/>
          </p:cNvSpPr>
          <p:nvPr/>
        </p:nvSpPr>
        <p:spPr bwMode="auto">
          <a:xfrm>
            <a:off x="980344" y="5862638"/>
            <a:ext cx="5511891"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chemeClr val="accent2"/>
              </a:buClr>
              <a:buSzPct val="85000"/>
              <a:buFont typeface="Wingdings" pitchFamily="2" charset="2"/>
              <a:buNone/>
            </a:pPr>
            <a:r>
              <a:rPr lang="en-US" altLang="en-US" sz="3200" i="1" dirty="0">
                <a:solidFill>
                  <a:srgbClr val="CC0000"/>
                </a:solidFill>
                <a:latin typeface="Calibri" panose="020F0502020204030204" pitchFamily="34" charset="0"/>
                <a:cs typeface="Calibri" panose="020F0502020204030204" pitchFamily="34" charset="0"/>
              </a:rPr>
              <a:t>Q:</a:t>
            </a:r>
            <a:r>
              <a:rPr lang="en-US" altLang="en-US" sz="3200" dirty="0">
                <a:latin typeface="Calibri" panose="020F0502020204030204" pitchFamily="34" charset="0"/>
                <a:cs typeface="Calibri" panose="020F0502020204030204" pitchFamily="34" charset="0"/>
              </a:rPr>
              <a:t> other human protocols? </a:t>
            </a:r>
          </a:p>
        </p:txBody>
      </p:sp>
      <p:pic>
        <p:nvPicPr>
          <p:cNvPr id="13" name="Picture 62" descr="Alice">
            <a:extLst>
              <a:ext uri="{FF2B5EF4-FFF2-40B4-BE49-F238E27FC236}">
                <a16:creationId xmlns:a16="http://schemas.microsoft.com/office/drawing/2014/main" id="{6AC32637-72CC-184C-8EF2-C7474809C0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7642" y="2314576"/>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63" descr="Bob">
            <a:extLst>
              <a:ext uri="{FF2B5EF4-FFF2-40B4-BE49-F238E27FC236}">
                <a16:creationId xmlns:a16="http://schemas.microsoft.com/office/drawing/2014/main" id="{0C9653DB-36BF-FC4E-96D5-398A63E280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96992" y="2709863"/>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8">
            <a:extLst>
              <a:ext uri="{FF2B5EF4-FFF2-40B4-BE49-F238E27FC236}">
                <a16:creationId xmlns:a16="http://schemas.microsoft.com/office/drawing/2014/main" id="{2A0AB36B-394C-B44E-9FDF-B5332733F92C}"/>
              </a:ext>
            </a:extLst>
          </p:cNvPr>
          <p:cNvGrpSpPr/>
          <p:nvPr/>
        </p:nvGrpSpPr>
        <p:grpSpPr>
          <a:xfrm>
            <a:off x="2925329" y="2422526"/>
            <a:ext cx="1762125" cy="563562"/>
            <a:chOff x="2925329" y="2422526"/>
            <a:chExt cx="1762125" cy="563562"/>
          </a:xfrm>
        </p:grpSpPr>
        <p:sp>
          <p:nvSpPr>
            <p:cNvPr id="12" name="Line 10">
              <a:extLst>
                <a:ext uri="{FF2B5EF4-FFF2-40B4-BE49-F238E27FC236}">
                  <a16:creationId xmlns:a16="http://schemas.microsoft.com/office/drawing/2014/main" id="{AF107355-7D98-0B44-975B-CBF0C399423E}"/>
                </a:ext>
              </a:extLst>
            </p:cNvPr>
            <p:cNvSpPr>
              <a:spLocks noChangeShapeType="1"/>
            </p:cNvSpPr>
            <p:nvPr/>
          </p:nvSpPr>
          <p:spPr bwMode="auto">
            <a:xfrm>
              <a:off x="2925329" y="2709863"/>
              <a:ext cx="1762125" cy="276225"/>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15" name="Text Box 64">
              <a:extLst>
                <a:ext uri="{FF2B5EF4-FFF2-40B4-BE49-F238E27FC236}">
                  <a16:creationId xmlns:a16="http://schemas.microsoft.com/office/drawing/2014/main" id="{E3C8F55E-81A4-6845-B300-C80C498A8F1A}"/>
                </a:ext>
              </a:extLst>
            </p:cNvPr>
            <p:cNvSpPr txBox="1">
              <a:spLocks noChangeArrowheads="1"/>
            </p:cNvSpPr>
            <p:nvPr/>
          </p:nvSpPr>
          <p:spPr bwMode="auto">
            <a:xfrm>
              <a:off x="3366654" y="2422526"/>
              <a:ext cx="447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Hi</a:t>
              </a:r>
            </a:p>
          </p:txBody>
        </p:sp>
      </p:grpSp>
      <p:grpSp>
        <p:nvGrpSpPr>
          <p:cNvPr id="79" name="Group 78">
            <a:extLst>
              <a:ext uri="{FF2B5EF4-FFF2-40B4-BE49-F238E27FC236}">
                <a16:creationId xmlns:a16="http://schemas.microsoft.com/office/drawing/2014/main" id="{A770EA7E-36C8-3342-B70C-2DA2FD8C7B3E}"/>
              </a:ext>
            </a:extLst>
          </p:cNvPr>
          <p:cNvGrpSpPr/>
          <p:nvPr/>
        </p:nvGrpSpPr>
        <p:grpSpPr>
          <a:xfrm>
            <a:off x="2617354" y="3046413"/>
            <a:ext cx="2085975" cy="584200"/>
            <a:chOff x="2617354" y="3046413"/>
            <a:chExt cx="2085975" cy="584200"/>
          </a:xfrm>
        </p:grpSpPr>
        <p:sp>
          <p:nvSpPr>
            <p:cNvPr id="16" name="Line 66">
              <a:extLst>
                <a:ext uri="{FF2B5EF4-FFF2-40B4-BE49-F238E27FC236}">
                  <a16:creationId xmlns:a16="http://schemas.microsoft.com/office/drawing/2014/main" id="{7BC224F4-2A52-C946-B3A2-501E3BADDE24}"/>
                </a:ext>
              </a:extLst>
            </p:cNvPr>
            <p:cNvSpPr>
              <a:spLocks noChangeShapeType="1"/>
            </p:cNvSpPr>
            <p:nvPr/>
          </p:nvSpPr>
          <p:spPr bwMode="auto">
            <a:xfrm flipV="1">
              <a:off x="2617354" y="3268663"/>
              <a:ext cx="2085975" cy="361950"/>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17" name="Text Box 67">
              <a:extLst>
                <a:ext uri="{FF2B5EF4-FFF2-40B4-BE49-F238E27FC236}">
                  <a16:creationId xmlns:a16="http://schemas.microsoft.com/office/drawing/2014/main" id="{EF38DB23-31AC-F649-B4F9-0760E840DF33}"/>
                </a:ext>
              </a:extLst>
            </p:cNvPr>
            <p:cNvSpPr txBox="1">
              <a:spLocks noChangeArrowheads="1"/>
            </p:cNvSpPr>
            <p:nvPr/>
          </p:nvSpPr>
          <p:spPr bwMode="auto">
            <a:xfrm>
              <a:off x="3357129" y="3046413"/>
              <a:ext cx="447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Hi</a:t>
              </a:r>
            </a:p>
          </p:txBody>
        </p:sp>
      </p:grpSp>
      <p:grpSp>
        <p:nvGrpSpPr>
          <p:cNvPr id="80" name="Group 79">
            <a:extLst>
              <a:ext uri="{FF2B5EF4-FFF2-40B4-BE49-F238E27FC236}">
                <a16:creationId xmlns:a16="http://schemas.microsoft.com/office/drawing/2014/main" id="{C148AFC4-3C67-AC4E-9DBE-C6C666348971}"/>
              </a:ext>
            </a:extLst>
          </p:cNvPr>
          <p:cNvGrpSpPr/>
          <p:nvPr/>
        </p:nvGrpSpPr>
        <p:grpSpPr>
          <a:xfrm>
            <a:off x="2601479" y="3632201"/>
            <a:ext cx="2162175" cy="708025"/>
            <a:chOff x="2601479" y="3632201"/>
            <a:chExt cx="2162175" cy="708025"/>
          </a:xfrm>
        </p:grpSpPr>
        <p:sp>
          <p:nvSpPr>
            <p:cNvPr id="18" name="Line 70">
              <a:extLst>
                <a:ext uri="{FF2B5EF4-FFF2-40B4-BE49-F238E27FC236}">
                  <a16:creationId xmlns:a16="http://schemas.microsoft.com/office/drawing/2014/main" id="{D7E081E5-97A2-4147-A169-A6935464DFF0}"/>
                </a:ext>
              </a:extLst>
            </p:cNvPr>
            <p:cNvSpPr>
              <a:spLocks noChangeShapeType="1"/>
            </p:cNvSpPr>
            <p:nvPr/>
          </p:nvSpPr>
          <p:spPr bwMode="auto">
            <a:xfrm>
              <a:off x="2601479" y="3700463"/>
              <a:ext cx="2162175" cy="43815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grpSp>
          <p:nvGrpSpPr>
            <p:cNvPr id="19" name="Group 72">
              <a:extLst>
                <a:ext uri="{FF2B5EF4-FFF2-40B4-BE49-F238E27FC236}">
                  <a16:creationId xmlns:a16="http://schemas.microsoft.com/office/drawing/2014/main" id="{A01E23B5-0258-7C4C-BA5D-199419A7F92F}"/>
                </a:ext>
              </a:extLst>
            </p:cNvPr>
            <p:cNvGrpSpPr>
              <a:grpSpLocks/>
            </p:cNvGrpSpPr>
            <p:nvPr/>
          </p:nvGrpSpPr>
          <p:grpSpPr bwMode="auto">
            <a:xfrm>
              <a:off x="3158693" y="3632201"/>
              <a:ext cx="974725" cy="708025"/>
              <a:chOff x="773" y="2747"/>
              <a:chExt cx="614" cy="446"/>
            </a:xfrm>
          </p:grpSpPr>
          <p:sp>
            <p:nvSpPr>
              <p:cNvPr id="20" name="Rectangle 71">
                <a:extLst>
                  <a:ext uri="{FF2B5EF4-FFF2-40B4-BE49-F238E27FC236}">
                    <a16:creationId xmlns:a16="http://schemas.microsoft.com/office/drawing/2014/main" id="{66DE04EC-3AB2-4545-8A40-349D717B3F7F}"/>
                  </a:ext>
                </a:extLst>
              </p:cNvPr>
              <p:cNvSpPr>
                <a:spLocks noChangeArrowheads="1"/>
              </p:cNvSpPr>
              <p:nvPr/>
            </p:nvSpPr>
            <p:spPr bwMode="auto">
              <a:xfrm>
                <a:off x="786" y="2790"/>
                <a:ext cx="588"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21" name="Text Box 69">
                <a:extLst>
                  <a:ext uri="{FF2B5EF4-FFF2-40B4-BE49-F238E27FC236}">
                    <a16:creationId xmlns:a16="http://schemas.microsoft.com/office/drawing/2014/main" id="{74B04ADF-02C6-6943-8532-39BACC3EDB9B}"/>
                  </a:ext>
                </a:extLst>
              </p:cNvPr>
              <p:cNvSpPr txBox="1">
                <a:spLocks noChangeArrowheads="1"/>
              </p:cNvSpPr>
              <p:nvPr/>
            </p:nvSpPr>
            <p:spPr bwMode="auto">
              <a:xfrm>
                <a:off x="773" y="2747"/>
                <a:ext cx="614" cy="44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latin typeface="Calibri" panose="020F0502020204030204" pitchFamily="34" charset="0"/>
                    <a:cs typeface="Calibri" panose="020F0502020204030204" pitchFamily="34" charset="0"/>
                  </a:rPr>
                  <a:t>Got the</a:t>
                </a:r>
              </a:p>
              <a:p>
                <a:pPr algn="ctr"/>
                <a:r>
                  <a:rPr lang="en-US" altLang="en-US" sz="2000" dirty="0">
                    <a:latin typeface="Calibri" panose="020F0502020204030204" pitchFamily="34" charset="0"/>
                    <a:cs typeface="Calibri" panose="020F0502020204030204" pitchFamily="34" charset="0"/>
                  </a:rPr>
                  <a:t>time?</a:t>
                </a:r>
              </a:p>
            </p:txBody>
          </p:sp>
        </p:grpSp>
      </p:grpSp>
      <p:grpSp>
        <p:nvGrpSpPr>
          <p:cNvPr id="81" name="Group 80">
            <a:extLst>
              <a:ext uri="{FF2B5EF4-FFF2-40B4-BE49-F238E27FC236}">
                <a16:creationId xmlns:a16="http://schemas.microsoft.com/office/drawing/2014/main" id="{0746F316-9DC6-CE4A-B297-F2AB0B6A4762}"/>
              </a:ext>
            </a:extLst>
          </p:cNvPr>
          <p:cNvGrpSpPr/>
          <p:nvPr/>
        </p:nvGrpSpPr>
        <p:grpSpPr>
          <a:xfrm>
            <a:off x="2763404" y="4271963"/>
            <a:ext cx="1952625" cy="466731"/>
            <a:chOff x="2763404" y="4271963"/>
            <a:chExt cx="1952625" cy="466731"/>
          </a:xfrm>
        </p:grpSpPr>
        <p:sp>
          <p:nvSpPr>
            <p:cNvPr id="22" name="Line 73">
              <a:extLst>
                <a:ext uri="{FF2B5EF4-FFF2-40B4-BE49-F238E27FC236}">
                  <a16:creationId xmlns:a16="http://schemas.microsoft.com/office/drawing/2014/main" id="{33CD3426-2C89-A640-B8D9-4426CF1B003F}"/>
                </a:ext>
              </a:extLst>
            </p:cNvPr>
            <p:cNvSpPr>
              <a:spLocks noChangeShapeType="1"/>
            </p:cNvSpPr>
            <p:nvPr/>
          </p:nvSpPr>
          <p:spPr bwMode="auto">
            <a:xfrm flipV="1">
              <a:off x="2763404" y="4271963"/>
              <a:ext cx="1952625" cy="333375"/>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grpSp>
          <p:nvGrpSpPr>
            <p:cNvPr id="23" name="Group 76">
              <a:extLst>
                <a:ext uri="{FF2B5EF4-FFF2-40B4-BE49-F238E27FC236}">
                  <a16:creationId xmlns:a16="http://schemas.microsoft.com/office/drawing/2014/main" id="{A6420C74-64CF-2247-8D4B-DD2DBFA6F771}"/>
                </a:ext>
              </a:extLst>
            </p:cNvPr>
            <p:cNvGrpSpPr>
              <a:grpSpLocks/>
            </p:cNvGrpSpPr>
            <p:nvPr/>
          </p:nvGrpSpPr>
          <p:grpSpPr bwMode="auto">
            <a:xfrm>
              <a:off x="3233304" y="4276731"/>
              <a:ext cx="796925" cy="461963"/>
              <a:chOff x="1046" y="2771"/>
              <a:chExt cx="502" cy="291"/>
            </a:xfrm>
          </p:grpSpPr>
          <p:sp>
            <p:nvSpPr>
              <p:cNvPr id="24" name="Rectangle 75">
                <a:extLst>
                  <a:ext uri="{FF2B5EF4-FFF2-40B4-BE49-F238E27FC236}">
                    <a16:creationId xmlns:a16="http://schemas.microsoft.com/office/drawing/2014/main" id="{D5183736-BE0E-AB46-AFBB-CE022786DFEA}"/>
                  </a:ext>
                </a:extLst>
              </p:cNvPr>
              <p:cNvSpPr>
                <a:spLocks noChangeArrowheads="1"/>
              </p:cNvSpPr>
              <p:nvPr/>
            </p:nvSpPr>
            <p:spPr bwMode="auto">
              <a:xfrm>
                <a:off x="1104" y="2820"/>
                <a:ext cx="444" cy="18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25" name="Text Box 74">
                <a:extLst>
                  <a:ext uri="{FF2B5EF4-FFF2-40B4-BE49-F238E27FC236}">
                    <a16:creationId xmlns:a16="http://schemas.microsoft.com/office/drawing/2014/main" id="{1F4F822A-BED8-454A-AAC2-A1B3AFF6B966}"/>
                  </a:ext>
                </a:extLst>
              </p:cNvPr>
              <p:cNvSpPr txBox="1">
                <a:spLocks noChangeArrowheads="1"/>
              </p:cNvSpPr>
              <p:nvPr/>
            </p:nvSpPr>
            <p:spPr bwMode="auto">
              <a:xfrm>
                <a:off x="1046" y="2771"/>
                <a:ext cx="46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2:00</a:t>
                </a:r>
              </a:p>
            </p:txBody>
          </p:sp>
        </p:grpSp>
      </p:grpSp>
      <p:sp>
        <p:nvSpPr>
          <p:cNvPr id="37" name="Line 101">
            <a:extLst>
              <a:ext uri="{FF2B5EF4-FFF2-40B4-BE49-F238E27FC236}">
                <a16:creationId xmlns:a16="http://schemas.microsoft.com/office/drawing/2014/main" id="{CAF66A4D-D465-0449-A83A-EAD8BADEBC8D}"/>
              </a:ext>
            </a:extLst>
          </p:cNvPr>
          <p:cNvSpPr>
            <a:spLocks noChangeShapeType="1"/>
          </p:cNvSpPr>
          <p:nvPr/>
        </p:nvSpPr>
        <p:spPr bwMode="auto">
          <a:xfrm>
            <a:off x="5730145" y="2115345"/>
            <a:ext cx="0" cy="3573462"/>
          </a:xfrm>
          <a:prstGeom prst="line">
            <a:avLst/>
          </a:prstGeom>
          <a:noFill/>
          <a:ln w="19050">
            <a:solidFill>
              <a:schemeClr val="bg1">
                <a:lumMod val="7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nvGrpSpPr>
          <p:cNvPr id="38" name="Group 105">
            <a:extLst>
              <a:ext uri="{FF2B5EF4-FFF2-40B4-BE49-F238E27FC236}">
                <a16:creationId xmlns:a16="http://schemas.microsoft.com/office/drawing/2014/main" id="{CC2D24A5-7C64-F545-A05A-3752F815F89F}"/>
              </a:ext>
            </a:extLst>
          </p:cNvPr>
          <p:cNvGrpSpPr>
            <a:grpSpLocks/>
          </p:cNvGrpSpPr>
          <p:nvPr/>
        </p:nvGrpSpPr>
        <p:grpSpPr bwMode="auto">
          <a:xfrm>
            <a:off x="5403417" y="4910138"/>
            <a:ext cx="720725" cy="396875"/>
            <a:chOff x="2198" y="3221"/>
            <a:chExt cx="454" cy="250"/>
          </a:xfrm>
        </p:grpSpPr>
        <p:sp>
          <p:nvSpPr>
            <p:cNvPr id="39" name="Rectangle 104">
              <a:extLst>
                <a:ext uri="{FF2B5EF4-FFF2-40B4-BE49-F238E27FC236}">
                  <a16:creationId xmlns:a16="http://schemas.microsoft.com/office/drawing/2014/main" id="{6BF887FC-DA49-BC42-A376-A29D67B86ED9}"/>
                </a:ext>
              </a:extLst>
            </p:cNvPr>
            <p:cNvSpPr>
              <a:spLocks noChangeArrowheads="1"/>
            </p:cNvSpPr>
            <p:nvPr/>
          </p:nvSpPr>
          <p:spPr bwMode="auto">
            <a:xfrm>
              <a:off x="2244" y="3282"/>
              <a:ext cx="408" cy="1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40" name="Text Box 102">
              <a:extLst>
                <a:ext uri="{FF2B5EF4-FFF2-40B4-BE49-F238E27FC236}">
                  <a16:creationId xmlns:a16="http://schemas.microsoft.com/office/drawing/2014/main" id="{FD6E114D-BB61-5A43-A6C4-EB93B477DD11}"/>
                </a:ext>
              </a:extLst>
            </p:cNvPr>
            <p:cNvSpPr txBox="1">
              <a:spLocks noChangeArrowheads="1"/>
            </p:cNvSpPr>
            <p:nvPr/>
          </p:nvSpPr>
          <p:spPr bwMode="auto">
            <a:xfrm>
              <a:off x="2198" y="3221"/>
              <a:ext cx="41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latin typeface="Calibri" panose="020F0502020204030204" pitchFamily="34" charset="0"/>
                  <a:cs typeface="Calibri" panose="020F0502020204030204" pitchFamily="34" charset="0"/>
                </a:rPr>
                <a:t>time</a:t>
              </a:r>
            </a:p>
          </p:txBody>
        </p:sp>
      </p:grpSp>
      <p:grpSp>
        <p:nvGrpSpPr>
          <p:cNvPr id="83" name="Group 82">
            <a:extLst>
              <a:ext uri="{FF2B5EF4-FFF2-40B4-BE49-F238E27FC236}">
                <a16:creationId xmlns:a16="http://schemas.microsoft.com/office/drawing/2014/main" id="{0CD6B86A-6F1B-0548-9764-136C60D90701}"/>
              </a:ext>
            </a:extLst>
          </p:cNvPr>
          <p:cNvGrpSpPr/>
          <p:nvPr/>
        </p:nvGrpSpPr>
        <p:grpSpPr>
          <a:xfrm>
            <a:off x="6786129" y="3255963"/>
            <a:ext cx="2216150" cy="589096"/>
            <a:chOff x="6786129" y="3255963"/>
            <a:chExt cx="2216150" cy="589096"/>
          </a:xfrm>
        </p:grpSpPr>
        <p:sp>
          <p:nvSpPr>
            <p:cNvPr id="28" name="Line 90">
              <a:extLst>
                <a:ext uri="{FF2B5EF4-FFF2-40B4-BE49-F238E27FC236}">
                  <a16:creationId xmlns:a16="http://schemas.microsoft.com/office/drawing/2014/main" id="{BE73EB41-048F-AA4A-A7C0-5C13D2C2255F}"/>
                </a:ext>
              </a:extLst>
            </p:cNvPr>
            <p:cNvSpPr>
              <a:spLocks noChangeShapeType="1"/>
            </p:cNvSpPr>
            <p:nvPr/>
          </p:nvSpPr>
          <p:spPr bwMode="auto">
            <a:xfrm flipV="1">
              <a:off x="6786129" y="3255963"/>
              <a:ext cx="2216150" cy="398463"/>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29" name="Rectangle 92">
              <a:extLst>
                <a:ext uri="{FF2B5EF4-FFF2-40B4-BE49-F238E27FC236}">
                  <a16:creationId xmlns:a16="http://schemas.microsoft.com/office/drawing/2014/main" id="{3D5059BF-BB04-1840-B77C-F70CB09CD95F}"/>
                </a:ext>
              </a:extLst>
            </p:cNvPr>
            <p:cNvSpPr>
              <a:spLocks noChangeArrowheads="1"/>
            </p:cNvSpPr>
            <p:nvPr/>
          </p:nvSpPr>
          <p:spPr bwMode="auto">
            <a:xfrm>
              <a:off x="7221104" y="3278188"/>
              <a:ext cx="1438275" cy="3937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30" name="Text Box 91">
              <a:extLst>
                <a:ext uri="{FF2B5EF4-FFF2-40B4-BE49-F238E27FC236}">
                  <a16:creationId xmlns:a16="http://schemas.microsoft.com/office/drawing/2014/main" id="{8B99F7C9-41C0-E948-A1F8-DBFF6271EFCF}"/>
                </a:ext>
              </a:extLst>
            </p:cNvPr>
            <p:cNvSpPr txBox="1">
              <a:spLocks noChangeArrowheads="1"/>
            </p:cNvSpPr>
            <p:nvPr/>
          </p:nvSpPr>
          <p:spPr bwMode="auto">
            <a:xfrm>
              <a:off x="7125853" y="3279776"/>
              <a:ext cx="163512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Calibri" panose="020F0502020204030204" pitchFamily="34" charset="0"/>
                  <a:cs typeface="Calibri" panose="020F0502020204030204" pitchFamily="34" charset="0"/>
                </a:rPr>
                <a:t>TCP connection</a:t>
              </a:r>
            </a:p>
            <a:p>
              <a:pPr algn="ctr">
                <a:lnSpc>
                  <a:spcPct val="85000"/>
                </a:lnSpc>
              </a:pPr>
              <a:r>
                <a:rPr lang="en-US" altLang="en-US" sz="1800" dirty="0">
                  <a:latin typeface="Calibri" panose="020F0502020204030204" pitchFamily="34" charset="0"/>
                  <a:cs typeface="Calibri" panose="020F0502020204030204" pitchFamily="34" charset="0"/>
                </a:rPr>
                <a:t>response</a:t>
              </a:r>
            </a:p>
          </p:txBody>
        </p:sp>
      </p:grpSp>
      <p:grpSp>
        <p:nvGrpSpPr>
          <p:cNvPr id="85" name="Group 84">
            <a:extLst>
              <a:ext uri="{FF2B5EF4-FFF2-40B4-BE49-F238E27FC236}">
                <a16:creationId xmlns:a16="http://schemas.microsoft.com/office/drawing/2014/main" id="{B3F6BB2A-A83B-6E42-97C8-7ABAD5335595}"/>
              </a:ext>
            </a:extLst>
          </p:cNvPr>
          <p:cNvGrpSpPr/>
          <p:nvPr/>
        </p:nvGrpSpPr>
        <p:grpSpPr>
          <a:xfrm>
            <a:off x="6833754" y="4448176"/>
            <a:ext cx="2343150" cy="461665"/>
            <a:chOff x="6833754" y="4448176"/>
            <a:chExt cx="2343150" cy="461665"/>
          </a:xfrm>
        </p:grpSpPr>
        <p:sp>
          <p:nvSpPr>
            <p:cNvPr id="26" name="Line 85">
              <a:extLst>
                <a:ext uri="{FF2B5EF4-FFF2-40B4-BE49-F238E27FC236}">
                  <a16:creationId xmlns:a16="http://schemas.microsoft.com/office/drawing/2014/main" id="{45CDA1E6-D436-1747-9985-487C3C2A77F0}"/>
                </a:ext>
              </a:extLst>
            </p:cNvPr>
            <p:cNvSpPr>
              <a:spLocks noChangeShapeType="1"/>
            </p:cNvSpPr>
            <p:nvPr/>
          </p:nvSpPr>
          <p:spPr bwMode="auto">
            <a:xfrm flipV="1">
              <a:off x="6833754" y="4464051"/>
              <a:ext cx="2343150" cy="428625"/>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35" name="Rectangle 99">
              <a:extLst>
                <a:ext uri="{FF2B5EF4-FFF2-40B4-BE49-F238E27FC236}">
                  <a16:creationId xmlns:a16="http://schemas.microsoft.com/office/drawing/2014/main" id="{0522444E-A828-BE46-A531-855D0C776C75}"/>
                </a:ext>
              </a:extLst>
            </p:cNvPr>
            <p:cNvSpPr>
              <a:spLocks noChangeArrowheads="1"/>
            </p:cNvSpPr>
            <p:nvPr/>
          </p:nvSpPr>
          <p:spPr bwMode="auto">
            <a:xfrm>
              <a:off x="7602104" y="4562476"/>
              <a:ext cx="919163"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36" name="Text Box 100">
              <a:extLst>
                <a:ext uri="{FF2B5EF4-FFF2-40B4-BE49-F238E27FC236}">
                  <a16:creationId xmlns:a16="http://schemas.microsoft.com/office/drawing/2014/main" id="{D6A3FC64-B8C3-524A-97EA-7601A8235EE4}"/>
                </a:ext>
              </a:extLst>
            </p:cNvPr>
            <p:cNvSpPr txBox="1">
              <a:spLocks noChangeArrowheads="1"/>
            </p:cNvSpPr>
            <p:nvPr/>
          </p:nvSpPr>
          <p:spPr bwMode="auto">
            <a:xfrm>
              <a:off x="7568767" y="4448176"/>
              <a:ext cx="8819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&lt;file&gt;</a:t>
              </a:r>
            </a:p>
          </p:txBody>
        </p:sp>
      </p:grpSp>
      <p:grpSp>
        <p:nvGrpSpPr>
          <p:cNvPr id="82" name="Group 81">
            <a:extLst>
              <a:ext uri="{FF2B5EF4-FFF2-40B4-BE49-F238E27FC236}">
                <a16:creationId xmlns:a16="http://schemas.microsoft.com/office/drawing/2014/main" id="{0CDE2E27-ED1E-7344-9B31-50A4E5C09D16}"/>
              </a:ext>
            </a:extLst>
          </p:cNvPr>
          <p:cNvGrpSpPr/>
          <p:nvPr/>
        </p:nvGrpSpPr>
        <p:grpSpPr>
          <a:xfrm>
            <a:off x="6848042" y="2620963"/>
            <a:ext cx="2176462" cy="565283"/>
            <a:chOff x="6848042" y="2620963"/>
            <a:chExt cx="2176462" cy="565283"/>
          </a:xfrm>
        </p:grpSpPr>
        <p:sp>
          <p:nvSpPr>
            <p:cNvPr id="27" name="Line 89">
              <a:extLst>
                <a:ext uri="{FF2B5EF4-FFF2-40B4-BE49-F238E27FC236}">
                  <a16:creationId xmlns:a16="http://schemas.microsoft.com/office/drawing/2014/main" id="{ABF41D13-8507-D844-86E0-3E5322573953}"/>
                </a:ext>
              </a:extLst>
            </p:cNvPr>
            <p:cNvSpPr>
              <a:spLocks noChangeShapeType="1"/>
            </p:cNvSpPr>
            <p:nvPr/>
          </p:nvSpPr>
          <p:spPr bwMode="auto">
            <a:xfrm>
              <a:off x="6848042" y="2749551"/>
              <a:ext cx="2176462" cy="347662"/>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41" name="Rectangle 52">
              <a:extLst>
                <a:ext uri="{FF2B5EF4-FFF2-40B4-BE49-F238E27FC236}">
                  <a16:creationId xmlns:a16="http://schemas.microsoft.com/office/drawing/2014/main" id="{3880A042-2FB6-1941-9EF6-2BBEF497D0DB}"/>
                </a:ext>
              </a:extLst>
            </p:cNvPr>
            <p:cNvSpPr>
              <a:spLocks noChangeArrowheads="1"/>
            </p:cNvSpPr>
            <p:nvPr/>
          </p:nvSpPr>
          <p:spPr bwMode="auto">
            <a:xfrm>
              <a:off x="7133792" y="2689226"/>
              <a:ext cx="1365250" cy="4397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42" name="Text Box 91">
              <a:extLst>
                <a:ext uri="{FF2B5EF4-FFF2-40B4-BE49-F238E27FC236}">
                  <a16:creationId xmlns:a16="http://schemas.microsoft.com/office/drawing/2014/main" id="{520D7CEC-5ABE-CB47-A52E-8A54D3A49642}"/>
                </a:ext>
              </a:extLst>
            </p:cNvPr>
            <p:cNvSpPr txBox="1">
              <a:spLocks noChangeArrowheads="1"/>
            </p:cNvSpPr>
            <p:nvPr/>
          </p:nvSpPr>
          <p:spPr bwMode="auto">
            <a:xfrm>
              <a:off x="7170303" y="2620963"/>
              <a:ext cx="163512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Calibri" panose="020F0502020204030204" pitchFamily="34" charset="0"/>
                  <a:cs typeface="Calibri" panose="020F0502020204030204" pitchFamily="34" charset="0"/>
                </a:rPr>
                <a:t>TCP connection</a:t>
              </a:r>
            </a:p>
            <a:p>
              <a:pPr algn="ctr">
                <a:lnSpc>
                  <a:spcPct val="85000"/>
                </a:lnSpc>
              </a:pPr>
              <a:r>
                <a:rPr lang="en-US" altLang="en-US" sz="1800" dirty="0">
                  <a:latin typeface="Calibri" panose="020F0502020204030204" pitchFamily="34" charset="0"/>
                  <a:cs typeface="Calibri" panose="020F0502020204030204" pitchFamily="34" charset="0"/>
                </a:rPr>
                <a:t>request</a:t>
              </a:r>
            </a:p>
          </p:txBody>
        </p:sp>
      </p:grpSp>
      <p:grpSp>
        <p:nvGrpSpPr>
          <p:cNvPr id="43" name="Group 57">
            <a:extLst>
              <a:ext uri="{FF2B5EF4-FFF2-40B4-BE49-F238E27FC236}">
                <a16:creationId xmlns:a16="http://schemas.microsoft.com/office/drawing/2014/main" id="{4A4CE652-658D-B343-B65F-6AC8513C167B}"/>
              </a:ext>
            </a:extLst>
          </p:cNvPr>
          <p:cNvGrpSpPr>
            <a:grpSpLocks/>
          </p:cNvGrpSpPr>
          <p:nvPr/>
        </p:nvGrpSpPr>
        <p:grpSpPr bwMode="auto">
          <a:xfrm>
            <a:off x="9080067" y="2720976"/>
            <a:ext cx="357186" cy="755650"/>
            <a:chOff x="4140" y="429"/>
            <a:chExt cx="1425" cy="2396"/>
          </a:xfrm>
        </p:grpSpPr>
        <p:sp>
          <p:nvSpPr>
            <p:cNvPr id="44" name="Freeform 58">
              <a:extLst>
                <a:ext uri="{FF2B5EF4-FFF2-40B4-BE49-F238E27FC236}">
                  <a16:creationId xmlns:a16="http://schemas.microsoft.com/office/drawing/2014/main" id="{ADF25789-D94D-6440-A211-5DCCB02CE5A2}"/>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45" name="Rectangle 59">
              <a:extLst>
                <a:ext uri="{FF2B5EF4-FFF2-40B4-BE49-F238E27FC236}">
                  <a16:creationId xmlns:a16="http://schemas.microsoft.com/office/drawing/2014/main" id="{E3F6D782-AA2A-884C-8F31-18FB963D429A}"/>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46" name="Freeform 60">
              <a:extLst>
                <a:ext uri="{FF2B5EF4-FFF2-40B4-BE49-F238E27FC236}">
                  <a16:creationId xmlns:a16="http://schemas.microsoft.com/office/drawing/2014/main" id="{8E62C232-6002-7B40-98F7-09DFB8653CE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47" name="Freeform 61">
              <a:extLst>
                <a:ext uri="{FF2B5EF4-FFF2-40B4-BE49-F238E27FC236}">
                  <a16:creationId xmlns:a16="http://schemas.microsoft.com/office/drawing/2014/main" id="{4AE6A750-54A6-B943-91AB-340390A7C6C1}"/>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48" name="Rectangle 62">
              <a:extLst>
                <a:ext uri="{FF2B5EF4-FFF2-40B4-BE49-F238E27FC236}">
                  <a16:creationId xmlns:a16="http://schemas.microsoft.com/office/drawing/2014/main" id="{E71E8CB8-4382-3242-ABC5-C14F81AC8593}"/>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nvGrpSpPr>
            <p:cNvPr id="49" name="Group 63">
              <a:extLst>
                <a:ext uri="{FF2B5EF4-FFF2-40B4-BE49-F238E27FC236}">
                  <a16:creationId xmlns:a16="http://schemas.microsoft.com/office/drawing/2014/main" id="{E7EC998A-9B7F-0746-ABE8-80C8192CA7B9}"/>
                </a:ext>
              </a:extLst>
            </p:cNvPr>
            <p:cNvGrpSpPr>
              <a:grpSpLocks/>
            </p:cNvGrpSpPr>
            <p:nvPr/>
          </p:nvGrpSpPr>
          <p:grpSpPr bwMode="auto">
            <a:xfrm>
              <a:off x="4749" y="668"/>
              <a:ext cx="581" cy="145"/>
              <a:chOff x="614" y="2568"/>
              <a:chExt cx="725" cy="139"/>
            </a:xfrm>
          </p:grpSpPr>
          <p:sp>
            <p:nvSpPr>
              <p:cNvPr id="74" name="AutoShape 64">
                <a:extLst>
                  <a:ext uri="{FF2B5EF4-FFF2-40B4-BE49-F238E27FC236}">
                    <a16:creationId xmlns:a16="http://schemas.microsoft.com/office/drawing/2014/main" id="{89BFB453-7EA4-7040-A1A5-7D0E5E721F0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75" name="AutoShape 65">
                <a:extLst>
                  <a:ext uri="{FF2B5EF4-FFF2-40B4-BE49-F238E27FC236}">
                    <a16:creationId xmlns:a16="http://schemas.microsoft.com/office/drawing/2014/main" id="{DD4207D9-1C2C-A642-874A-C950D1B2F63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0" name="Rectangle 66">
              <a:extLst>
                <a:ext uri="{FF2B5EF4-FFF2-40B4-BE49-F238E27FC236}">
                  <a16:creationId xmlns:a16="http://schemas.microsoft.com/office/drawing/2014/main" id="{B93B87B1-D6FF-1A43-AFA9-2F4308B469D1}"/>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nvGrpSpPr>
            <p:cNvPr id="51" name="Group 67">
              <a:extLst>
                <a:ext uri="{FF2B5EF4-FFF2-40B4-BE49-F238E27FC236}">
                  <a16:creationId xmlns:a16="http://schemas.microsoft.com/office/drawing/2014/main" id="{38088FF7-02F0-DB41-8855-F8E64BFD6295}"/>
                </a:ext>
              </a:extLst>
            </p:cNvPr>
            <p:cNvGrpSpPr>
              <a:grpSpLocks/>
            </p:cNvGrpSpPr>
            <p:nvPr/>
          </p:nvGrpSpPr>
          <p:grpSpPr bwMode="auto">
            <a:xfrm>
              <a:off x="4747" y="994"/>
              <a:ext cx="581" cy="134"/>
              <a:chOff x="614" y="2568"/>
              <a:chExt cx="725" cy="139"/>
            </a:xfrm>
          </p:grpSpPr>
          <p:sp>
            <p:nvSpPr>
              <p:cNvPr id="72" name="AutoShape 68">
                <a:extLst>
                  <a:ext uri="{FF2B5EF4-FFF2-40B4-BE49-F238E27FC236}">
                    <a16:creationId xmlns:a16="http://schemas.microsoft.com/office/drawing/2014/main" id="{2800C9B7-CBF6-284C-B26D-9F63F319DF21}"/>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73" name="AutoShape 69">
                <a:extLst>
                  <a:ext uri="{FF2B5EF4-FFF2-40B4-BE49-F238E27FC236}">
                    <a16:creationId xmlns:a16="http://schemas.microsoft.com/office/drawing/2014/main" id="{96A6E1AD-EAAE-7447-A0BC-68D76E1B928F}"/>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2" name="Rectangle 70">
              <a:extLst>
                <a:ext uri="{FF2B5EF4-FFF2-40B4-BE49-F238E27FC236}">
                  <a16:creationId xmlns:a16="http://schemas.microsoft.com/office/drawing/2014/main" id="{81E7EE8D-57F7-6848-B16A-D11B811B8054}"/>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53" name="Rectangle 71">
              <a:extLst>
                <a:ext uri="{FF2B5EF4-FFF2-40B4-BE49-F238E27FC236}">
                  <a16:creationId xmlns:a16="http://schemas.microsoft.com/office/drawing/2014/main" id="{0C489C2A-C1EE-ED4E-915C-600DF0A70B15}"/>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nvGrpSpPr>
            <p:cNvPr id="54" name="Group 72">
              <a:extLst>
                <a:ext uri="{FF2B5EF4-FFF2-40B4-BE49-F238E27FC236}">
                  <a16:creationId xmlns:a16="http://schemas.microsoft.com/office/drawing/2014/main" id="{3D5AED95-1F84-444D-A859-E38C83F838CB}"/>
                </a:ext>
              </a:extLst>
            </p:cNvPr>
            <p:cNvGrpSpPr>
              <a:grpSpLocks/>
            </p:cNvGrpSpPr>
            <p:nvPr/>
          </p:nvGrpSpPr>
          <p:grpSpPr bwMode="auto">
            <a:xfrm>
              <a:off x="4735" y="1627"/>
              <a:ext cx="582" cy="151"/>
              <a:chOff x="614" y="2568"/>
              <a:chExt cx="725" cy="139"/>
            </a:xfrm>
          </p:grpSpPr>
          <p:sp>
            <p:nvSpPr>
              <p:cNvPr id="70" name="AutoShape 73">
                <a:extLst>
                  <a:ext uri="{FF2B5EF4-FFF2-40B4-BE49-F238E27FC236}">
                    <a16:creationId xmlns:a16="http://schemas.microsoft.com/office/drawing/2014/main" id="{A9389B09-349A-964B-85BC-37C0E562CA26}"/>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71" name="AutoShape 74">
                <a:extLst>
                  <a:ext uri="{FF2B5EF4-FFF2-40B4-BE49-F238E27FC236}">
                    <a16:creationId xmlns:a16="http://schemas.microsoft.com/office/drawing/2014/main" id="{4ACE943E-F10C-654A-BD48-143DEEAAE85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5" name="Freeform 75">
              <a:extLst>
                <a:ext uri="{FF2B5EF4-FFF2-40B4-BE49-F238E27FC236}">
                  <a16:creationId xmlns:a16="http://schemas.microsoft.com/office/drawing/2014/main" id="{9F74734C-9E68-9045-A6CE-133984B96481}"/>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grpSp>
          <p:nvGrpSpPr>
            <p:cNvPr id="56" name="Group 76">
              <a:extLst>
                <a:ext uri="{FF2B5EF4-FFF2-40B4-BE49-F238E27FC236}">
                  <a16:creationId xmlns:a16="http://schemas.microsoft.com/office/drawing/2014/main" id="{99AB90FB-10F4-8646-A5E4-C5948E7CADAE}"/>
                </a:ext>
              </a:extLst>
            </p:cNvPr>
            <p:cNvGrpSpPr>
              <a:grpSpLocks/>
            </p:cNvGrpSpPr>
            <p:nvPr/>
          </p:nvGrpSpPr>
          <p:grpSpPr bwMode="auto">
            <a:xfrm>
              <a:off x="4739" y="1327"/>
              <a:ext cx="582" cy="139"/>
              <a:chOff x="614" y="2568"/>
              <a:chExt cx="725" cy="139"/>
            </a:xfrm>
          </p:grpSpPr>
          <p:sp>
            <p:nvSpPr>
              <p:cNvPr id="68" name="AutoShape 77">
                <a:extLst>
                  <a:ext uri="{FF2B5EF4-FFF2-40B4-BE49-F238E27FC236}">
                    <a16:creationId xmlns:a16="http://schemas.microsoft.com/office/drawing/2014/main" id="{7F4F7BD0-881C-EA41-BF03-C3C7AA0E14C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9" name="AutoShape 78">
                <a:extLst>
                  <a:ext uri="{FF2B5EF4-FFF2-40B4-BE49-F238E27FC236}">
                    <a16:creationId xmlns:a16="http://schemas.microsoft.com/office/drawing/2014/main" id="{82794333-9BCA-1844-811D-E175BCA1CB6B}"/>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7" name="Rectangle 79">
              <a:extLst>
                <a:ext uri="{FF2B5EF4-FFF2-40B4-BE49-F238E27FC236}">
                  <a16:creationId xmlns:a16="http://schemas.microsoft.com/office/drawing/2014/main" id="{68D85044-2238-9042-992D-932AE7A07DC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58" name="Freeform 80">
              <a:extLst>
                <a:ext uri="{FF2B5EF4-FFF2-40B4-BE49-F238E27FC236}">
                  <a16:creationId xmlns:a16="http://schemas.microsoft.com/office/drawing/2014/main" id="{E6A4A31B-CB3E-DB4B-8D15-11D8649E5CCD}"/>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59" name="Freeform 81">
              <a:extLst>
                <a:ext uri="{FF2B5EF4-FFF2-40B4-BE49-F238E27FC236}">
                  <a16:creationId xmlns:a16="http://schemas.microsoft.com/office/drawing/2014/main" id="{F52D98EE-0DD8-4D4C-98E3-A45D68AEDD56}"/>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60" name="Oval 82">
              <a:extLst>
                <a:ext uri="{FF2B5EF4-FFF2-40B4-BE49-F238E27FC236}">
                  <a16:creationId xmlns:a16="http://schemas.microsoft.com/office/drawing/2014/main" id="{490E9F0F-6592-0E4D-A291-EBC6AB463A49}"/>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1" name="Freeform 83">
              <a:extLst>
                <a:ext uri="{FF2B5EF4-FFF2-40B4-BE49-F238E27FC236}">
                  <a16:creationId xmlns:a16="http://schemas.microsoft.com/office/drawing/2014/main" id="{250F3DCA-32F4-CC4A-891A-B30F6D8ECE25}"/>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62" name="AutoShape 84">
              <a:extLst>
                <a:ext uri="{FF2B5EF4-FFF2-40B4-BE49-F238E27FC236}">
                  <a16:creationId xmlns:a16="http://schemas.microsoft.com/office/drawing/2014/main" id="{6DF44EB1-30B7-8E4A-A62D-94C2ECCAE568}"/>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3" name="AutoShape 85">
              <a:extLst>
                <a:ext uri="{FF2B5EF4-FFF2-40B4-BE49-F238E27FC236}">
                  <a16:creationId xmlns:a16="http://schemas.microsoft.com/office/drawing/2014/main" id="{1E80FD31-CF6D-E841-82CE-8485CA3930B6}"/>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4" name="Oval 86">
              <a:extLst>
                <a:ext uri="{FF2B5EF4-FFF2-40B4-BE49-F238E27FC236}">
                  <a16:creationId xmlns:a16="http://schemas.microsoft.com/office/drawing/2014/main" id="{A6798635-53B6-DB47-8748-A593507CD788}"/>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5" name="Oval 87">
              <a:extLst>
                <a:ext uri="{FF2B5EF4-FFF2-40B4-BE49-F238E27FC236}">
                  <a16:creationId xmlns:a16="http://schemas.microsoft.com/office/drawing/2014/main" id="{37BB0D05-8767-CF4E-8C65-67C1D8D3FDA2}"/>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dirty="0">
                <a:latin typeface="Calibri" panose="020F0502020204030204" pitchFamily="34" charset="0"/>
                <a:cs typeface="Calibri" panose="020F0502020204030204" pitchFamily="34" charset="0"/>
              </a:endParaRPr>
            </a:p>
          </p:txBody>
        </p:sp>
        <p:sp>
          <p:nvSpPr>
            <p:cNvPr id="66" name="Oval 88">
              <a:extLst>
                <a:ext uri="{FF2B5EF4-FFF2-40B4-BE49-F238E27FC236}">
                  <a16:creationId xmlns:a16="http://schemas.microsoft.com/office/drawing/2014/main" id="{FA7F2C7C-7482-A14C-87FE-F9538208A662}"/>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7" name="Rectangle 89">
              <a:extLst>
                <a:ext uri="{FF2B5EF4-FFF2-40B4-BE49-F238E27FC236}">
                  <a16:creationId xmlns:a16="http://schemas.microsoft.com/office/drawing/2014/main" id="{9D056117-88A7-394A-A294-1A033CE4FB8C}"/>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grpSp>
        <p:nvGrpSpPr>
          <p:cNvPr id="76" name="Group 90">
            <a:extLst>
              <a:ext uri="{FF2B5EF4-FFF2-40B4-BE49-F238E27FC236}">
                <a16:creationId xmlns:a16="http://schemas.microsoft.com/office/drawing/2014/main" id="{95F59C81-FDB0-844F-941B-B561FC589D42}"/>
              </a:ext>
            </a:extLst>
          </p:cNvPr>
          <p:cNvGrpSpPr>
            <a:grpSpLocks/>
          </p:cNvGrpSpPr>
          <p:nvPr/>
        </p:nvGrpSpPr>
        <p:grpSpPr bwMode="auto">
          <a:xfrm>
            <a:off x="5943167" y="2278063"/>
            <a:ext cx="893762" cy="828675"/>
            <a:chOff x="-44" y="1473"/>
            <a:chExt cx="981" cy="1105"/>
          </a:xfrm>
        </p:grpSpPr>
        <p:pic>
          <p:nvPicPr>
            <p:cNvPr id="77" name="Picture 91" descr="desktop_computer_stylized_medium">
              <a:extLst>
                <a:ext uri="{FF2B5EF4-FFF2-40B4-BE49-F238E27FC236}">
                  <a16:creationId xmlns:a16="http://schemas.microsoft.com/office/drawing/2014/main" id="{82B0CE96-D20F-0542-B0DD-F5A7003AAB2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Freeform 92">
              <a:extLst>
                <a:ext uri="{FF2B5EF4-FFF2-40B4-BE49-F238E27FC236}">
                  <a16:creationId xmlns:a16="http://schemas.microsoft.com/office/drawing/2014/main" id="{F915E8C7-3CEB-4841-BD57-4B6D62B70280}"/>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latin typeface="Calibri" panose="020F0502020204030204" pitchFamily="34" charset="0"/>
                <a:cs typeface="Calibri" panose="020F0502020204030204" pitchFamily="34" charset="0"/>
              </a:endParaRPr>
            </a:p>
          </p:txBody>
        </p:sp>
      </p:grpSp>
      <p:grpSp>
        <p:nvGrpSpPr>
          <p:cNvPr id="84" name="Group 83">
            <a:extLst>
              <a:ext uri="{FF2B5EF4-FFF2-40B4-BE49-F238E27FC236}">
                <a16:creationId xmlns:a16="http://schemas.microsoft.com/office/drawing/2014/main" id="{FE692778-9BBA-824F-8F43-DA909E4E4FB8}"/>
              </a:ext>
            </a:extLst>
          </p:cNvPr>
          <p:cNvGrpSpPr/>
          <p:nvPr/>
        </p:nvGrpSpPr>
        <p:grpSpPr>
          <a:xfrm>
            <a:off x="6666309" y="3902076"/>
            <a:ext cx="2925958" cy="425450"/>
            <a:chOff x="6666309" y="3902076"/>
            <a:chExt cx="2925958" cy="425450"/>
          </a:xfrm>
        </p:grpSpPr>
        <p:sp>
          <p:nvSpPr>
            <p:cNvPr id="31" name="Line 94">
              <a:extLst>
                <a:ext uri="{FF2B5EF4-FFF2-40B4-BE49-F238E27FC236}">
                  <a16:creationId xmlns:a16="http://schemas.microsoft.com/office/drawing/2014/main" id="{1E51E9DA-15A6-C14B-AFD5-A46BE25514EC}"/>
                </a:ext>
              </a:extLst>
            </p:cNvPr>
            <p:cNvSpPr>
              <a:spLocks noChangeShapeType="1"/>
            </p:cNvSpPr>
            <p:nvPr/>
          </p:nvSpPr>
          <p:spPr bwMode="auto">
            <a:xfrm>
              <a:off x="6833754" y="3902076"/>
              <a:ext cx="2400300" cy="41910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7F4E0794-86DC-1F40-8E76-AAAF9B0356E2}"/>
                </a:ext>
              </a:extLst>
            </p:cNvPr>
            <p:cNvSpPr/>
            <p:nvPr/>
          </p:nvSpPr>
          <p:spPr>
            <a:xfrm>
              <a:off x="7315200" y="4021087"/>
              <a:ext cx="1687079" cy="28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 Box 95">
              <a:extLst>
                <a:ext uri="{FF2B5EF4-FFF2-40B4-BE49-F238E27FC236}">
                  <a16:creationId xmlns:a16="http://schemas.microsoft.com/office/drawing/2014/main" id="{F4BA7FFC-6F32-A047-8695-B7E781EB81A0}"/>
                </a:ext>
              </a:extLst>
            </p:cNvPr>
            <p:cNvSpPr txBox="1">
              <a:spLocks noChangeArrowheads="1"/>
            </p:cNvSpPr>
            <p:nvPr/>
          </p:nvSpPr>
          <p:spPr bwMode="auto">
            <a:xfrm>
              <a:off x="6666309" y="3960813"/>
              <a:ext cx="292595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Calibri" panose="020F0502020204030204" pitchFamily="34" charset="0"/>
                  <a:cs typeface="Calibri" panose="020F0502020204030204" pitchFamily="34" charset="0"/>
                </a:rPr>
                <a:t>GET</a:t>
              </a:r>
              <a:r>
                <a:rPr lang="en-US" altLang="en-US" sz="1400" dirty="0">
                  <a:latin typeface="Calibri" panose="020F0502020204030204" pitchFamily="34" charset="0"/>
                  <a:cs typeface="Calibri" panose="020F0502020204030204" pitchFamily="34" charset="0"/>
                </a:rPr>
                <a:t> </a:t>
              </a:r>
              <a:r>
                <a:rPr lang="en-US" altLang="en-US" sz="1200" dirty="0">
                  <a:latin typeface="+mn-lt"/>
                  <a:cs typeface="Calibri" panose="020F0502020204030204" pitchFamily="34" charset="0"/>
                </a:rPr>
                <a:t>http://gaia.cs.umass.edu/kurose_ross</a:t>
              </a:r>
              <a:endParaRPr lang="en-US" altLang="en-US" dirty="0">
                <a:latin typeface="+mn-lt"/>
                <a:cs typeface="Calibri" panose="020F0502020204030204" pitchFamily="34" charset="0"/>
              </a:endParaRPr>
            </a:p>
          </p:txBody>
        </p:sp>
      </p:grpSp>
      <p:sp>
        <p:nvSpPr>
          <p:cNvPr id="86" name="Slide Number Placeholder 2">
            <a:extLst>
              <a:ext uri="{FF2B5EF4-FFF2-40B4-BE49-F238E27FC236}">
                <a16:creationId xmlns:a16="http://schemas.microsoft.com/office/drawing/2014/main" id="{A02DAD4C-5683-1744-A5AB-F5881D3D36AA}"/>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20</a:t>
            </a:fld>
            <a:endParaRPr lang="en-US" dirty="0"/>
          </a:p>
        </p:txBody>
      </p:sp>
    </p:spTree>
    <p:extLst>
      <p:ext uri="{BB962C8B-B14F-4D97-AF65-F5344CB8AC3E}">
        <p14:creationId xmlns:p14="http://schemas.microsoft.com/office/powerpoint/2010/main" val="3673921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500"/>
                                        <p:tgtEl>
                                          <p:spTgt spid="9"/>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79"/>
                                        </p:tgtEl>
                                        <p:attrNameLst>
                                          <p:attrName>style.visibility</p:attrName>
                                        </p:attrNameLst>
                                      </p:cBhvr>
                                      <p:to>
                                        <p:strVal val="visible"/>
                                      </p:to>
                                    </p:set>
                                    <p:animEffect transition="in" filter="wipe(right)">
                                      <p:cBhvr>
                                        <p:cTn id="19" dur="500"/>
                                        <p:tgtEl>
                                          <p:spTgt spid="79"/>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0"/>
                                        </p:tgtEl>
                                        <p:attrNameLst>
                                          <p:attrName>style.visibility</p:attrName>
                                        </p:attrNameLst>
                                      </p:cBhvr>
                                      <p:to>
                                        <p:strVal val="visible"/>
                                      </p:to>
                                    </p:set>
                                    <p:animEffect transition="in" filter="wipe(left)">
                                      <p:cBhvr>
                                        <p:cTn id="23" dur="500"/>
                                        <p:tgtEl>
                                          <p:spTgt spid="8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wipe(right)">
                                      <p:cBhvr>
                                        <p:cTn id="27" dur="500"/>
                                        <p:tgtEl>
                                          <p:spTgt spid="81"/>
                                        </p:tgtEl>
                                      </p:cBhvr>
                                    </p:animEffect>
                                  </p:childTnLst>
                                </p:cTn>
                              </p:par>
                            </p:childTnLst>
                          </p:cTn>
                        </p:par>
                        <p:par>
                          <p:cTn id="28" fill="hold">
                            <p:stCondLst>
                              <p:cond delay="3000"/>
                            </p:stCondLst>
                            <p:childTnLst>
                              <p:par>
                                <p:cTn id="29" presetID="9" presetClass="entr" presetSubtype="0" fill="hold" grpId="0" nodeType="afterEffect">
                                  <p:stCondLst>
                                    <p:cond delay="1000"/>
                                  </p:stCondLst>
                                  <p:childTnLst>
                                    <p:set>
                                      <p:cBhvr>
                                        <p:cTn id="30" dur="1" fill="hold">
                                          <p:stCondLst>
                                            <p:cond delay="0"/>
                                          </p:stCondLst>
                                        </p:cTn>
                                        <p:tgtEl>
                                          <p:spTgt spid="11"/>
                                        </p:tgtEl>
                                        <p:attrNameLst>
                                          <p:attrName>style.visibility</p:attrName>
                                        </p:attrNameLst>
                                      </p:cBhvr>
                                      <p:to>
                                        <p:strVal val="visible"/>
                                      </p:to>
                                    </p:set>
                                    <p:animEffect transition="in" filter="dissolv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6"/>
                                        </p:tgtEl>
                                        <p:attrNameLst>
                                          <p:attrName>style.visibility</p:attrName>
                                        </p:attrNameLst>
                                      </p:cBhvr>
                                      <p:to>
                                        <p:strVal val="visible"/>
                                      </p:to>
                                    </p:set>
                                    <p:animEffect transition="in" filter="dissolve">
                                      <p:cBhvr>
                                        <p:cTn id="36" dur="500"/>
                                        <p:tgtEl>
                                          <p:spTgt spid="76"/>
                                        </p:tgtEl>
                                      </p:cBhvr>
                                    </p:animEffect>
                                  </p:childTnLst>
                                </p:cTn>
                              </p:par>
                            </p:childTnLst>
                          </p:cTn>
                        </p:par>
                        <p:par>
                          <p:cTn id="37" fill="hold">
                            <p:stCondLst>
                              <p:cond delay="500"/>
                            </p:stCondLst>
                            <p:childTnLst>
                              <p:par>
                                <p:cTn id="38" presetID="22" presetClass="entr" presetSubtype="8" fill="hold" nodeType="afterEffect">
                                  <p:stCondLst>
                                    <p:cond delay="0"/>
                                  </p:stCondLst>
                                  <p:childTnLst>
                                    <p:set>
                                      <p:cBhvr>
                                        <p:cTn id="39" dur="1" fill="hold">
                                          <p:stCondLst>
                                            <p:cond delay="0"/>
                                          </p:stCondLst>
                                        </p:cTn>
                                        <p:tgtEl>
                                          <p:spTgt spid="82"/>
                                        </p:tgtEl>
                                        <p:attrNameLst>
                                          <p:attrName>style.visibility</p:attrName>
                                        </p:attrNameLst>
                                      </p:cBhvr>
                                      <p:to>
                                        <p:strVal val="visible"/>
                                      </p:to>
                                    </p:set>
                                    <p:animEffect transition="in" filter="wipe(left)">
                                      <p:cBhvr>
                                        <p:cTn id="40" dur="500"/>
                                        <p:tgtEl>
                                          <p:spTgt spid="82"/>
                                        </p:tgtEl>
                                      </p:cBhvr>
                                    </p:animEffect>
                                  </p:childTnLst>
                                </p:cTn>
                              </p:par>
                            </p:childTnLst>
                          </p:cTn>
                        </p:par>
                        <p:par>
                          <p:cTn id="41" fill="hold">
                            <p:stCondLst>
                              <p:cond delay="1000"/>
                            </p:stCondLst>
                            <p:childTnLst>
                              <p:par>
                                <p:cTn id="42" presetID="9" presetClass="entr" presetSubtype="0" fill="hold" nodeType="afterEffect">
                                  <p:stCondLst>
                                    <p:cond delay="0"/>
                                  </p:stCondLst>
                                  <p:childTnLst>
                                    <p:set>
                                      <p:cBhvr>
                                        <p:cTn id="43" dur="1" fill="hold">
                                          <p:stCondLst>
                                            <p:cond delay="0"/>
                                          </p:stCondLst>
                                        </p:cTn>
                                        <p:tgtEl>
                                          <p:spTgt spid="43"/>
                                        </p:tgtEl>
                                        <p:attrNameLst>
                                          <p:attrName>style.visibility</p:attrName>
                                        </p:attrNameLst>
                                      </p:cBhvr>
                                      <p:to>
                                        <p:strVal val="visible"/>
                                      </p:to>
                                    </p:set>
                                    <p:animEffect transition="in" filter="dissolve">
                                      <p:cBhvr>
                                        <p:cTn id="44" dur="500"/>
                                        <p:tgtEl>
                                          <p:spTgt spid="43"/>
                                        </p:tgtEl>
                                      </p:cBhvr>
                                    </p:animEffect>
                                  </p:childTnLst>
                                </p:cTn>
                              </p:par>
                            </p:childTnLst>
                          </p:cTn>
                        </p:par>
                        <p:par>
                          <p:cTn id="45" fill="hold">
                            <p:stCondLst>
                              <p:cond delay="1500"/>
                            </p:stCondLst>
                            <p:childTnLst>
                              <p:par>
                                <p:cTn id="46" presetID="22" presetClass="entr" presetSubtype="2" fill="hold" nodeType="afterEffect">
                                  <p:stCondLst>
                                    <p:cond delay="0"/>
                                  </p:stCondLst>
                                  <p:childTnLst>
                                    <p:set>
                                      <p:cBhvr>
                                        <p:cTn id="47" dur="1" fill="hold">
                                          <p:stCondLst>
                                            <p:cond delay="0"/>
                                          </p:stCondLst>
                                        </p:cTn>
                                        <p:tgtEl>
                                          <p:spTgt spid="83"/>
                                        </p:tgtEl>
                                        <p:attrNameLst>
                                          <p:attrName>style.visibility</p:attrName>
                                        </p:attrNameLst>
                                      </p:cBhvr>
                                      <p:to>
                                        <p:strVal val="visible"/>
                                      </p:to>
                                    </p:set>
                                    <p:animEffect transition="in" filter="wipe(right)">
                                      <p:cBhvr>
                                        <p:cTn id="48" dur="500"/>
                                        <p:tgtEl>
                                          <p:spTgt spid="83"/>
                                        </p:tgtEl>
                                      </p:cBhvr>
                                    </p:animEffect>
                                  </p:childTnLst>
                                </p:cTn>
                              </p:par>
                            </p:childTnLst>
                          </p:cTn>
                        </p:par>
                        <p:par>
                          <p:cTn id="49" fill="hold">
                            <p:stCondLst>
                              <p:cond delay="2000"/>
                            </p:stCondLst>
                            <p:childTnLst>
                              <p:par>
                                <p:cTn id="50" presetID="22" presetClass="entr" presetSubtype="8" fill="hold" nodeType="afterEffect">
                                  <p:stCondLst>
                                    <p:cond delay="0"/>
                                  </p:stCondLst>
                                  <p:childTnLst>
                                    <p:set>
                                      <p:cBhvr>
                                        <p:cTn id="51" dur="1" fill="hold">
                                          <p:stCondLst>
                                            <p:cond delay="0"/>
                                          </p:stCondLst>
                                        </p:cTn>
                                        <p:tgtEl>
                                          <p:spTgt spid="84"/>
                                        </p:tgtEl>
                                        <p:attrNameLst>
                                          <p:attrName>style.visibility</p:attrName>
                                        </p:attrNameLst>
                                      </p:cBhvr>
                                      <p:to>
                                        <p:strVal val="visible"/>
                                      </p:to>
                                    </p:set>
                                    <p:animEffect transition="in" filter="wipe(left)">
                                      <p:cBhvr>
                                        <p:cTn id="52" dur="500"/>
                                        <p:tgtEl>
                                          <p:spTgt spid="84"/>
                                        </p:tgtEl>
                                      </p:cBhvr>
                                    </p:animEffect>
                                  </p:childTnLst>
                                </p:cTn>
                              </p:par>
                            </p:childTnLst>
                          </p:cTn>
                        </p:par>
                        <p:par>
                          <p:cTn id="53" fill="hold">
                            <p:stCondLst>
                              <p:cond delay="2500"/>
                            </p:stCondLst>
                            <p:childTnLst>
                              <p:par>
                                <p:cTn id="54" presetID="22" presetClass="entr" presetSubtype="2" fill="hold" nodeType="afterEffect">
                                  <p:stCondLst>
                                    <p:cond delay="0"/>
                                  </p:stCondLst>
                                  <p:childTnLst>
                                    <p:set>
                                      <p:cBhvr>
                                        <p:cTn id="55" dur="1" fill="hold">
                                          <p:stCondLst>
                                            <p:cond delay="0"/>
                                          </p:stCondLst>
                                        </p:cTn>
                                        <p:tgtEl>
                                          <p:spTgt spid="85"/>
                                        </p:tgtEl>
                                        <p:attrNameLst>
                                          <p:attrName>style.visibility</p:attrName>
                                        </p:attrNameLst>
                                      </p:cBhvr>
                                      <p:to>
                                        <p:strVal val="visible"/>
                                      </p:to>
                                    </p:set>
                                    <p:animEffect transition="in" filter="wipe(right)">
                                      <p:cBhvr>
                                        <p:cTn id="5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Layered Internet protocol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tack</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79383" y="1472008"/>
            <a:ext cx="7368749"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supporting network applications</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HTTP, IMAP, SMTP, DNS</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transport: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process-process data transfer</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TCP, UDP</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of datagrams from source to destination</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IP, routing protocols</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link: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transfer between neighboring  network elements</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Ethernet, 802.11 (WiFi), PPP</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physical: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bits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the wire”</a:t>
            </a:r>
          </a:p>
        </p:txBody>
      </p:sp>
      <p:sp>
        <p:nvSpPr>
          <p:cNvPr id="8" name="Rectangle 6">
            <a:extLst>
              <a:ext uri="{FF2B5EF4-FFF2-40B4-BE49-F238E27FC236}">
                <a16:creationId xmlns:a16="http://schemas.microsoft.com/office/drawing/2014/main" id="{7FC87645-22AD-8040-8C83-BC2F64C5D928}"/>
              </a:ext>
            </a:extLst>
          </p:cNvPr>
          <p:cNvSpPr>
            <a:spLocks noChangeArrowheads="1"/>
          </p:cNvSpPr>
          <p:nvPr/>
        </p:nvSpPr>
        <p:spPr bwMode="auto">
          <a:xfrm>
            <a:off x="8913284" y="1902006"/>
            <a:ext cx="1892300" cy="3530600"/>
          </a:xfrm>
          <a:prstGeom prst="rect">
            <a:avLst/>
          </a:prstGeom>
          <a:solidFill>
            <a:schemeClr val="bg1"/>
          </a:solidFill>
          <a:ln w="38100">
            <a:solidFill>
              <a:schemeClr val="tx1"/>
            </a:solidFill>
            <a:miter lim="800000"/>
            <a:headEnd/>
            <a:tailEnd/>
          </a:ln>
          <a:effectLst>
            <a:outerShdw blurRad="304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 name="Text Box 7">
            <a:extLst>
              <a:ext uri="{FF2B5EF4-FFF2-40B4-BE49-F238E27FC236}">
                <a16:creationId xmlns:a16="http://schemas.microsoft.com/office/drawing/2014/main" id="{8C032AE1-21C7-1541-9531-59DC0E0F6A64}"/>
              </a:ext>
            </a:extLst>
          </p:cNvPr>
          <p:cNvSpPr txBox="1">
            <a:spLocks noChangeArrowheads="1"/>
          </p:cNvSpPr>
          <p:nvPr/>
        </p:nvSpPr>
        <p:spPr bwMode="auto">
          <a:xfrm>
            <a:off x="9503820" y="4217549"/>
            <a:ext cx="70083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link</a:t>
            </a:r>
          </a:p>
        </p:txBody>
      </p:sp>
      <p:sp>
        <p:nvSpPr>
          <p:cNvPr id="10" name="Line 8">
            <a:extLst>
              <a:ext uri="{FF2B5EF4-FFF2-40B4-BE49-F238E27FC236}">
                <a16:creationId xmlns:a16="http://schemas.microsoft.com/office/drawing/2014/main" id="{2FF6CB9E-FC16-794F-9F97-8FE4CC7DA95C}"/>
              </a:ext>
            </a:extLst>
          </p:cNvPr>
          <p:cNvSpPr>
            <a:spLocks noChangeShapeType="1"/>
          </p:cNvSpPr>
          <p:nvPr/>
        </p:nvSpPr>
        <p:spPr bwMode="auto">
          <a:xfrm>
            <a:off x="8906934" y="263769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Line 9">
            <a:extLst>
              <a:ext uri="{FF2B5EF4-FFF2-40B4-BE49-F238E27FC236}">
                <a16:creationId xmlns:a16="http://schemas.microsoft.com/office/drawing/2014/main" id="{E0C842E9-2804-A24B-90F5-1E76ED56B971}"/>
              </a:ext>
            </a:extLst>
          </p:cNvPr>
          <p:cNvSpPr>
            <a:spLocks noChangeShapeType="1"/>
          </p:cNvSpPr>
          <p:nvPr/>
        </p:nvSpPr>
        <p:spPr bwMode="auto">
          <a:xfrm>
            <a:off x="8906934" y="33425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10">
            <a:extLst>
              <a:ext uri="{FF2B5EF4-FFF2-40B4-BE49-F238E27FC236}">
                <a16:creationId xmlns:a16="http://schemas.microsoft.com/office/drawing/2014/main" id="{80C10F46-6CD7-F647-A004-85EB56C772DF}"/>
              </a:ext>
            </a:extLst>
          </p:cNvPr>
          <p:cNvSpPr>
            <a:spLocks noChangeShapeType="1"/>
          </p:cNvSpPr>
          <p:nvPr/>
        </p:nvSpPr>
        <p:spPr bwMode="auto">
          <a:xfrm>
            <a:off x="8906934" y="40537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11">
            <a:extLst>
              <a:ext uri="{FF2B5EF4-FFF2-40B4-BE49-F238E27FC236}">
                <a16:creationId xmlns:a16="http://schemas.microsoft.com/office/drawing/2014/main" id="{264B0C4A-9518-2F45-BBDA-97BCDD99E256}"/>
              </a:ext>
            </a:extLst>
          </p:cNvPr>
          <p:cNvSpPr>
            <a:spLocks noChangeShapeType="1"/>
          </p:cNvSpPr>
          <p:nvPr/>
        </p:nvSpPr>
        <p:spPr bwMode="auto">
          <a:xfrm>
            <a:off x="8906934" y="47649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7">
            <a:extLst>
              <a:ext uri="{FF2B5EF4-FFF2-40B4-BE49-F238E27FC236}">
                <a16:creationId xmlns:a16="http://schemas.microsoft.com/office/drawing/2014/main" id="{A1409CBF-F5BE-6642-ACCF-440DA30E3B86}"/>
              </a:ext>
            </a:extLst>
          </p:cNvPr>
          <p:cNvSpPr txBox="1">
            <a:spLocks noChangeArrowheads="1"/>
          </p:cNvSpPr>
          <p:nvPr/>
        </p:nvSpPr>
        <p:spPr bwMode="auto">
          <a:xfrm>
            <a:off x="8942478" y="2070093"/>
            <a:ext cx="179581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application</a:t>
            </a:r>
          </a:p>
        </p:txBody>
      </p:sp>
      <p:sp>
        <p:nvSpPr>
          <p:cNvPr id="15" name="Text Box 7">
            <a:extLst>
              <a:ext uri="{FF2B5EF4-FFF2-40B4-BE49-F238E27FC236}">
                <a16:creationId xmlns:a16="http://schemas.microsoft.com/office/drawing/2014/main" id="{4C8F71E2-C149-F549-B200-0E64A6F67591}"/>
              </a:ext>
            </a:extLst>
          </p:cNvPr>
          <p:cNvSpPr txBox="1">
            <a:spLocks noChangeArrowheads="1"/>
          </p:cNvSpPr>
          <p:nvPr/>
        </p:nvSpPr>
        <p:spPr bwMode="auto">
          <a:xfrm>
            <a:off x="9139934" y="3510968"/>
            <a:ext cx="1400896"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p>
        </p:txBody>
      </p:sp>
      <p:sp>
        <p:nvSpPr>
          <p:cNvPr id="16" name="Text Box 7">
            <a:extLst>
              <a:ext uri="{FF2B5EF4-FFF2-40B4-BE49-F238E27FC236}">
                <a16:creationId xmlns:a16="http://schemas.microsoft.com/office/drawing/2014/main" id="{565AE4AB-C1CB-3E4C-B30F-33A869485DEC}"/>
              </a:ext>
            </a:extLst>
          </p:cNvPr>
          <p:cNvSpPr txBox="1">
            <a:spLocks noChangeArrowheads="1"/>
          </p:cNvSpPr>
          <p:nvPr/>
        </p:nvSpPr>
        <p:spPr bwMode="auto">
          <a:xfrm>
            <a:off x="9024889" y="2776676"/>
            <a:ext cx="1547860"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a:t>
            </a:r>
          </a:p>
        </p:txBody>
      </p:sp>
      <p:sp>
        <p:nvSpPr>
          <p:cNvPr id="18" name="Text Box 7">
            <a:extLst>
              <a:ext uri="{FF2B5EF4-FFF2-40B4-BE49-F238E27FC236}">
                <a16:creationId xmlns:a16="http://schemas.microsoft.com/office/drawing/2014/main" id="{0C3D0051-24D3-9542-BC28-EF8E74513E07}"/>
              </a:ext>
            </a:extLst>
          </p:cNvPr>
          <p:cNvSpPr txBox="1">
            <a:spLocks noChangeArrowheads="1"/>
          </p:cNvSpPr>
          <p:nvPr/>
        </p:nvSpPr>
        <p:spPr bwMode="auto">
          <a:xfrm>
            <a:off x="9197943" y="4884466"/>
            <a:ext cx="1340302"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physical</a:t>
            </a:r>
          </a:p>
        </p:txBody>
      </p:sp>
      <p:grpSp>
        <p:nvGrpSpPr>
          <p:cNvPr id="4" name="Group 3">
            <a:extLst>
              <a:ext uri="{FF2B5EF4-FFF2-40B4-BE49-F238E27FC236}">
                <a16:creationId xmlns:a16="http://schemas.microsoft.com/office/drawing/2014/main" id="{0D5C6DD9-E1C8-9A47-B128-964947A9BCA1}"/>
              </a:ext>
            </a:extLst>
          </p:cNvPr>
          <p:cNvGrpSpPr/>
          <p:nvPr/>
        </p:nvGrpSpPr>
        <p:grpSpPr>
          <a:xfrm>
            <a:off x="8931728" y="1894114"/>
            <a:ext cx="1877786" cy="734786"/>
            <a:chOff x="8980714" y="751114"/>
            <a:chExt cx="1877786" cy="734786"/>
          </a:xfrm>
        </p:grpSpPr>
        <p:sp>
          <p:nvSpPr>
            <p:cNvPr id="3" name="Rectangle 2">
              <a:extLst>
                <a:ext uri="{FF2B5EF4-FFF2-40B4-BE49-F238E27FC236}">
                  <a16:creationId xmlns:a16="http://schemas.microsoft.com/office/drawing/2014/main" id="{A763C0FF-36B6-664F-90B3-14AB76C3338D}"/>
                </a:ext>
              </a:extLst>
            </p:cNvPr>
            <p:cNvSpPr/>
            <p:nvPr/>
          </p:nvSpPr>
          <p:spPr>
            <a:xfrm>
              <a:off x="8980714" y="751114"/>
              <a:ext cx="1877786" cy="73478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 Box 7">
              <a:extLst>
                <a:ext uri="{FF2B5EF4-FFF2-40B4-BE49-F238E27FC236}">
                  <a16:creationId xmlns:a16="http://schemas.microsoft.com/office/drawing/2014/main" id="{D1D9D12F-41D2-1C43-BE10-20C3B18B6C74}"/>
                </a:ext>
              </a:extLst>
            </p:cNvPr>
            <p:cNvSpPr txBox="1">
              <a:spLocks noChangeArrowheads="1"/>
            </p:cNvSpPr>
            <p:nvPr/>
          </p:nvSpPr>
          <p:spPr bwMode="auto">
            <a:xfrm>
              <a:off x="9029564" y="899878"/>
              <a:ext cx="179581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application</a:t>
              </a:r>
            </a:p>
          </p:txBody>
        </p:sp>
      </p:grpSp>
      <p:grpSp>
        <p:nvGrpSpPr>
          <p:cNvPr id="20" name="Group 19">
            <a:extLst>
              <a:ext uri="{FF2B5EF4-FFF2-40B4-BE49-F238E27FC236}">
                <a16:creationId xmlns:a16="http://schemas.microsoft.com/office/drawing/2014/main" id="{FBC066ED-EC5C-E148-85B2-CE56D9C40F28}"/>
              </a:ext>
            </a:extLst>
          </p:cNvPr>
          <p:cNvGrpSpPr/>
          <p:nvPr/>
        </p:nvGrpSpPr>
        <p:grpSpPr>
          <a:xfrm>
            <a:off x="8933979" y="2649498"/>
            <a:ext cx="1861418" cy="688224"/>
            <a:chOff x="8993850" y="766270"/>
            <a:chExt cx="1861418" cy="688224"/>
          </a:xfrm>
        </p:grpSpPr>
        <p:sp>
          <p:nvSpPr>
            <p:cNvPr id="21" name="Rectangle 20">
              <a:extLst>
                <a:ext uri="{FF2B5EF4-FFF2-40B4-BE49-F238E27FC236}">
                  <a16:creationId xmlns:a16="http://schemas.microsoft.com/office/drawing/2014/main" id="{173E1221-1527-4744-A110-60E3BD72A69D}"/>
                </a:ext>
              </a:extLst>
            </p:cNvPr>
            <p:cNvSpPr/>
            <p:nvPr/>
          </p:nvSpPr>
          <p:spPr>
            <a:xfrm>
              <a:off x="8993850" y="766270"/>
              <a:ext cx="1861418" cy="68822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 Box 7">
              <a:extLst>
                <a:ext uri="{FF2B5EF4-FFF2-40B4-BE49-F238E27FC236}">
                  <a16:creationId xmlns:a16="http://schemas.microsoft.com/office/drawing/2014/main" id="{5D7E6050-1C4A-AC42-9C80-455BF3E89624}"/>
                </a:ext>
              </a:extLst>
            </p:cNvPr>
            <p:cNvSpPr txBox="1">
              <a:spLocks noChangeArrowheads="1"/>
            </p:cNvSpPr>
            <p:nvPr/>
          </p:nvSpPr>
          <p:spPr bwMode="auto">
            <a:xfrm>
              <a:off x="9153542" y="899878"/>
              <a:ext cx="1547860"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transport</a:t>
              </a:r>
            </a:p>
          </p:txBody>
        </p:sp>
      </p:grpSp>
      <p:grpSp>
        <p:nvGrpSpPr>
          <p:cNvPr id="23" name="Group 22">
            <a:extLst>
              <a:ext uri="{FF2B5EF4-FFF2-40B4-BE49-F238E27FC236}">
                <a16:creationId xmlns:a16="http://schemas.microsoft.com/office/drawing/2014/main" id="{A118D44F-D234-294A-9DFB-5BF4D5E069AC}"/>
              </a:ext>
            </a:extLst>
          </p:cNvPr>
          <p:cNvGrpSpPr/>
          <p:nvPr/>
        </p:nvGrpSpPr>
        <p:grpSpPr>
          <a:xfrm>
            <a:off x="8931286" y="3357646"/>
            <a:ext cx="1861418" cy="677992"/>
            <a:chOff x="8993850" y="766270"/>
            <a:chExt cx="1861418" cy="677992"/>
          </a:xfrm>
        </p:grpSpPr>
        <p:sp>
          <p:nvSpPr>
            <p:cNvPr id="24" name="Rectangle 23">
              <a:extLst>
                <a:ext uri="{FF2B5EF4-FFF2-40B4-BE49-F238E27FC236}">
                  <a16:creationId xmlns:a16="http://schemas.microsoft.com/office/drawing/2014/main" id="{5BB6D480-0EF6-9743-B8C0-63D799A0402B}"/>
                </a:ext>
              </a:extLst>
            </p:cNvPr>
            <p:cNvSpPr/>
            <p:nvPr/>
          </p:nvSpPr>
          <p:spPr>
            <a:xfrm>
              <a:off x="8993850" y="766270"/>
              <a:ext cx="1861418" cy="6779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 Box 7">
              <a:extLst>
                <a:ext uri="{FF2B5EF4-FFF2-40B4-BE49-F238E27FC236}">
                  <a16:creationId xmlns:a16="http://schemas.microsoft.com/office/drawing/2014/main" id="{2D6CC9E9-4EB8-C148-99C7-DE21615E7DBD}"/>
                </a:ext>
              </a:extLst>
            </p:cNvPr>
            <p:cNvSpPr txBox="1">
              <a:spLocks noChangeArrowheads="1"/>
            </p:cNvSpPr>
            <p:nvPr/>
          </p:nvSpPr>
          <p:spPr bwMode="auto">
            <a:xfrm>
              <a:off x="9227024" y="899878"/>
              <a:ext cx="1400896"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network</a:t>
              </a:r>
            </a:p>
          </p:txBody>
        </p:sp>
      </p:grpSp>
      <p:grpSp>
        <p:nvGrpSpPr>
          <p:cNvPr id="26" name="Group 25">
            <a:extLst>
              <a:ext uri="{FF2B5EF4-FFF2-40B4-BE49-F238E27FC236}">
                <a16:creationId xmlns:a16="http://schemas.microsoft.com/office/drawing/2014/main" id="{AC9AAF3B-AED3-A449-97D4-F0291249333B}"/>
              </a:ext>
            </a:extLst>
          </p:cNvPr>
          <p:cNvGrpSpPr/>
          <p:nvPr/>
        </p:nvGrpSpPr>
        <p:grpSpPr>
          <a:xfrm>
            <a:off x="8931824" y="4072257"/>
            <a:ext cx="1861418" cy="677992"/>
            <a:chOff x="8993850" y="766270"/>
            <a:chExt cx="1861418" cy="677992"/>
          </a:xfrm>
        </p:grpSpPr>
        <p:sp>
          <p:nvSpPr>
            <p:cNvPr id="27" name="Rectangle 26">
              <a:extLst>
                <a:ext uri="{FF2B5EF4-FFF2-40B4-BE49-F238E27FC236}">
                  <a16:creationId xmlns:a16="http://schemas.microsoft.com/office/drawing/2014/main" id="{821B1C9B-1511-9048-954A-42C526FFA552}"/>
                </a:ext>
              </a:extLst>
            </p:cNvPr>
            <p:cNvSpPr/>
            <p:nvPr/>
          </p:nvSpPr>
          <p:spPr>
            <a:xfrm>
              <a:off x="8993850" y="766270"/>
              <a:ext cx="1861418" cy="6779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 Box 7">
              <a:extLst>
                <a:ext uri="{FF2B5EF4-FFF2-40B4-BE49-F238E27FC236}">
                  <a16:creationId xmlns:a16="http://schemas.microsoft.com/office/drawing/2014/main" id="{94F6A773-D867-F74F-B5C6-8190F112DD55}"/>
                </a:ext>
              </a:extLst>
            </p:cNvPr>
            <p:cNvSpPr txBox="1">
              <a:spLocks noChangeArrowheads="1"/>
            </p:cNvSpPr>
            <p:nvPr/>
          </p:nvSpPr>
          <p:spPr bwMode="auto">
            <a:xfrm>
              <a:off x="9577056" y="899878"/>
              <a:ext cx="700834"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link</a:t>
              </a:r>
            </a:p>
          </p:txBody>
        </p:sp>
      </p:grpSp>
      <p:grpSp>
        <p:nvGrpSpPr>
          <p:cNvPr id="29" name="Group 28">
            <a:extLst>
              <a:ext uri="{FF2B5EF4-FFF2-40B4-BE49-F238E27FC236}">
                <a16:creationId xmlns:a16="http://schemas.microsoft.com/office/drawing/2014/main" id="{5725BE4D-F37D-9C4B-B89A-22367E8DCDC6}"/>
              </a:ext>
            </a:extLst>
          </p:cNvPr>
          <p:cNvGrpSpPr/>
          <p:nvPr/>
        </p:nvGrpSpPr>
        <p:grpSpPr>
          <a:xfrm>
            <a:off x="8925900" y="4785252"/>
            <a:ext cx="1861418" cy="639758"/>
            <a:chOff x="8993850" y="784041"/>
            <a:chExt cx="1861418" cy="639758"/>
          </a:xfrm>
        </p:grpSpPr>
        <p:sp>
          <p:nvSpPr>
            <p:cNvPr id="30" name="Rectangle 29">
              <a:extLst>
                <a:ext uri="{FF2B5EF4-FFF2-40B4-BE49-F238E27FC236}">
                  <a16:creationId xmlns:a16="http://schemas.microsoft.com/office/drawing/2014/main" id="{0D53E4D4-FAC6-1E4B-882F-3AD5F8C274EF}"/>
                </a:ext>
              </a:extLst>
            </p:cNvPr>
            <p:cNvSpPr/>
            <p:nvPr/>
          </p:nvSpPr>
          <p:spPr>
            <a:xfrm>
              <a:off x="8993850" y="784041"/>
              <a:ext cx="1861418" cy="63975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 Box 7">
              <a:extLst>
                <a:ext uri="{FF2B5EF4-FFF2-40B4-BE49-F238E27FC236}">
                  <a16:creationId xmlns:a16="http://schemas.microsoft.com/office/drawing/2014/main" id="{2F3023D6-375B-E04C-A47A-CBC847CE62DB}"/>
                </a:ext>
              </a:extLst>
            </p:cNvPr>
            <p:cNvSpPr txBox="1">
              <a:spLocks noChangeArrowheads="1"/>
            </p:cNvSpPr>
            <p:nvPr/>
          </p:nvSpPr>
          <p:spPr bwMode="auto">
            <a:xfrm>
              <a:off x="9257324" y="899878"/>
              <a:ext cx="134030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physical</a:t>
              </a:r>
            </a:p>
          </p:txBody>
        </p:sp>
      </p:grpSp>
      <p:sp>
        <p:nvSpPr>
          <p:cNvPr id="32" name="Slide Number Placeholder 5">
            <a:extLst>
              <a:ext uri="{FF2B5EF4-FFF2-40B4-BE49-F238E27FC236}">
                <a16:creationId xmlns:a16="http://schemas.microsoft.com/office/drawing/2014/main" id="{BD8DF8F4-5414-EF4A-839E-C45585257CE0}"/>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21</a:t>
            </a:fld>
            <a:endParaRPr lang="en-US" dirty="0"/>
          </a:p>
        </p:txBody>
      </p:sp>
    </p:spTree>
    <p:extLst>
      <p:ext uri="{BB962C8B-B14F-4D97-AF65-F5344CB8AC3E}">
        <p14:creationId xmlns:p14="http://schemas.microsoft.com/office/powerpoint/2010/main" val="3858537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xEl>
                                              <p:pRg st="2" end="2"/>
                                            </p:txEl>
                                          </p:spTgt>
                                        </p:tgtEl>
                                        <p:attrNameLst>
                                          <p:attrName>style.visibility</p:attrName>
                                        </p:attrNameLst>
                                      </p:cBhvr>
                                      <p:to>
                                        <p:strVal val="visible"/>
                                      </p:to>
                                    </p:set>
                                    <p:animEffect transition="in" filter="dissolve">
                                      <p:cBhvr>
                                        <p:cTn id="18" dur="500"/>
                                        <p:tgtEl>
                                          <p:spTgt spid="17">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7">
                                            <p:txEl>
                                              <p:pRg st="3" end="3"/>
                                            </p:txEl>
                                          </p:spTgt>
                                        </p:tgtEl>
                                        <p:attrNameLst>
                                          <p:attrName>style.visibility</p:attrName>
                                        </p:attrNameLst>
                                      </p:cBhvr>
                                      <p:to>
                                        <p:strVal val="visible"/>
                                      </p:to>
                                    </p:set>
                                    <p:animEffect transition="in" filter="dissolve">
                                      <p:cBhvr>
                                        <p:cTn id="21" dur="500"/>
                                        <p:tgtEl>
                                          <p:spTgt spid="17">
                                            <p:txEl>
                                              <p:pRg st="3" end="3"/>
                                            </p:txEl>
                                          </p:spTgt>
                                        </p:tgtEl>
                                      </p:cBhvr>
                                    </p:animEffect>
                                  </p:childTnLst>
                                </p:cTn>
                              </p:par>
                              <p:par>
                                <p:cTn id="22" presetID="9" presetClass="exit" presetSubtype="0" fill="hold" nodeType="withEffect">
                                  <p:stCondLst>
                                    <p:cond delay="0"/>
                                  </p:stCondLst>
                                  <p:childTnLst>
                                    <p:animEffect transition="out" filter="dissolve">
                                      <p:cBhvr>
                                        <p:cTn id="23" dur="500"/>
                                        <p:tgtEl>
                                          <p:spTgt spid="4"/>
                                        </p:tgtEl>
                                      </p:cBhvr>
                                    </p:animEffect>
                                    <p:set>
                                      <p:cBhvr>
                                        <p:cTn id="24" dur="1" fill="hold">
                                          <p:stCondLst>
                                            <p:cond delay="499"/>
                                          </p:stCondLst>
                                        </p:cTn>
                                        <p:tgtEl>
                                          <p:spTgt spid="4"/>
                                        </p:tgtEl>
                                        <p:attrNameLst>
                                          <p:attrName>style.visibility</p:attrName>
                                        </p:attrNameLst>
                                      </p:cBhvr>
                                      <p:to>
                                        <p:strVal val="hidden"/>
                                      </p:to>
                                    </p:set>
                                  </p:childTnLst>
                                </p:cTn>
                              </p:par>
                              <p:par>
                                <p:cTn id="25" presetID="9" presetClass="entr" presetSubtype="0" fill="hold"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dissolv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
                                            <p:txEl>
                                              <p:pRg st="4" end="4"/>
                                            </p:txEl>
                                          </p:spTgt>
                                        </p:tgtEl>
                                        <p:attrNameLst>
                                          <p:attrName>style.visibility</p:attrName>
                                        </p:attrNameLst>
                                      </p:cBhvr>
                                      <p:to>
                                        <p:strVal val="visible"/>
                                      </p:to>
                                    </p:set>
                                    <p:animEffect transition="in" filter="dissolve">
                                      <p:cBhvr>
                                        <p:cTn id="32" dur="500"/>
                                        <p:tgtEl>
                                          <p:spTgt spid="17">
                                            <p:txEl>
                                              <p:pRg st="4" end="4"/>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17">
                                            <p:txEl>
                                              <p:pRg st="5" end="5"/>
                                            </p:txEl>
                                          </p:spTgt>
                                        </p:tgtEl>
                                        <p:attrNameLst>
                                          <p:attrName>style.visibility</p:attrName>
                                        </p:attrNameLst>
                                      </p:cBhvr>
                                      <p:to>
                                        <p:strVal val="visible"/>
                                      </p:to>
                                    </p:set>
                                    <p:animEffect transition="in" filter="dissolve">
                                      <p:cBhvr>
                                        <p:cTn id="35" dur="500"/>
                                        <p:tgtEl>
                                          <p:spTgt spid="17">
                                            <p:txEl>
                                              <p:pRg st="5" end="5"/>
                                            </p:txEl>
                                          </p:spTgt>
                                        </p:tgtEl>
                                      </p:cBhvr>
                                    </p:animEffect>
                                  </p:childTnLst>
                                </p:cTn>
                              </p:par>
                              <p:par>
                                <p:cTn id="36" presetID="9" presetClass="exit" presetSubtype="0" fill="hold" nodeType="withEffect">
                                  <p:stCondLst>
                                    <p:cond delay="0"/>
                                  </p:stCondLst>
                                  <p:childTnLst>
                                    <p:animEffect transition="out" filter="dissolve">
                                      <p:cBhvr>
                                        <p:cTn id="37" dur="500"/>
                                        <p:tgtEl>
                                          <p:spTgt spid="20"/>
                                        </p:tgtEl>
                                      </p:cBhvr>
                                    </p:animEffect>
                                    <p:set>
                                      <p:cBhvr>
                                        <p:cTn id="38" dur="1" fill="hold">
                                          <p:stCondLst>
                                            <p:cond delay="499"/>
                                          </p:stCondLst>
                                        </p:cTn>
                                        <p:tgtEl>
                                          <p:spTgt spid="20"/>
                                        </p:tgtEl>
                                        <p:attrNameLst>
                                          <p:attrName>style.visibility</p:attrName>
                                        </p:attrNameLst>
                                      </p:cBhvr>
                                      <p:to>
                                        <p:strVal val="hidden"/>
                                      </p:to>
                                    </p:set>
                                  </p:childTnLst>
                                </p:cTn>
                              </p:par>
                              <p:par>
                                <p:cTn id="39" presetID="9"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7">
                                            <p:txEl>
                                              <p:pRg st="6" end="6"/>
                                            </p:txEl>
                                          </p:spTgt>
                                        </p:tgtEl>
                                        <p:attrNameLst>
                                          <p:attrName>style.visibility</p:attrName>
                                        </p:attrNameLst>
                                      </p:cBhvr>
                                      <p:to>
                                        <p:strVal val="visible"/>
                                      </p:to>
                                    </p:set>
                                    <p:animEffect transition="in" filter="dissolve">
                                      <p:cBhvr>
                                        <p:cTn id="46" dur="500"/>
                                        <p:tgtEl>
                                          <p:spTgt spid="17">
                                            <p:txEl>
                                              <p:pRg st="6" end="6"/>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17">
                                            <p:txEl>
                                              <p:pRg st="7" end="7"/>
                                            </p:txEl>
                                          </p:spTgt>
                                        </p:tgtEl>
                                        <p:attrNameLst>
                                          <p:attrName>style.visibility</p:attrName>
                                        </p:attrNameLst>
                                      </p:cBhvr>
                                      <p:to>
                                        <p:strVal val="visible"/>
                                      </p:to>
                                    </p:set>
                                    <p:animEffect transition="in" filter="dissolve">
                                      <p:cBhvr>
                                        <p:cTn id="49" dur="500"/>
                                        <p:tgtEl>
                                          <p:spTgt spid="17">
                                            <p:txEl>
                                              <p:pRg st="7" end="7"/>
                                            </p:txEl>
                                          </p:spTgt>
                                        </p:tgtEl>
                                      </p:cBhvr>
                                    </p:animEffect>
                                  </p:childTnLst>
                                </p:cTn>
                              </p:par>
                              <p:par>
                                <p:cTn id="50" presetID="9" presetClass="exit" presetSubtype="0" fill="hold" nodeType="withEffect">
                                  <p:stCondLst>
                                    <p:cond delay="0"/>
                                  </p:stCondLst>
                                  <p:childTnLst>
                                    <p:animEffect transition="out" filter="dissolve">
                                      <p:cBhvr>
                                        <p:cTn id="51" dur="500"/>
                                        <p:tgtEl>
                                          <p:spTgt spid="23"/>
                                        </p:tgtEl>
                                      </p:cBhvr>
                                    </p:animEffect>
                                    <p:set>
                                      <p:cBhvr>
                                        <p:cTn id="52" dur="1" fill="hold">
                                          <p:stCondLst>
                                            <p:cond delay="499"/>
                                          </p:stCondLst>
                                        </p:cTn>
                                        <p:tgtEl>
                                          <p:spTgt spid="23"/>
                                        </p:tgtEl>
                                        <p:attrNameLst>
                                          <p:attrName>style.visibility</p:attrName>
                                        </p:attrNameLst>
                                      </p:cBhvr>
                                      <p:to>
                                        <p:strVal val="hidden"/>
                                      </p:to>
                                    </p:set>
                                  </p:childTnLst>
                                </p:cTn>
                              </p:par>
                              <p:par>
                                <p:cTn id="53" presetID="9" presetClass="entr" presetSubtype="0" fill="hold"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dissolve">
                                      <p:cBhvr>
                                        <p:cTn id="55" dur="500"/>
                                        <p:tgtEl>
                                          <p:spTgt spid="26"/>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nodeType="clickEffect">
                                  <p:stCondLst>
                                    <p:cond delay="0"/>
                                  </p:stCondLst>
                                  <p:childTnLst>
                                    <p:set>
                                      <p:cBhvr>
                                        <p:cTn id="59" dur="1" fill="hold">
                                          <p:stCondLst>
                                            <p:cond delay="0"/>
                                          </p:stCondLst>
                                        </p:cTn>
                                        <p:tgtEl>
                                          <p:spTgt spid="17">
                                            <p:txEl>
                                              <p:pRg st="8" end="8"/>
                                            </p:txEl>
                                          </p:spTgt>
                                        </p:tgtEl>
                                        <p:attrNameLst>
                                          <p:attrName>style.visibility</p:attrName>
                                        </p:attrNameLst>
                                      </p:cBhvr>
                                      <p:to>
                                        <p:strVal val="visible"/>
                                      </p:to>
                                    </p:set>
                                    <p:animEffect transition="in" filter="dissolve">
                                      <p:cBhvr>
                                        <p:cTn id="60" dur="500"/>
                                        <p:tgtEl>
                                          <p:spTgt spid="17">
                                            <p:txEl>
                                              <p:pRg st="8" end="8"/>
                                            </p:txEl>
                                          </p:spTgt>
                                        </p:tgtEl>
                                      </p:cBhvr>
                                    </p:animEffect>
                                  </p:childTnLst>
                                </p:cTn>
                              </p:par>
                              <p:par>
                                <p:cTn id="61" presetID="9" presetClass="exit" presetSubtype="0" fill="hold" nodeType="withEffect">
                                  <p:stCondLst>
                                    <p:cond delay="0"/>
                                  </p:stCondLst>
                                  <p:childTnLst>
                                    <p:animEffect transition="out" filter="dissolve">
                                      <p:cBhvr>
                                        <p:cTn id="62" dur="500"/>
                                        <p:tgtEl>
                                          <p:spTgt spid="26"/>
                                        </p:tgtEl>
                                      </p:cBhvr>
                                    </p:animEffect>
                                    <p:set>
                                      <p:cBhvr>
                                        <p:cTn id="63" dur="1" fill="hold">
                                          <p:stCondLst>
                                            <p:cond delay="499"/>
                                          </p:stCondLst>
                                        </p:cTn>
                                        <p:tgtEl>
                                          <p:spTgt spid="26"/>
                                        </p:tgtEl>
                                        <p:attrNameLst>
                                          <p:attrName>style.visibility</p:attrName>
                                        </p:attrNameLst>
                                      </p:cBhvr>
                                      <p:to>
                                        <p:strVal val="hidden"/>
                                      </p:to>
                                    </p:set>
                                  </p:childTnLst>
                                </p:cTn>
                              </p:par>
                              <p:par>
                                <p:cTn id="64" presetID="9" presetClass="entr" presetSubtype="0" fill="hold" nodeType="withEffect">
                                  <p:stCondLst>
                                    <p:cond delay="0"/>
                                  </p:stCondLst>
                                  <p:childTnLst>
                                    <p:set>
                                      <p:cBhvr>
                                        <p:cTn id="65" dur="1" fill="hold">
                                          <p:stCondLst>
                                            <p:cond delay="0"/>
                                          </p:stCondLst>
                                        </p:cTn>
                                        <p:tgtEl>
                                          <p:spTgt spid="29"/>
                                        </p:tgtEl>
                                        <p:attrNameLst>
                                          <p:attrName>style.visibility</p:attrName>
                                        </p:attrNameLst>
                                      </p:cBhvr>
                                      <p:to>
                                        <p:strVal val="visible"/>
                                      </p:to>
                                    </p:set>
                                    <p:animEffect transition="in" filter="dissolve">
                                      <p:cBhvr>
                                        <p:cTn id="66"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Why layering?</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80297" y="1203575"/>
            <a:ext cx="10162523"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Approach to designing/discussing complex systems:</a:t>
            </a:r>
          </a:p>
        </p:txBody>
      </p:sp>
      <p:sp>
        <p:nvSpPr>
          <p:cNvPr id="5" name="Rectangle 5">
            <a:extLst>
              <a:ext uri="{FF2B5EF4-FFF2-40B4-BE49-F238E27FC236}">
                <a16:creationId xmlns:a16="http://schemas.microsoft.com/office/drawing/2014/main" id="{15F7B519-61A4-984E-AD7F-1F86A8769FE7}"/>
              </a:ext>
            </a:extLst>
          </p:cNvPr>
          <p:cNvSpPr txBox="1">
            <a:spLocks noChangeArrowheads="1"/>
          </p:cNvSpPr>
          <p:nvPr/>
        </p:nvSpPr>
        <p:spPr>
          <a:xfrm>
            <a:off x="722834" y="1935296"/>
            <a:ext cx="7431816" cy="43455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3088" marR="0" lvl="0" indent="-355600" algn="l" defTabSz="914400" rtl="0" eaLnBrk="1" fontAlgn="auto" latinLnBrk="0" hangingPunct="1">
              <a:lnSpc>
                <a:spcPct val="90000"/>
              </a:lnSpc>
              <a:spcBef>
                <a:spcPts val="1000"/>
              </a:spcBef>
              <a:spcAft>
                <a:spcPts val="0"/>
              </a:spcAft>
              <a:buClr>
                <a:srgbClr val="0000A3"/>
              </a:buClr>
              <a:buSzTx/>
              <a:buFont typeface="Wingdings" pitchFamily="2" charset="2"/>
              <a:buChar char="§"/>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explicit structure allows identification, relationship of system’</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pieces</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layered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Arial" panose="020B0604020202020204" pitchFamily="34" charset="0"/>
                <a:cs typeface="+mn-cs"/>
              </a:rPr>
              <a:t>reference model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for discussion</a:t>
            </a:r>
          </a:p>
          <a:p>
            <a:pPr marL="573088" marR="0" lvl="0" indent="-355600" algn="l" defTabSz="914400" rtl="0" eaLnBrk="1" fontAlgn="auto" latinLnBrk="0" hangingPunct="1">
              <a:lnSpc>
                <a:spcPct val="90000"/>
              </a:lnSpc>
              <a:spcBef>
                <a:spcPts val="1000"/>
              </a:spcBef>
              <a:spcAft>
                <a:spcPts val="0"/>
              </a:spcAft>
              <a:buClr>
                <a:srgbClr val="0000A3"/>
              </a:buClr>
              <a:buSzTx/>
              <a:buFont typeface="Wingdings" pitchFamily="2" charset="2"/>
              <a:buChar char="§"/>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modularization eases maintenance, updating of system</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change in layer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service </a:t>
            </a:r>
            <a:r>
              <a:rPr kumimoji="0" lang="en-US" altLang="ja-JP"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implementation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transparent to rest of system</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e.g., change in gate procedure doesn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affect rest of system</a:t>
            </a:r>
          </a:p>
        </p:txBody>
      </p:sp>
      <p:sp>
        <p:nvSpPr>
          <p:cNvPr id="6" name="Slide Number Placeholder 5">
            <a:extLst>
              <a:ext uri="{FF2B5EF4-FFF2-40B4-BE49-F238E27FC236}">
                <a16:creationId xmlns:a16="http://schemas.microsoft.com/office/drawing/2014/main" id="{C7863566-BF3F-7A41-A14A-C94625DA7630}"/>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22</a:t>
            </a:fld>
            <a:endParaRPr lang="en-US" dirty="0"/>
          </a:p>
        </p:txBody>
      </p:sp>
    </p:spTree>
    <p:extLst>
      <p:ext uri="{BB962C8B-B14F-4D97-AF65-F5344CB8AC3E}">
        <p14:creationId xmlns:p14="http://schemas.microsoft.com/office/powerpoint/2010/main" val="3679306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10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1000"/>
                                        <p:tgtEl>
                                          <p:spTgt spid="5">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1000"/>
                                        <p:tgtEl>
                                          <p:spTgt spid="5">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10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10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Example: organization of air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ravel</a:t>
            </a:r>
          </a:p>
        </p:txBody>
      </p:sp>
      <p:sp>
        <p:nvSpPr>
          <p:cNvPr id="7" name="Rectangle 3">
            <a:extLst>
              <a:ext uri="{FF2B5EF4-FFF2-40B4-BE49-F238E27FC236}">
                <a16:creationId xmlns:a16="http://schemas.microsoft.com/office/drawing/2014/main" id="{CC3583CD-CBDD-864E-8D26-0A29FF1403C0}"/>
              </a:ext>
            </a:extLst>
          </p:cNvPr>
          <p:cNvSpPr txBox="1">
            <a:spLocks noChangeArrowheads="1"/>
          </p:cNvSpPr>
          <p:nvPr/>
        </p:nvSpPr>
        <p:spPr>
          <a:xfrm>
            <a:off x="2345096" y="6081243"/>
            <a:ext cx="9529651" cy="542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457200" algn="l" defTabSz="914400" rtl="0" eaLnBrk="1" fontAlgn="auto" latinLnBrk="0" hangingPunct="1">
              <a:lnSpc>
                <a:spcPct val="90000"/>
              </a:lnSpc>
              <a:spcBef>
                <a:spcPts val="1000"/>
              </a:spcBef>
              <a:spcAft>
                <a:spcPts val="0"/>
              </a:spcAft>
              <a:buClr>
                <a:srgbClr val="0000A3"/>
              </a:buClr>
              <a:buSzTx/>
              <a:tabLst/>
              <a:defRPr/>
            </a:pPr>
            <a:r>
              <a:rPr kumimoji="0" lang="en-US" altLang="en-US"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 series of steps, involving many services</a:t>
            </a:r>
          </a:p>
        </p:txBody>
      </p:sp>
      <p:sp>
        <p:nvSpPr>
          <p:cNvPr id="9" name="Text Box 5">
            <a:extLst>
              <a:ext uri="{FF2B5EF4-FFF2-40B4-BE49-F238E27FC236}">
                <a16:creationId xmlns:a16="http://schemas.microsoft.com/office/drawing/2014/main" id="{36700FC8-9E28-1D45-9971-F07DEE935B73}"/>
              </a:ext>
            </a:extLst>
          </p:cNvPr>
          <p:cNvSpPr txBox="1">
            <a:spLocks noChangeArrowheads="1"/>
          </p:cNvSpPr>
          <p:nvPr/>
        </p:nvSpPr>
        <p:spPr bwMode="auto">
          <a:xfrm>
            <a:off x="1110119" y="1935719"/>
            <a:ext cx="3719769" cy="2847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ticket (purchase)</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baggage (check)</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gates (load)</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runway takeoff</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airplane routing</a:t>
            </a:r>
            <a:endPar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0" name="Text Box 6">
            <a:extLst>
              <a:ext uri="{FF2B5EF4-FFF2-40B4-BE49-F238E27FC236}">
                <a16:creationId xmlns:a16="http://schemas.microsoft.com/office/drawing/2014/main" id="{848D3D19-7497-FE45-B7B5-B81AA4212074}"/>
              </a:ext>
            </a:extLst>
          </p:cNvPr>
          <p:cNvSpPr txBox="1">
            <a:spLocks noChangeArrowheads="1"/>
          </p:cNvSpPr>
          <p:nvPr/>
        </p:nvSpPr>
        <p:spPr bwMode="auto">
          <a:xfrm>
            <a:off x="7623765" y="1942018"/>
            <a:ext cx="2625654"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ticket (complain)</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baggage (claim)</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gates (unload)</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runway landing</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airplane routing</a:t>
            </a:r>
          </a:p>
        </p:txBody>
      </p:sp>
      <p:sp>
        <p:nvSpPr>
          <p:cNvPr id="11" name="Text Box 7">
            <a:extLst>
              <a:ext uri="{FF2B5EF4-FFF2-40B4-BE49-F238E27FC236}">
                <a16:creationId xmlns:a16="http://schemas.microsoft.com/office/drawing/2014/main" id="{E16D6DCC-156C-2147-81DA-F433EE3A550B}"/>
              </a:ext>
            </a:extLst>
          </p:cNvPr>
          <p:cNvSpPr txBox="1">
            <a:spLocks noChangeArrowheads="1"/>
          </p:cNvSpPr>
          <p:nvPr/>
        </p:nvSpPr>
        <p:spPr bwMode="auto">
          <a:xfrm>
            <a:off x="4389746" y="4831320"/>
            <a:ext cx="357079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airplane routing</a:t>
            </a:r>
          </a:p>
        </p:txBody>
      </p:sp>
      <p:sp>
        <p:nvSpPr>
          <p:cNvPr id="12" name="Freeform 8">
            <a:extLst>
              <a:ext uri="{FF2B5EF4-FFF2-40B4-BE49-F238E27FC236}">
                <a16:creationId xmlns:a16="http://schemas.microsoft.com/office/drawing/2014/main" id="{F85E233E-0BC2-2743-AB47-FA853651C08B}"/>
              </a:ext>
            </a:extLst>
          </p:cNvPr>
          <p:cNvSpPr>
            <a:spLocks/>
          </p:cNvSpPr>
          <p:nvPr/>
        </p:nvSpPr>
        <p:spPr bwMode="auto">
          <a:xfrm>
            <a:off x="879891" y="2080182"/>
            <a:ext cx="7827767" cy="3289301"/>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Lst>
            <a:ahLst/>
            <a:cxnLst>
              <a:cxn ang="0">
                <a:pos x="connsiteX0" y="connsiteY0"/>
              </a:cxn>
              <a:cxn ang="0">
                <a:pos x="connsiteX1" y="connsiteY1"/>
              </a:cxn>
              <a:cxn ang="0">
                <a:pos x="connsiteX2" y="connsiteY2"/>
              </a:cxn>
              <a:cxn ang="0">
                <a:pos x="connsiteX3" y="connsiteY3"/>
              </a:cxn>
            </a:cxnLst>
            <a:rect l="l" t="t" r="r" b="b"/>
            <a:pathLst>
              <a:path w="8459" h="10000">
                <a:moveTo>
                  <a:pt x="0" y="0"/>
                </a:moveTo>
                <a:cubicBezTo>
                  <a:pt x="3" y="2793"/>
                  <a:pt x="7" y="5585"/>
                  <a:pt x="10" y="8378"/>
                </a:cubicBezTo>
                <a:lnTo>
                  <a:pt x="1961" y="9961"/>
                </a:lnTo>
                <a:lnTo>
                  <a:pt x="8459" y="10000"/>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3" name="Freeform 2">
            <a:extLst>
              <a:ext uri="{FF2B5EF4-FFF2-40B4-BE49-F238E27FC236}">
                <a16:creationId xmlns:a16="http://schemas.microsoft.com/office/drawing/2014/main" id="{D9478D4E-B913-5E48-A41F-691CE28FDFE4}"/>
              </a:ext>
            </a:extLst>
          </p:cNvPr>
          <p:cNvSpPr/>
          <p:nvPr/>
        </p:nvSpPr>
        <p:spPr>
          <a:xfrm flipH="1">
            <a:off x="8627458" y="2106453"/>
            <a:ext cx="1822537" cy="3263030"/>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 name="Rectangle 3">
            <a:extLst>
              <a:ext uri="{FF2B5EF4-FFF2-40B4-BE49-F238E27FC236}">
                <a16:creationId xmlns:a16="http://schemas.microsoft.com/office/drawing/2014/main" id="{B089D51D-215F-BA43-9D35-CA7FEB77B669}"/>
              </a:ext>
            </a:extLst>
          </p:cNvPr>
          <p:cNvSpPr txBox="1">
            <a:spLocks noChangeArrowheads="1"/>
          </p:cNvSpPr>
          <p:nvPr/>
        </p:nvSpPr>
        <p:spPr>
          <a:xfrm>
            <a:off x="1882900" y="5634038"/>
            <a:ext cx="9529651" cy="542925"/>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would you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define/discuss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system</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airline travel?</a:t>
            </a:r>
          </a:p>
        </p:txBody>
      </p:sp>
      <p:cxnSp>
        <p:nvCxnSpPr>
          <p:cNvPr id="5" name="Straight Arrow Connector 4">
            <a:extLst>
              <a:ext uri="{FF2B5EF4-FFF2-40B4-BE49-F238E27FC236}">
                <a16:creationId xmlns:a16="http://schemas.microsoft.com/office/drawing/2014/main" id="{3FCB9233-79E6-BA4F-9D93-E564447F7C10}"/>
              </a:ext>
            </a:extLst>
          </p:cNvPr>
          <p:cNvCxnSpPr/>
          <p:nvPr/>
        </p:nvCxnSpPr>
        <p:spPr>
          <a:xfrm>
            <a:off x="1564598" y="1798817"/>
            <a:ext cx="760001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EE558E98-4E3D-6E48-9595-2F6059226384}"/>
              </a:ext>
            </a:extLst>
          </p:cNvPr>
          <p:cNvSpPr txBox="1"/>
          <p:nvPr/>
        </p:nvSpPr>
        <p:spPr>
          <a:xfrm>
            <a:off x="2473378" y="1558977"/>
            <a:ext cx="5581913" cy="461665"/>
          </a:xfrm>
          <a:prstGeom prst="rect">
            <a:avLst/>
          </a:prstGeom>
          <a:solidFill>
            <a:schemeClr val="bg1"/>
          </a:solidFill>
        </p:spPr>
        <p:txBody>
          <a:bodyPr wrap="none" rtlCol="0">
            <a:spAutoFit/>
          </a:bodyPr>
          <a:lstStyle/>
          <a:p>
            <a:r>
              <a:rPr lang="en-US" sz="2400" i="1" dirty="0"/>
              <a:t>end-to-end transfer of person plus baggage</a:t>
            </a:r>
          </a:p>
        </p:txBody>
      </p:sp>
      <p:grpSp>
        <p:nvGrpSpPr>
          <p:cNvPr id="21" name="Group 20">
            <a:extLst>
              <a:ext uri="{FF2B5EF4-FFF2-40B4-BE49-F238E27FC236}">
                <a16:creationId xmlns:a16="http://schemas.microsoft.com/office/drawing/2014/main" id="{58B89B52-D8A0-B841-AE4D-367CE4C080B3}"/>
              </a:ext>
            </a:extLst>
          </p:cNvPr>
          <p:cNvGrpSpPr/>
          <p:nvPr/>
        </p:nvGrpSpPr>
        <p:grpSpPr>
          <a:xfrm>
            <a:off x="4267725" y="1021517"/>
            <a:ext cx="1528763" cy="620713"/>
            <a:chOff x="-1042195" y="4302698"/>
            <a:chExt cx="1528763" cy="620713"/>
          </a:xfrm>
        </p:grpSpPr>
        <p:pic>
          <p:nvPicPr>
            <p:cNvPr id="22" name="Picture 11" descr="yylgaifm[1]">
              <a:extLst>
                <a:ext uri="{FF2B5EF4-FFF2-40B4-BE49-F238E27FC236}">
                  <a16:creationId xmlns:a16="http://schemas.microsoft.com/office/drawing/2014/main" id="{07194610-EC25-D04B-8A29-162F15606C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042195" y="4463036"/>
              <a:ext cx="152876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Line 12">
              <a:extLst>
                <a:ext uri="{FF2B5EF4-FFF2-40B4-BE49-F238E27FC236}">
                  <a16:creationId xmlns:a16="http://schemas.microsoft.com/office/drawing/2014/main" id="{F2D1C1C2-445D-BD44-9E5D-B94BC5DF4100}"/>
                </a:ext>
              </a:extLst>
            </p:cNvPr>
            <p:cNvSpPr>
              <a:spLocks noChangeShapeType="1"/>
            </p:cNvSpPr>
            <p:nvPr/>
          </p:nvSpPr>
          <p:spPr bwMode="auto">
            <a:xfrm>
              <a:off x="-561182" y="43026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3">
              <a:extLst>
                <a:ext uri="{FF2B5EF4-FFF2-40B4-BE49-F238E27FC236}">
                  <a16:creationId xmlns:a16="http://schemas.microsoft.com/office/drawing/2014/main" id="{E3D0F8A1-57E5-0348-B7BD-5D6EB952C368}"/>
                </a:ext>
              </a:extLst>
            </p:cNvPr>
            <p:cNvSpPr>
              <a:spLocks noChangeShapeType="1"/>
            </p:cNvSpPr>
            <p:nvPr/>
          </p:nvSpPr>
          <p:spPr bwMode="auto">
            <a:xfrm>
              <a:off x="-408782" y="44550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4">
              <a:extLst>
                <a:ext uri="{FF2B5EF4-FFF2-40B4-BE49-F238E27FC236}">
                  <a16:creationId xmlns:a16="http://schemas.microsoft.com/office/drawing/2014/main" id="{41A01E04-873D-7D43-8A11-021CF72C1963}"/>
                </a:ext>
              </a:extLst>
            </p:cNvPr>
            <p:cNvSpPr>
              <a:spLocks noChangeShapeType="1"/>
            </p:cNvSpPr>
            <p:nvPr/>
          </p:nvSpPr>
          <p:spPr bwMode="auto">
            <a:xfrm>
              <a:off x="-256382" y="46074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 name="Slide Number Placeholder 5">
            <a:extLst>
              <a:ext uri="{FF2B5EF4-FFF2-40B4-BE49-F238E27FC236}">
                <a16:creationId xmlns:a16="http://schemas.microsoft.com/office/drawing/2014/main" id="{EC03A291-3ABD-5A48-BE94-CDE7BE41DBA1}"/>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23</a:t>
            </a:fld>
            <a:endParaRPr lang="en-US" dirty="0"/>
          </a:p>
        </p:txBody>
      </p:sp>
    </p:spTree>
    <p:extLst>
      <p:ext uri="{BB962C8B-B14F-4D97-AF65-F5344CB8AC3E}">
        <p14:creationId xmlns:p14="http://schemas.microsoft.com/office/powerpoint/2010/main" val="27697103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5">
                                            <p:txEl>
                                              <p:pRg st="0" end="0"/>
                                            </p:txEl>
                                          </p:spTgt>
                                        </p:tgtEl>
                                      </p:cBhvr>
                                    </p:animEffect>
                                    <p:set>
                                      <p:cBhvr>
                                        <p:cTn id="12" dur="1" fill="hold">
                                          <p:stCondLst>
                                            <p:cond delay="499"/>
                                          </p:stCondLst>
                                        </p:cTn>
                                        <p:tgtEl>
                                          <p:spTgt spid="15">
                                            <p:txEl>
                                              <p:pRg st="0" end="0"/>
                                            </p:txEl>
                                          </p:spTgt>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1000"/>
                                        <p:tgtEl>
                                          <p:spTgt spid="12"/>
                                        </p:tgtEl>
                                      </p:cBhvr>
                                    </p:animEffect>
                                  </p:childTnLst>
                                </p:cTn>
                              </p:par>
                              <p:par>
                                <p:cTn id="21" presetID="22" presetClass="entr" presetSubtype="1"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ipe(up)">
                                      <p:cBhvr>
                                        <p:cTn id="23" dur="1000"/>
                                        <p:tgtEl>
                                          <p:spTgt spid="9"/>
                                        </p:tgtEl>
                                      </p:cBhvr>
                                    </p:animEffect>
                                  </p:childTnLst>
                                </p:cTn>
                              </p:par>
                            </p:childTnLst>
                          </p:cTn>
                        </p:par>
                        <p:par>
                          <p:cTn id="24" fill="hold">
                            <p:stCondLst>
                              <p:cond delay="1000"/>
                            </p:stCondLst>
                            <p:childTnLst>
                              <p:par>
                                <p:cTn id="25" presetID="22" presetClass="entr" presetSubtype="8"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left)">
                                      <p:cBhvr>
                                        <p:cTn id="27" dur="10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1000"/>
                                        <p:tgtEl>
                                          <p:spTgt spid="10"/>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ipe(down)">
                                      <p:cBhvr>
                                        <p:cTn id="3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p:bldP spid="11" grpId="0"/>
      <p:bldP spid="12" grpId="0" animBg="1"/>
      <p:bldP spid="3" grpId="0" animBg="1"/>
      <p:bldP spid="15" grpId="0" build="allAtOnce"/>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4" name="TextBox 143">
            <a:extLst>
              <a:ext uri="{FF2B5EF4-FFF2-40B4-BE49-F238E27FC236}">
                <a16:creationId xmlns:a16="http://schemas.microsoft.com/office/drawing/2014/main" id="{2CE37313-1E06-C945-A455-53ADE2AA5971}"/>
              </a:ext>
            </a:extLst>
          </p:cNvPr>
          <p:cNvSpPr txBox="1"/>
          <p:nvPr/>
        </p:nvSpPr>
        <p:spPr>
          <a:xfrm>
            <a:off x="3462727" y="3394795"/>
            <a:ext cx="5831174" cy="2086725"/>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transport-layer protocol </a:t>
            </a:r>
            <a:r>
              <a:rPr lang="en-US" sz="2400" dirty="0">
                <a:solidFill>
                  <a:srgbClr val="0000A3"/>
                </a:solidFill>
              </a:rPr>
              <a:t>encapsulates</a:t>
            </a:r>
            <a:r>
              <a:rPr lang="en-US" sz="2400" dirty="0"/>
              <a:t> application-layer message, M, with </a:t>
            </a:r>
            <a:r>
              <a:rPr lang="en-US" sz="2400" i="1" dirty="0"/>
              <a:t>transport</a:t>
            </a:r>
            <a:r>
              <a:rPr lang="en-US" sz="2400" dirty="0"/>
              <a:t> layer-layer header H</a:t>
            </a:r>
            <a:r>
              <a:rPr lang="en-US" sz="2400" baseline="-25000" dirty="0"/>
              <a:t>t </a:t>
            </a:r>
            <a:r>
              <a:rPr lang="en-US" sz="2400" dirty="0"/>
              <a:t>to create a transport-layer </a:t>
            </a:r>
            <a:r>
              <a:rPr lang="en-US" sz="2400" dirty="0">
                <a:solidFill>
                  <a:srgbClr val="C00000"/>
                </a:solidFill>
              </a:rPr>
              <a:t>segment</a:t>
            </a:r>
            <a:endParaRPr lang="en-US" sz="2400" baseline="-25000" dirty="0">
              <a:solidFill>
                <a:srgbClr val="C00000"/>
              </a:solidFill>
            </a:endParaRPr>
          </a:p>
          <a:p>
            <a:pPr marL="574675" lvl="1" indent="-231775">
              <a:lnSpc>
                <a:spcPct val="90000"/>
              </a:lnSpc>
              <a:buClr>
                <a:srgbClr val="0000A3"/>
              </a:buClr>
              <a:buFont typeface="Arial" panose="020B0604020202020204" pitchFamily="34" charset="0"/>
              <a:buChar char="•"/>
            </a:pPr>
            <a:r>
              <a:rPr lang="en-US" sz="2400" dirty="0"/>
              <a:t>H</a:t>
            </a:r>
            <a:r>
              <a:rPr lang="en-US" sz="2400" baseline="-25000" dirty="0"/>
              <a:t>t </a:t>
            </a:r>
            <a:r>
              <a:rPr lang="en-US" sz="2400" dirty="0"/>
              <a:t> used by transport layer protocol to implement its service</a:t>
            </a:r>
            <a:endParaRPr lang="en-US" sz="2400" baseline="-25000" dirty="0"/>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0204AF74-1396-104A-87D1-95A4614EA10A}"/>
              </a:ext>
            </a:extLst>
          </p:cNvPr>
          <p:cNvGrpSpPr/>
          <p:nvPr/>
        </p:nvGrpSpPr>
        <p:grpSpPr>
          <a:xfrm>
            <a:off x="3211642" y="2368401"/>
            <a:ext cx="5768716" cy="914472"/>
            <a:chOff x="3211642" y="2368401"/>
            <a:chExt cx="5768716" cy="914472"/>
          </a:xfrm>
        </p:grpSpPr>
        <p:cxnSp>
          <p:nvCxnSpPr>
            <p:cNvPr id="78" name="Straight Arrow Connector 77">
              <a:extLst>
                <a:ext uri="{FF2B5EF4-FFF2-40B4-BE49-F238E27FC236}">
                  <a16:creationId xmlns:a16="http://schemas.microsoft.com/office/drawing/2014/main" id="{44026509-71C6-2A41-AD9B-DEF9BBBA327C}"/>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EF3F96C4-7C44-5A46-A288-AFF998E8C12A}"/>
                </a:ext>
              </a:extLst>
            </p:cNvPr>
            <p:cNvSpPr txBox="1"/>
            <p:nvPr/>
          </p:nvSpPr>
          <p:spPr>
            <a:xfrm>
              <a:off x="3359490" y="2717590"/>
              <a:ext cx="5620868" cy="565283"/>
            </a:xfrm>
            <a:prstGeom prst="rect">
              <a:avLst/>
            </a:prstGeom>
            <a:noFill/>
          </p:spPr>
          <p:txBody>
            <a:bodyPr wrap="square" rtlCol="0">
              <a:spAutoFit/>
            </a:bodyPr>
            <a:lstStyle/>
            <a:p>
              <a:pPr algn="ctr">
                <a:lnSpc>
                  <a:spcPct val="85000"/>
                </a:lnSpc>
              </a:pPr>
              <a:r>
                <a:rPr lang="en-US" dirty="0">
                  <a:solidFill>
                    <a:srgbClr val="C00000"/>
                  </a:solidFill>
                </a:rPr>
                <a:t>Transport-layer </a:t>
              </a:r>
              <a:r>
                <a:rPr lang="en-US" dirty="0"/>
                <a:t>protocol transfers M (e.g., reliably) from one </a:t>
              </a:r>
              <a:r>
                <a:rPr lang="en-US" i="1" dirty="0"/>
                <a:t>process</a:t>
              </a:r>
              <a:r>
                <a:rPr lang="en-US" dirty="0"/>
                <a:t> to another, using services of network layer</a:t>
              </a:r>
            </a:p>
          </p:txBody>
        </p:sp>
        <p:sp>
          <p:nvSpPr>
            <p:cNvPr id="80" name="Rectangle 79">
              <a:extLst>
                <a:ext uri="{FF2B5EF4-FFF2-40B4-BE49-F238E27FC236}">
                  <a16:creationId xmlns:a16="http://schemas.microsoft.com/office/drawing/2014/main" id="{7BCE6F83-E984-0A47-ACF6-560550DA22AC}"/>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1" name="Group 185">
              <a:extLst>
                <a:ext uri="{FF2B5EF4-FFF2-40B4-BE49-F238E27FC236}">
                  <a16:creationId xmlns:a16="http://schemas.microsoft.com/office/drawing/2014/main" id="{BBEFAA32-01D5-174D-A563-219B7E938E65}"/>
                </a:ext>
              </a:extLst>
            </p:cNvPr>
            <p:cNvGrpSpPr>
              <a:grpSpLocks/>
            </p:cNvGrpSpPr>
            <p:nvPr/>
          </p:nvGrpSpPr>
          <p:grpSpPr bwMode="auto">
            <a:xfrm>
              <a:off x="5690803" y="2434313"/>
              <a:ext cx="908050" cy="301625"/>
              <a:chOff x="1848" y="2046"/>
              <a:chExt cx="572" cy="190"/>
            </a:xfrm>
          </p:grpSpPr>
          <p:grpSp>
            <p:nvGrpSpPr>
              <p:cNvPr id="82" name="Group 179">
                <a:extLst>
                  <a:ext uri="{FF2B5EF4-FFF2-40B4-BE49-F238E27FC236}">
                    <a16:creationId xmlns:a16="http://schemas.microsoft.com/office/drawing/2014/main" id="{2F1E9753-461B-724C-ACD8-92A06085DCFF}"/>
                  </a:ext>
                </a:extLst>
              </p:cNvPr>
              <p:cNvGrpSpPr>
                <a:grpSpLocks/>
              </p:cNvGrpSpPr>
              <p:nvPr/>
            </p:nvGrpSpPr>
            <p:grpSpPr bwMode="auto">
              <a:xfrm>
                <a:off x="1848" y="2047"/>
                <a:ext cx="187" cy="184"/>
                <a:chOff x="1959" y="2058"/>
                <a:chExt cx="187" cy="184"/>
              </a:xfrm>
            </p:grpSpPr>
            <p:sp>
              <p:nvSpPr>
                <p:cNvPr id="86" name="Rectangle 180">
                  <a:extLst>
                    <a:ext uri="{FF2B5EF4-FFF2-40B4-BE49-F238E27FC236}">
                      <a16:creationId xmlns:a16="http://schemas.microsoft.com/office/drawing/2014/main" id="{458B0BF5-90AD-E548-AAB1-86D4685BA81E}"/>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Rectangle 181">
                  <a:extLst>
                    <a:ext uri="{FF2B5EF4-FFF2-40B4-BE49-F238E27FC236}">
                      <a16:creationId xmlns:a16="http://schemas.microsoft.com/office/drawing/2014/main" id="{1E3E44CE-06FB-264E-B1D2-5C7788F13081}"/>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83" name="Group 182">
                <a:extLst>
                  <a:ext uri="{FF2B5EF4-FFF2-40B4-BE49-F238E27FC236}">
                    <a16:creationId xmlns:a16="http://schemas.microsoft.com/office/drawing/2014/main" id="{647AE73E-75D6-7D44-BB6A-A49CECE4F95B}"/>
                  </a:ext>
                </a:extLst>
              </p:cNvPr>
              <p:cNvGrpSpPr>
                <a:grpSpLocks/>
              </p:cNvGrpSpPr>
              <p:nvPr/>
            </p:nvGrpSpPr>
            <p:grpSpPr bwMode="auto">
              <a:xfrm>
                <a:off x="1992" y="2046"/>
                <a:ext cx="428" cy="190"/>
                <a:chOff x="780" y="1553"/>
                <a:chExt cx="428" cy="190"/>
              </a:xfrm>
            </p:grpSpPr>
            <p:sp>
              <p:nvSpPr>
                <p:cNvPr id="84" name="Rectangle 183">
                  <a:extLst>
                    <a:ext uri="{FF2B5EF4-FFF2-40B4-BE49-F238E27FC236}">
                      <a16:creationId xmlns:a16="http://schemas.microsoft.com/office/drawing/2014/main" id="{E2065433-0D2A-3446-BC7D-8CEDCA3DD66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6E32735B-6992-604C-B1C0-390BFA95D359}"/>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sp>
        <p:nvSpPr>
          <p:cNvPr id="89" name="TextBox 88">
            <a:extLst>
              <a:ext uri="{FF2B5EF4-FFF2-40B4-BE49-F238E27FC236}">
                <a16:creationId xmlns:a16="http://schemas.microsoft.com/office/drawing/2014/main" id="{BDA85EA9-5376-4A4E-AEA3-D00FB0A25494}"/>
              </a:ext>
            </a:extLst>
          </p:cNvPr>
          <p:cNvSpPr txBox="1"/>
          <p:nvPr/>
        </p:nvSpPr>
        <p:spPr>
          <a:xfrm>
            <a:off x="3375461" y="1789390"/>
            <a:ext cx="5618811" cy="565283"/>
          </a:xfrm>
          <a:prstGeom prst="rect">
            <a:avLst/>
          </a:prstGeom>
          <a:noFill/>
        </p:spPr>
        <p:txBody>
          <a:bodyPr wrap="square" rtlCol="0">
            <a:spAutoFit/>
          </a:bodyPr>
          <a:lstStyle/>
          <a:p>
            <a:pPr algn="ctr">
              <a:lnSpc>
                <a:spcPct val="85000"/>
              </a:lnSpc>
            </a:pPr>
            <a:r>
              <a:rPr lang="en-US" dirty="0">
                <a:solidFill>
                  <a:srgbClr val="C00000"/>
                </a:solidFill>
              </a:rPr>
              <a:t>Application </a:t>
            </a:r>
            <a:r>
              <a:rPr lang="en-US" dirty="0"/>
              <a:t>exchanges </a:t>
            </a:r>
            <a:r>
              <a:rPr lang="en-US" dirty="0">
                <a:solidFill>
                  <a:srgbClr val="C00000"/>
                </a:solidFill>
              </a:rPr>
              <a:t>messages</a:t>
            </a:r>
            <a:r>
              <a:rPr lang="en-US" dirty="0"/>
              <a:t> to implement some application service using </a:t>
            </a:r>
            <a:r>
              <a:rPr lang="en-US" i="1" dirty="0"/>
              <a:t>services</a:t>
            </a:r>
            <a:r>
              <a:rPr lang="en-US" dirty="0"/>
              <a:t> of transport layer</a:t>
            </a:r>
          </a:p>
        </p:txBody>
      </p:sp>
      <p:grpSp>
        <p:nvGrpSpPr>
          <p:cNvPr id="90" name="Group 89">
            <a:extLst>
              <a:ext uri="{FF2B5EF4-FFF2-40B4-BE49-F238E27FC236}">
                <a16:creationId xmlns:a16="http://schemas.microsoft.com/office/drawing/2014/main" id="{CB92BE64-DD95-B746-BF9A-8A0857499E1E}"/>
              </a:ext>
            </a:extLst>
          </p:cNvPr>
          <p:cNvGrpSpPr/>
          <p:nvPr/>
        </p:nvGrpSpPr>
        <p:grpSpPr>
          <a:xfrm>
            <a:off x="3254290" y="1489592"/>
            <a:ext cx="5651292" cy="389744"/>
            <a:chOff x="3270354" y="1798823"/>
            <a:chExt cx="5651292" cy="389744"/>
          </a:xfrm>
        </p:grpSpPr>
        <p:cxnSp>
          <p:nvCxnSpPr>
            <p:cNvPr id="91" name="Straight Arrow Connector 90">
              <a:extLst>
                <a:ext uri="{FF2B5EF4-FFF2-40B4-BE49-F238E27FC236}">
                  <a16:creationId xmlns:a16="http://schemas.microsoft.com/office/drawing/2014/main" id="{995B0542-E9EB-D44C-B795-91D151650594}"/>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2" name="Rectangle 91">
              <a:extLst>
                <a:ext uri="{FF2B5EF4-FFF2-40B4-BE49-F238E27FC236}">
                  <a16:creationId xmlns:a16="http://schemas.microsoft.com/office/drawing/2014/main" id="{A492A489-FD20-604F-9599-77E085F78EE9}"/>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3" name="Group 175">
              <a:extLst>
                <a:ext uri="{FF2B5EF4-FFF2-40B4-BE49-F238E27FC236}">
                  <a16:creationId xmlns:a16="http://schemas.microsoft.com/office/drawing/2014/main" id="{88BE32B5-AD28-CB44-B25F-0BE0155F4E5A}"/>
                </a:ext>
              </a:extLst>
            </p:cNvPr>
            <p:cNvGrpSpPr>
              <a:grpSpLocks/>
            </p:cNvGrpSpPr>
            <p:nvPr/>
          </p:nvGrpSpPr>
          <p:grpSpPr bwMode="auto">
            <a:xfrm>
              <a:off x="5953468" y="1857555"/>
              <a:ext cx="679450" cy="301625"/>
              <a:chOff x="780" y="1553"/>
              <a:chExt cx="428" cy="190"/>
            </a:xfrm>
          </p:grpSpPr>
          <p:sp>
            <p:nvSpPr>
              <p:cNvPr id="94" name="Rectangle 176">
                <a:extLst>
                  <a:ext uri="{FF2B5EF4-FFF2-40B4-BE49-F238E27FC236}">
                    <a16:creationId xmlns:a16="http://schemas.microsoft.com/office/drawing/2014/main" id="{E5CD48DB-61FF-EC4F-B8FF-E51BCE938292}"/>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5" name="Rectangle 177">
                <a:extLst>
                  <a:ext uri="{FF2B5EF4-FFF2-40B4-BE49-F238E27FC236}">
                    <a16:creationId xmlns:a16="http://schemas.microsoft.com/office/drawing/2014/main" id="{40D322D2-6F2A-0246-B033-7CB00E527FB3}"/>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3" name="TextBox 2">
            <a:extLst>
              <a:ext uri="{FF2B5EF4-FFF2-40B4-BE49-F238E27FC236}">
                <a16:creationId xmlns:a16="http://schemas.microsoft.com/office/drawing/2014/main" id="{E7B29E55-88BD-AD40-949B-5E711ABB4016}"/>
              </a:ext>
            </a:extLst>
          </p:cNvPr>
          <p:cNvSpPr txBox="1"/>
          <p:nvPr/>
        </p:nvSpPr>
        <p:spPr>
          <a:xfrm>
            <a:off x="6982691" y="-781396"/>
            <a:ext cx="45719" cy="369332"/>
          </a:xfrm>
          <a:prstGeom prst="rect">
            <a:avLst/>
          </a:prstGeom>
          <a:noFill/>
        </p:spPr>
        <p:txBody>
          <a:bodyPr wrap="square" rtlCol="0">
            <a:spAutoFit/>
          </a:bodyPr>
          <a:lstStyle/>
          <a:p>
            <a:endParaRPr lang="en-US" dirty="0"/>
          </a:p>
        </p:txBody>
      </p:sp>
      <p:sp>
        <p:nvSpPr>
          <p:cNvPr id="88" name="Slide Number Placeholder 5">
            <a:extLst>
              <a:ext uri="{FF2B5EF4-FFF2-40B4-BE49-F238E27FC236}">
                <a16:creationId xmlns:a16="http://schemas.microsoft.com/office/drawing/2014/main" id="{19C48C77-97C9-E641-9E95-A18076BB048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24</a:t>
            </a:fld>
            <a:endParaRPr lang="en-US" dirty="0"/>
          </a:p>
        </p:txBody>
      </p:sp>
    </p:spTree>
    <p:extLst>
      <p:ext uri="{BB962C8B-B14F-4D97-AF65-F5344CB8AC3E}">
        <p14:creationId xmlns:p14="http://schemas.microsoft.com/office/powerpoint/2010/main" val="15838603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dissolve">
                                      <p:cBhvr>
                                        <p:cTn id="7" dur="500"/>
                                        <p:tgtEl>
                                          <p:spTgt spid="90"/>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9"/>
                                        </p:tgtEl>
                                        <p:attrNameLst>
                                          <p:attrName>style.visibility</p:attrName>
                                        </p:attrNameLst>
                                      </p:cBhvr>
                                      <p:to>
                                        <p:strVal val="visible"/>
                                      </p:to>
                                    </p:set>
                                    <p:animEffect transition="in" filter="dissolve">
                                      <p:cBhvr>
                                        <p:cTn id="10" dur="500"/>
                                        <p:tgtEl>
                                          <p:spTgt spid="8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dissolve">
                                      <p:cBhvr>
                                        <p:cTn id="15" dur="500"/>
                                        <p:tgtEl>
                                          <p:spTgt spid="77"/>
                                        </p:tgtEl>
                                      </p:cBhvr>
                                    </p:animEffect>
                                  </p:childTnLst>
                                </p:cTn>
                              </p:par>
                              <p:par>
                                <p:cTn id="16" presetID="9" presetClass="exit" presetSubtype="0" fill="hold" grpId="1" nodeType="withEffect">
                                  <p:stCondLst>
                                    <p:cond delay="0"/>
                                  </p:stCondLst>
                                  <p:childTnLst>
                                    <p:animEffect transition="out" filter="dissolve">
                                      <p:cBhvr>
                                        <p:cTn id="17" dur="500"/>
                                        <p:tgtEl>
                                          <p:spTgt spid="89"/>
                                        </p:tgtEl>
                                      </p:cBhvr>
                                    </p:animEffect>
                                    <p:set>
                                      <p:cBhvr>
                                        <p:cTn id="18" dur="1" fill="hold">
                                          <p:stCondLst>
                                            <p:cond delay="499"/>
                                          </p:stCondLst>
                                        </p:cTn>
                                        <p:tgtEl>
                                          <p:spTgt spid="8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44"/>
                                        </p:tgtEl>
                                        <p:attrNameLst>
                                          <p:attrName>style.visibility</p:attrName>
                                        </p:attrNameLst>
                                      </p:cBhvr>
                                      <p:to>
                                        <p:strVal val="visible"/>
                                      </p:to>
                                    </p:set>
                                    <p:animEffect transition="in" filter="dissolve">
                                      <p:cBhvr>
                                        <p:cTn id="23"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p:bldP spid="89" grpId="0"/>
      <p:bldP spid="89" grpId="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7" name="Straight Arrow Connector 126">
            <a:extLst>
              <a:ext uri="{FF2B5EF4-FFF2-40B4-BE49-F238E27FC236}">
                <a16:creationId xmlns:a16="http://schemas.microsoft.com/office/drawing/2014/main" id="{2ACB87E4-845E-A542-9CE2-5864050E17AD}"/>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C22C09FB-549C-8E44-8641-4B4BD5A57453}"/>
              </a:ext>
            </a:extLst>
          </p:cNvPr>
          <p:cNvSpPr txBox="1"/>
          <p:nvPr/>
        </p:nvSpPr>
        <p:spPr>
          <a:xfrm>
            <a:off x="3359490" y="2717590"/>
            <a:ext cx="5620868" cy="565283"/>
          </a:xfrm>
          <a:prstGeom prst="rect">
            <a:avLst/>
          </a:prstGeom>
          <a:noFill/>
        </p:spPr>
        <p:txBody>
          <a:bodyPr wrap="square" rtlCol="0">
            <a:spAutoFit/>
          </a:bodyPr>
          <a:lstStyle/>
          <a:p>
            <a:pPr algn="ctr">
              <a:lnSpc>
                <a:spcPct val="85000"/>
              </a:lnSpc>
            </a:pPr>
            <a:r>
              <a:rPr lang="en-US" dirty="0">
                <a:solidFill>
                  <a:srgbClr val="C00000"/>
                </a:solidFill>
              </a:rPr>
              <a:t>Transport-layer </a:t>
            </a:r>
            <a:r>
              <a:rPr lang="en-US" dirty="0"/>
              <a:t>protocol transfers M (e.g., reliably) from one </a:t>
            </a:r>
            <a:r>
              <a:rPr lang="en-US" i="1" dirty="0"/>
              <a:t>process</a:t>
            </a:r>
            <a:r>
              <a:rPr lang="en-US" dirty="0"/>
              <a:t> to another, using services of network layer</a:t>
            </a:r>
          </a:p>
        </p:txBody>
      </p: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44" name="TextBox 143">
            <a:extLst>
              <a:ext uri="{FF2B5EF4-FFF2-40B4-BE49-F238E27FC236}">
                <a16:creationId xmlns:a16="http://schemas.microsoft.com/office/drawing/2014/main" id="{2CE37313-1E06-C945-A455-53ADE2AA5971}"/>
              </a:ext>
            </a:extLst>
          </p:cNvPr>
          <p:cNvSpPr txBox="1"/>
          <p:nvPr/>
        </p:nvSpPr>
        <p:spPr>
          <a:xfrm>
            <a:off x="3462727" y="4339175"/>
            <a:ext cx="5831174" cy="2086725"/>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network-layer protocol </a:t>
            </a:r>
            <a:r>
              <a:rPr lang="en-US" sz="2400" dirty="0">
                <a:solidFill>
                  <a:srgbClr val="0000A3"/>
                </a:solidFill>
              </a:rPr>
              <a:t>encapsulates</a:t>
            </a:r>
            <a:r>
              <a:rPr lang="en-US" sz="2400" dirty="0"/>
              <a:t> transport-layer segment</a:t>
            </a:r>
            <a:r>
              <a:rPr lang="en-US" sz="2000" dirty="0"/>
              <a:t>  [H</a:t>
            </a:r>
            <a:r>
              <a:rPr lang="en-US" sz="2000" baseline="-25000" dirty="0"/>
              <a:t>t</a:t>
            </a:r>
            <a:r>
              <a:rPr lang="en-US" sz="2000" dirty="0"/>
              <a:t> | M] </a:t>
            </a:r>
            <a:r>
              <a:rPr lang="en-US" sz="2400" dirty="0"/>
              <a:t>with network layer-layer header H</a:t>
            </a:r>
            <a:r>
              <a:rPr lang="en-US" sz="2400" baseline="-25000" dirty="0"/>
              <a:t>n </a:t>
            </a:r>
            <a:r>
              <a:rPr lang="en-US" sz="2400" dirty="0"/>
              <a:t> to create a network-layer </a:t>
            </a:r>
            <a:r>
              <a:rPr lang="en-US" sz="2400" dirty="0">
                <a:solidFill>
                  <a:srgbClr val="C00000"/>
                </a:solidFill>
              </a:rPr>
              <a:t>datagram </a:t>
            </a:r>
          </a:p>
          <a:p>
            <a:pPr marL="574675" lvl="1" indent="-231775">
              <a:lnSpc>
                <a:spcPct val="90000"/>
              </a:lnSpc>
              <a:buClr>
                <a:srgbClr val="0000A3"/>
              </a:buClr>
              <a:buFont typeface="Arial" panose="020B0604020202020204" pitchFamily="34" charset="0"/>
              <a:buChar char="•"/>
            </a:pPr>
            <a:r>
              <a:rPr lang="en-US" sz="2400" dirty="0"/>
              <a:t>H</a:t>
            </a:r>
            <a:r>
              <a:rPr lang="en-US" sz="2400" baseline="-25000" dirty="0"/>
              <a:t>n </a:t>
            </a:r>
            <a:r>
              <a:rPr lang="en-US" sz="2400" dirty="0"/>
              <a:t> used by network layer protocol to implement its service</a:t>
            </a:r>
            <a:endParaRPr lang="en-US" sz="2400" baseline="-25000" dirty="0"/>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07" name="Group 206">
            <a:extLst>
              <a:ext uri="{FF2B5EF4-FFF2-40B4-BE49-F238E27FC236}">
                <a16:creationId xmlns:a16="http://schemas.microsoft.com/office/drawing/2014/main" id="{9BA8D23A-DF12-2443-9B89-890BD7CDB6B8}"/>
              </a:ext>
            </a:extLst>
          </p:cNvPr>
          <p:cNvGrpSpPr/>
          <p:nvPr/>
        </p:nvGrpSpPr>
        <p:grpSpPr>
          <a:xfrm>
            <a:off x="3254290" y="1489592"/>
            <a:ext cx="5651292" cy="389744"/>
            <a:chOff x="3270354" y="1798823"/>
            <a:chExt cx="5651292" cy="389744"/>
          </a:xfrm>
        </p:grpSpPr>
        <p:cxnSp>
          <p:nvCxnSpPr>
            <p:cNvPr id="8" name="Straight Arrow Connector 7">
              <a:extLst>
                <a:ext uri="{FF2B5EF4-FFF2-40B4-BE49-F238E27FC236}">
                  <a16:creationId xmlns:a16="http://schemas.microsoft.com/office/drawing/2014/main" id="{A76A2E93-F723-6741-8FBC-288F6B0B758B}"/>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30C90201-2355-084F-A843-B545A899D6FE}"/>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53468" y="1857555"/>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5EFD3EBC-45D5-C74A-B32F-79C699B23E2E}"/>
              </a:ext>
            </a:extLst>
          </p:cNvPr>
          <p:cNvGrpSpPr/>
          <p:nvPr/>
        </p:nvGrpSpPr>
        <p:grpSpPr>
          <a:xfrm>
            <a:off x="3211642" y="3319499"/>
            <a:ext cx="5882482" cy="895263"/>
            <a:chOff x="3211642" y="3319499"/>
            <a:chExt cx="5882482" cy="895263"/>
          </a:xfrm>
        </p:grpSpPr>
        <p:cxnSp>
          <p:nvCxnSpPr>
            <p:cNvPr id="78" name="Straight Arrow Connector 77">
              <a:extLst>
                <a:ext uri="{FF2B5EF4-FFF2-40B4-BE49-F238E27FC236}">
                  <a16:creationId xmlns:a16="http://schemas.microsoft.com/office/drawing/2014/main" id="{B1705D36-44EB-7144-ADDD-2BCA5A49E36C}"/>
                </a:ext>
              </a:extLst>
            </p:cNvPr>
            <p:cNvCxnSpPr>
              <a:cxnSpLocks/>
            </p:cNvCxnSpPr>
            <p:nvPr/>
          </p:nvCxnSpPr>
          <p:spPr>
            <a:xfrm>
              <a:off x="3211642" y="3542677"/>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a:extLst>
                <a:ext uri="{FF2B5EF4-FFF2-40B4-BE49-F238E27FC236}">
                  <a16:creationId xmlns:a16="http://schemas.microsoft.com/office/drawing/2014/main" id="{25A1DE96-E618-F245-B317-BF7C352A5215}"/>
                </a:ext>
              </a:extLst>
            </p:cNvPr>
            <p:cNvSpPr txBox="1"/>
            <p:nvPr/>
          </p:nvSpPr>
          <p:spPr>
            <a:xfrm>
              <a:off x="3359490" y="3649479"/>
              <a:ext cx="5734634" cy="565283"/>
            </a:xfrm>
            <a:prstGeom prst="rect">
              <a:avLst/>
            </a:prstGeom>
            <a:noFill/>
          </p:spPr>
          <p:txBody>
            <a:bodyPr wrap="square" rtlCol="0">
              <a:spAutoFit/>
            </a:bodyPr>
            <a:lstStyle/>
            <a:p>
              <a:pPr algn="ctr">
                <a:lnSpc>
                  <a:spcPct val="85000"/>
                </a:lnSpc>
              </a:pPr>
              <a:r>
                <a:rPr lang="en-US" dirty="0">
                  <a:solidFill>
                    <a:srgbClr val="C00000"/>
                  </a:solidFill>
                </a:rPr>
                <a:t>Network-layer </a:t>
              </a:r>
              <a:r>
                <a:rPr lang="en-US" dirty="0"/>
                <a:t>protocol transfers transport-layer segment [H</a:t>
              </a:r>
              <a:r>
                <a:rPr lang="en-US" baseline="-25000" dirty="0"/>
                <a:t>t</a:t>
              </a:r>
              <a:r>
                <a:rPr lang="en-US" dirty="0"/>
                <a:t> | M] from one </a:t>
              </a:r>
              <a:r>
                <a:rPr lang="en-US" i="1" dirty="0"/>
                <a:t>host</a:t>
              </a:r>
              <a:r>
                <a:rPr lang="en-US" dirty="0"/>
                <a:t> to another, using link layer services</a:t>
              </a:r>
            </a:p>
          </p:txBody>
        </p:sp>
      </p:grpSp>
      <p:sp>
        <p:nvSpPr>
          <p:cNvPr id="86" name="Slide Number Placeholder 5">
            <a:extLst>
              <a:ext uri="{FF2B5EF4-FFF2-40B4-BE49-F238E27FC236}">
                <a16:creationId xmlns:a16="http://schemas.microsoft.com/office/drawing/2014/main" id="{FCF8662E-6C10-1246-A632-4EAD39DCFA1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25</a:t>
            </a:fld>
            <a:endParaRPr lang="en-US" dirty="0"/>
          </a:p>
        </p:txBody>
      </p:sp>
    </p:spTree>
    <p:extLst>
      <p:ext uri="{BB962C8B-B14F-4D97-AF65-F5344CB8AC3E}">
        <p14:creationId xmlns:p14="http://schemas.microsoft.com/office/powerpoint/2010/main" val="37484724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28"/>
                                        </p:tgtEl>
                                      </p:cBhvr>
                                    </p:animEffect>
                                    <p:set>
                                      <p:cBhvr>
                                        <p:cTn id="7" dur="1" fill="hold">
                                          <p:stCondLst>
                                            <p:cond delay="499"/>
                                          </p:stCondLst>
                                        </p:cTn>
                                        <p:tgtEl>
                                          <p:spTgt spid="128"/>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44"/>
                                        </p:tgtEl>
                                        <p:attrNameLst>
                                          <p:attrName>style.visibility</p:attrName>
                                        </p:attrNameLst>
                                      </p:cBhvr>
                                      <p:to>
                                        <p:strVal val="visible"/>
                                      </p:to>
                                    </p:set>
                                    <p:animEffect transition="in" filter="dissolve">
                                      <p:cBhvr>
                                        <p:cTn id="15"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14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7" name="Straight Arrow Connector 126">
            <a:extLst>
              <a:ext uri="{FF2B5EF4-FFF2-40B4-BE49-F238E27FC236}">
                <a16:creationId xmlns:a16="http://schemas.microsoft.com/office/drawing/2014/main" id="{2ACB87E4-845E-A542-9CE2-5864050E17AD}"/>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44" name="TextBox 143">
            <a:extLst>
              <a:ext uri="{FF2B5EF4-FFF2-40B4-BE49-F238E27FC236}">
                <a16:creationId xmlns:a16="http://schemas.microsoft.com/office/drawing/2014/main" id="{2CE37313-1E06-C945-A455-53ADE2AA5971}"/>
              </a:ext>
            </a:extLst>
          </p:cNvPr>
          <p:cNvSpPr txBox="1"/>
          <p:nvPr/>
        </p:nvSpPr>
        <p:spPr>
          <a:xfrm>
            <a:off x="3371603" y="5096823"/>
            <a:ext cx="5831174" cy="1089529"/>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link-layer protocol </a:t>
            </a:r>
            <a:r>
              <a:rPr lang="en-US" sz="2400" dirty="0">
                <a:solidFill>
                  <a:srgbClr val="0000A3"/>
                </a:solidFill>
              </a:rPr>
              <a:t>encapsulates</a:t>
            </a:r>
            <a:r>
              <a:rPr lang="en-US" sz="2400" dirty="0"/>
              <a:t> network datagram </a:t>
            </a:r>
            <a:r>
              <a:rPr lang="en-US" sz="2000" dirty="0"/>
              <a:t>[H</a:t>
            </a:r>
            <a:r>
              <a:rPr lang="en-US" sz="2000" baseline="-25000" dirty="0"/>
              <a:t>n</a:t>
            </a:r>
            <a:r>
              <a:rPr lang="en-US" sz="2000" dirty="0"/>
              <a:t>| [H</a:t>
            </a:r>
            <a:r>
              <a:rPr lang="en-US" sz="2000" baseline="-25000" dirty="0"/>
              <a:t>t</a:t>
            </a:r>
            <a:r>
              <a:rPr lang="en-US" sz="2000" dirty="0"/>
              <a:t> |M], </a:t>
            </a:r>
            <a:r>
              <a:rPr lang="en-US" sz="2400" dirty="0"/>
              <a:t>with link-layer header H</a:t>
            </a:r>
            <a:r>
              <a:rPr lang="en-US" sz="2400" baseline="-25000" dirty="0"/>
              <a:t>l </a:t>
            </a:r>
            <a:r>
              <a:rPr lang="en-US" sz="2400" dirty="0"/>
              <a:t> to create a link-layer </a:t>
            </a:r>
            <a:r>
              <a:rPr lang="en-US" sz="2400" dirty="0">
                <a:solidFill>
                  <a:srgbClr val="C00000"/>
                </a:solidFill>
              </a:rPr>
              <a:t>frame </a:t>
            </a:r>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07" name="Group 206">
            <a:extLst>
              <a:ext uri="{FF2B5EF4-FFF2-40B4-BE49-F238E27FC236}">
                <a16:creationId xmlns:a16="http://schemas.microsoft.com/office/drawing/2014/main" id="{9BA8D23A-DF12-2443-9B89-890BD7CDB6B8}"/>
              </a:ext>
            </a:extLst>
          </p:cNvPr>
          <p:cNvGrpSpPr/>
          <p:nvPr/>
        </p:nvGrpSpPr>
        <p:grpSpPr>
          <a:xfrm>
            <a:off x="3254290" y="1489592"/>
            <a:ext cx="5651292" cy="389744"/>
            <a:chOff x="3270354" y="1798823"/>
            <a:chExt cx="5651292" cy="389744"/>
          </a:xfrm>
        </p:grpSpPr>
        <p:cxnSp>
          <p:nvCxnSpPr>
            <p:cNvPr id="8" name="Straight Arrow Connector 7">
              <a:extLst>
                <a:ext uri="{FF2B5EF4-FFF2-40B4-BE49-F238E27FC236}">
                  <a16:creationId xmlns:a16="http://schemas.microsoft.com/office/drawing/2014/main" id="{A76A2E93-F723-6741-8FBC-288F6B0B758B}"/>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30C90201-2355-084F-A843-B545A899D6FE}"/>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53468" y="1857555"/>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Straight Arrow Connector 77">
            <a:extLst>
              <a:ext uri="{FF2B5EF4-FFF2-40B4-BE49-F238E27FC236}">
                <a16:creationId xmlns:a16="http://schemas.microsoft.com/office/drawing/2014/main" id="{B1705D36-44EB-7144-ADDD-2BCA5A49E36C}"/>
              </a:ext>
            </a:extLst>
          </p:cNvPr>
          <p:cNvCxnSpPr>
            <a:cxnSpLocks/>
          </p:cNvCxnSpPr>
          <p:nvPr/>
        </p:nvCxnSpPr>
        <p:spPr>
          <a:xfrm>
            <a:off x="3211642" y="3542677"/>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2" name="TextBox 101">
            <a:extLst>
              <a:ext uri="{FF2B5EF4-FFF2-40B4-BE49-F238E27FC236}">
                <a16:creationId xmlns:a16="http://schemas.microsoft.com/office/drawing/2014/main" id="{203A67B3-AD0F-0041-BB55-345D4484BF78}"/>
              </a:ext>
            </a:extLst>
          </p:cNvPr>
          <p:cNvSpPr txBox="1"/>
          <p:nvPr/>
        </p:nvSpPr>
        <p:spPr>
          <a:xfrm>
            <a:off x="3374573" y="4483522"/>
            <a:ext cx="5620868" cy="565283"/>
          </a:xfrm>
          <a:prstGeom prst="rect">
            <a:avLst/>
          </a:prstGeom>
          <a:noFill/>
        </p:spPr>
        <p:txBody>
          <a:bodyPr wrap="square" rtlCol="0">
            <a:spAutoFit/>
          </a:bodyPr>
          <a:lstStyle/>
          <a:p>
            <a:pPr algn="ctr">
              <a:lnSpc>
                <a:spcPct val="85000"/>
              </a:lnSpc>
            </a:pPr>
            <a:r>
              <a:rPr lang="en-US" dirty="0">
                <a:solidFill>
                  <a:srgbClr val="C00000"/>
                </a:solidFill>
              </a:rPr>
              <a:t>Link-layer </a:t>
            </a:r>
            <a:r>
              <a:rPr lang="en-US" dirty="0"/>
              <a:t>protocol transfers datagram [H</a:t>
            </a:r>
            <a:r>
              <a:rPr lang="en-US" baseline="-25000" dirty="0"/>
              <a:t>n</a:t>
            </a:r>
            <a:r>
              <a:rPr lang="en-US" dirty="0"/>
              <a:t>| [H</a:t>
            </a:r>
            <a:r>
              <a:rPr lang="en-US" baseline="-25000" dirty="0"/>
              <a:t>t</a:t>
            </a:r>
            <a:r>
              <a:rPr lang="en-US" dirty="0"/>
              <a:t> |M] from </a:t>
            </a:r>
            <a:r>
              <a:rPr lang="en-US" i="1" dirty="0"/>
              <a:t>host </a:t>
            </a:r>
            <a:r>
              <a:rPr lang="en-US" dirty="0"/>
              <a:t>to neighboring host, using network-layer services</a:t>
            </a:r>
          </a:p>
        </p:txBody>
      </p:sp>
      <p:grpSp>
        <p:nvGrpSpPr>
          <p:cNvPr id="7" name="Group 6">
            <a:extLst>
              <a:ext uri="{FF2B5EF4-FFF2-40B4-BE49-F238E27FC236}">
                <a16:creationId xmlns:a16="http://schemas.microsoft.com/office/drawing/2014/main" id="{491A965C-D49C-304E-9BCB-5B5079C4AD83}"/>
              </a:ext>
            </a:extLst>
          </p:cNvPr>
          <p:cNvGrpSpPr/>
          <p:nvPr/>
        </p:nvGrpSpPr>
        <p:grpSpPr>
          <a:xfrm>
            <a:off x="3226725" y="4169060"/>
            <a:ext cx="5651292" cy="374226"/>
            <a:chOff x="3226725" y="4169060"/>
            <a:chExt cx="5651292" cy="374226"/>
          </a:xfrm>
        </p:grpSpPr>
        <p:cxnSp>
          <p:nvCxnSpPr>
            <p:cNvPr id="86" name="Straight Arrow Connector 85">
              <a:extLst>
                <a:ext uri="{FF2B5EF4-FFF2-40B4-BE49-F238E27FC236}">
                  <a16:creationId xmlns:a16="http://schemas.microsoft.com/office/drawing/2014/main" id="{6BFA270B-F048-734C-8D17-9C3EE129B47D}"/>
                </a:ext>
              </a:extLst>
            </p:cNvPr>
            <p:cNvCxnSpPr>
              <a:cxnSpLocks/>
            </p:cNvCxnSpPr>
            <p:nvPr/>
          </p:nvCxnSpPr>
          <p:spPr>
            <a:xfrm>
              <a:off x="3226725" y="4376720"/>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208143C4-E722-4448-8DC9-B6DF8B0D299E}"/>
                </a:ext>
              </a:extLst>
            </p:cNvPr>
            <p:cNvGrpSpPr/>
            <p:nvPr/>
          </p:nvGrpSpPr>
          <p:grpSpPr>
            <a:xfrm>
              <a:off x="5062983" y="4169060"/>
              <a:ext cx="1518637" cy="374226"/>
              <a:chOff x="5062983" y="4252185"/>
              <a:chExt cx="1518637" cy="374226"/>
            </a:xfrm>
          </p:grpSpPr>
          <p:sp>
            <p:nvSpPr>
              <p:cNvPr id="89" name="Rectangle 88">
                <a:extLst>
                  <a:ext uri="{FF2B5EF4-FFF2-40B4-BE49-F238E27FC236}">
                    <a16:creationId xmlns:a16="http://schemas.microsoft.com/office/drawing/2014/main" id="{76785350-92B7-9949-A608-9FBFA3760ED8}"/>
                  </a:ext>
                </a:extLst>
              </p:cNvPr>
              <p:cNvSpPr/>
              <p:nvPr/>
            </p:nvSpPr>
            <p:spPr>
              <a:xfrm>
                <a:off x="5062983" y="4252185"/>
                <a:ext cx="1518637" cy="37422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2" name="Group 182">
                <a:extLst>
                  <a:ext uri="{FF2B5EF4-FFF2-40B4-BE49-F238E27FC236}">
                    <a16:creationId xmlns:a16="http://schemas.microsoft.com/office/drawing/2014/main" id="{45CD0A72-C88E-6047-BB5F-DD34C8006CE8}"/>
                  </a:ext>
                </a:extLst>
              </p:cNvPr>
              <p:cNvGrpSpPr>
                <a:grpSpLocks/>
              </p:cNvGrpSpPr>
              <p:nvPr/>
            </p:nvGrpSpPr>
            <p:grpSpPr bwMode="auto">
              <a:xfrm>
                <a:off x="5144294" y="4283446"/>
                <a:ext cx="1347789" cy="301625"/>
                <a:chOff x="286" y="1531"/>
                <a:chExt cx="849" cy="190"/>
              </a:xfrm>
            </p:grpSpPr>
            <p:sp>
              <p:nvSpPr>
                <p:cNvPr id="100" name="Rectangle 183">
                  <a:extLst>
                    <a:ext uri="{FF2B5EF4-FFF2-40B4-BE49-F238E27FC236}">
                      <a16:creationId xmlns:a16="http://schemas.microsoft.com/office/drawing/2014/main" id="{C0F4519B-22A6-8C43-B106-B86515EA92D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1" name="Rectangle 184">
                  <a:extLst>
                    <a:ext uri="{FF2B5EF4-FFF2-40B4-BE49-F238E27FC236}">
                      <a16:creationId xmlns:a16="http://schemas.microsoft.com/office/drawing/2014/main" id="{4A672F36-49EC-D34C-A30D-BFF6136048E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93" name="Rectangle 181">
                <a:extLst>
                  <a:ext uri="{FF2B5EF4-FFF2-40B4-BE49-F238E27FC236}">
                    <a16:creationId xmlns:a16="http://schemas.microsoft.com/office/drawing/2014/main" id="{9CB56124-BE22-4744-B402-647CD871D717}"/>
                  </a:ext>
                </a:extLst>
              </p:cNvPr>
              <p:cNvSpPr>
                <a:spLocks noChangeArrowheads="1"/>
              </p:cNvSpPr>
              <p:nvPr/>
            </p:nvSpPr>
            <p:spPr bwMode="auto">
              <a:xfrm>
                <a:off x="5696012" y="4295113"/>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94" name="Rectangle 181">
                <a:extLst>
                  <a:ext uri="{FF2B5EF4-FFF2-40B4-BE49-F238E27FC236}">
                    <a16:creationId xmlns:a16="http://schemas.microsoft.com/office/drawing/2014/main" id="{FB07F637-8B3F-9948-AA28-F1F413F8F17C}"/>
                  </a:ext>
                </a:extLst>
              </p:cNvPr>
              <p:cNvSpPr>
                <a:spLocks noChangeArrowheads="1"/>
              </p:cNvSpPr>
              <p:nvPr/>
            </p:nvSpPr>
            <p:spPr bwMode="auto">
              <a:xfrm>
                <a:off x="5433708" y="4277775"/>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95" name="Straight Connector 94">
                <a:extLst>
                  <a:ext uri="{FF2B5EF4-FFF2-40B4-BE49-F238E27FC236}">
                    <a16:creationId xmlns:a16="http://schemas.microsoft.com/office/drawing/2014/main" id="{42006C5A-8B94-0C44-BBC3-909EA572E0EF}"/>
                  </a:ext>
                </a:extLst>
              </p:cNvPr>
              <p:cNvCxnSpPr>
                <a:cxnSpLocks/>
              </p:cNvCxnSpPr>
              <p:nvPr/>
            </p:nvCxnSpPr>
            <p:spPr>
              <a:xfrm>
                <a:off x="6001149" y="431202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B21F5BD4-1F06-964B-8B36-F5192E01256C}"/>
                  </a:ext>
                </a:extLst>
              </p:cNvPr>
              <p:cNvCxnSpPr/>
              <p:nvPr/>
            </p:nvCxnSpPr>
            <p:spPr>
              <a:xfrm>
                <a:off x="5720650" y="4310309"/>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Rectangle 181">
                <a:extLst>
                  <a:ext uri="{FF2B5EF4-FFF2-40B4-BE49-F238E27FC236}">
                    <a16:creationId xmlns:a16="http://schemas.microsoft.com/office/drawing/2014/main" id="{C22AEA05-2A3E-8F46-BCF2-9FE184FF0B11}"/>
                  </a:ext>
                </a:extLst>
              </p:cNvPr>
              <p:cNvSpPr>
                <a:spLocks noChangeArrowheads="1"/>
              </p:cNvSpPr>
              <p:nvPr/>
            </p:nvSpPr>
            <p:spPr bwMode="auto">
              <a:xfrm>
                <a:off x="5149178" y="4281528"/>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04" name="Straight Connector 103">
                <a:extLst>
                  <a:ext uri="{FF2B5EF4-FFF2-40B4-BE49-F238E27FC236}">
                    <a16:creationId xmlns:a16="http://schemas.microsoft.com/office/drawing/2014/main" id="{97CD4AFB-B9ED-7843-B804-83029ED5054D}"/>
                  </a:ext>
                </a:extLst>
              </p:cNvPr>
              <p:cNvCxnSpPr/>
              <p:nvPr/>
            </p:nvCxnSpPr>
            <p:spPr>
              <a:xfrm>
                <a:off x="5418102" y="4309558"/>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06" name="Straight Arrow Connector 105">
            <a:extLst>
              <a:ext uri="{FF2B5EF4-FFF2-40B4-BE49-F238E27FC236}">
                <a16:creationId xmlns:a16="http://schemas.microsoft.com/office/drawing/2014/main" id="{04CD79AB-EFE6-E14B-878A-669E9C4D9042}"/>
              </a:ext>
            </a:extLst>
          </p:cNvPr>
          <p:cNvCxnSpPr>
            <a:cxnSpLocks/>
          </p:cNvCxnSpPr>
          <p:nvPr/>
        </p:nvCxnSpPr>
        <p:spPr>
          <a:xfrm>
            <a:off x="3594027" y="-1079199"/>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7" name="Rectangle 106">
            <a:extLst>
              <a:ext uri="{FF2B5EF4-FFF2-40B4-BE49-F238E27FC236}">
                <a16:creationId xmlns:a16="http://schemas.microsoft.com/office/drawing/2014/main" id="{871C9FED-2DA1-3A44-B6FE-2B1DAB7A3D60}"/>
              </a:ext>
            </a:extLst>
          </p:cNvPr>
          <p:cNvSpPr/>
          <p:nvPr/>
        </p:nvSpPr>
        <p:spPr>
          <a:xfrm>
            <a:off x="5738557" y="-1302377"/>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8" name="Group 107">
            <a:extLst>
              <a:ext uri="{FF2B5EF4-FFF2-40B4-BE49-F238E27FC236}">
                <a16:creationId xmlns:a16="http://schemas.microsoft.com/office/drawing/2014/main" id="{2AA69BF9-270A-F443-A92C-84A46DE35441}"/>
              </a:ext>
            </a:extLst>
          </p:cNvPr>
          <p:cNvGrpSpPr/>
          <p:nvPr/>
        </p:nvGrpSpPr>
        <p:grpSpPr>
          <a:xfrm>
            <a:off x="5801010" y="-1261269"/>
            <a:ext cx="1058375" cy="307296"/>
            <a:chOff x="5509436" y="3287899"/>
            <a:chExt cx="1058375" cy="307296"/>
          </a:xfrm>
        </p:grpSpPr>
        <p:grpSp>
          <p:nvGrpSpPr>
            <p:cNvPr id="110" name="Group 182">
              <a:extLst>
                <a:ext uri="{FF2B5EF4-FFF2-40B4-BE49-F238E27FC236}">
                  <a16:creationId xmlns:a16="http://schemas.microsoft.com/office/drawing/2014/main" id="{15D5F71B-2CF5-DE43-94EF-784236E59EB7}"/>
                </a:ext>
              </a:extLst>
            </p:cNvPr>
            <p:cNvGrpSpPr>
              <a:grpSpLocks/>
            </p:cNvGrpSpPr>
            <p:nvPr/>
          </p:nvGrpSpPr>
          <p:grpSpPr bwMode="auto">
            <a:xfrm>
              <a:off x="5510535" y="3293570"/>
              <a:ext cx="1057276" cy="301625"/>
              <a:chOff x="469" y="1531"/>
              <a:chExt cx="666" cy="190"/>
            </a:xfrm>
          </p:grpSpPr>
          <p:sp>
            <p:nvSpPr>
              <p:cNvPr id="116" name="Rectangle 183">
                <a:extLst>
                  <a:ext uri="{FF2B5EF4-FFF2-40B4-BE49-F238E27FC236}">
                    <a16:creationId xmlns:a16="http://schemas.microsoft.com/office/drawing/2014/main" id="{A054BB4B-B69C-D14C-8F5B-5BEEEDE8D730}"/>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8" name="Rectangle 184">
                <a:extLst>
                  <a:ext uri="{FF2B5EF4-FFF2-40B4-BE49-F238E27FC236}">
                    <a16:creationId xmlns:a16="http://schemas.microsoft.com/office/drawing/2014/main" id="{2025D776-034C-8D48-A4B6-FF664F22FD92}"/>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11" name="Rectangle 181">
              <a:extLst>
                <a:ext uri="{FF2B5EF4-FFF2-40B4-BE49-F238E27FC236}">
                  <a16:creationId xmlns:a16="http://schemas.microsoft.com/office/drawing/2014/main" id="{D06D048B-900E-8F4D-8A64-20DA16D1F88F}"/>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13" name="Rectangle 181">
              <a:extLst>
                <a:ext uri="{FF2B5EF4-FFF2-40B4-BE49-F238E27FC236}">
                  <a16:creationId xmlns:a16="http://schemas.microsoft.com/office/drawing/2014/main" id="{580EB15C-4763-334C-B100-4D66978CB819}"/>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14" name="Straight Connector 113">
              <a:extLst>
                <a:ext uri="{FF2B5EF4-FFF2-40B4-BE49-F238E27FC236}">
                  <a16:creationId xmlns:a16="http://schemas.microsoft.com/office/drawing/2014/main" id="{F48100A0-01D0-7A4A-8CBD-6A4D5B9F1842}"/>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95FE4795-7D19-DF46-88AF-179D04B18878}"/>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 name="TextBox 118">
            <a:extLst>
              <a:ext uri="{FF2B5EF4-FFF2-40B4-BE49-F238E27FC236}">
                <a16:creationId xmlns:a16="http://schemas.microsoft.com/office/drawing/2014/main" id="{00B31285-CEBC-B045-A3D2-E171BD35C682}"/>
              </a:ext>
            </a:extLst>
          </p:cNvPr>
          <p:cNvSpPr txBox="1"/>
          <p:nvPr/>
        </p:nvSpPr>
        <p:spPr>
          <a:xfrm>
            <a:off x="3359490" y="3649479"/>
            <a:ext cx="5734634" cy="565283"/>
          </a:xfrm>
          <a:prstGeom prst="rect">
            <a:avLst/>
          </a:prstGeom>
          <a:noFill/>
        </p:spPr>
        <p:txBody>
          <a:bodyPr wrap="square" rtlCol="0">
            <a:spAutoFit/>
          </a:bodyPr>
          <a:lstStyle/>
          <a:p>
            <a:pPr algn="ctr">
              <a:lnSpc>
                <a:spcPct val="85000"/>
              </a:lnSpc>
            </a:pPr>
            <a:r>
              <a:rPr lang="en-US" dirty="0">
                <a:solidFill>
                  <a:srgbClr val="C00000"/>
                </a:solidFill>
              </a:rPr>
              <a:t>Network-layer </a:t>
            </a:r>
            <a:r>
              <a:rPr lang="en-US" dirty="0"/>
              <a:t>protocol transfers transport-layer segment [H</a:t>
            </a:r>
            <a:r>
              <a:rPr lang="en-US" baseline="-25000" dirty="0"/>
              <a:t>t</a:t>
            </a:r>
            <a:r>
              <a:rPr lang="en-US" dirty="0"/>
              <a:t> | M] from one </a:t>
            </a:r>
            <a:r>
              <a:rPr lang="en-US" i="1" dirty="0"/>
              <a:t>host</a:t>
            </a:r>
            <a:r>
              <a:rPr lang="en-US" dirty="0"/>
              <a:t> to another, using link layer services</a:t>
            </a:r>
          </a:p>
        </p:txBody>
      </p:sp>
      <p:sp>
        <p:nvSpPr>
          <p:cNvPr id="109" name="Slide Number Placeholder 5">
            <a:extLst>
              <a:ext uri="{FF2B5EF4-FFF2-40B4-BE49-F238E27FC236}">
                <a16:creationId xmlns:a16="http://schemas.microsoft.com/office/drawing/2014/main" id="{99BA57FE-A308-1E41-B606-A1B8A22BF1A6}"/>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26</a:t>
            </a:fld>
            <a:endParaRPr lang="en-US" dirty="0"/>
          </a:p>
        </p:txBody>
      </p:sp>
    </p:spTree>
    <p:extLst>
      <p:ext uri="{BB962C8B-B14F-4D97-AF65-F5344CB8AC3E}">
        <p14:creationId xmlns:p14="http://schemas.microsoft.com/office/powerpoint/2010/main" val="31469558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19"/>
                                        </p:tgtEl>
                                      </p:cBhvr>
                                    </p:animEffect>
                                    <p:set>
                                      <p:cBhvr>
                                        <p:cTn id="7" dur="1" fill="hold">
                                          <p:stCondLst>
                                            <p:cond delay="499"/>
                                          </p:stCondLst>
                                        </p:cTn>
                                        <p:tgtEl>
                                          <p:spTgt spid="119"/>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dissolve">
                                      <p:cBhvr>
                                        <p:cTn id="14" dur="500"/>
                                        <p:tgtEl>
                                          <p:spTgt spid="102"/>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144"/>
                                        </p:tgtEl>
                                        <p:attrNameLst>
                                          <p:attrName>style.visibility</p:attrName>
                                        </p:attrNameLst>
                                      </p:cBhvr>
                                      <p:to>
                                        <p:strVal val="visible"/>
                                      </p:to>
                                    </p:set>
                                    <p:animEffect transition="in" filter="dissolve">
                                      <p:cBhvr>
                                        <p:cTn id="19"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p:bldP spid="102" grpId="0"/>
      <p:bldP spid="119"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2EBD77-BBEB-8256-B1D7-6D40115EC108}"/>
              </a:ext>
            </a:extLst>
          </p:cNvPr>
          <p:cNvSpPr>
            <a:spLocks noGrp="1"/>
          </p:cNvSpPr>
          <p:nvPr>
            <p:ph type="title"/>
          </p:nvPr>
        </p:nvSpPr>
        <p:spPr/>
        <p:txBody>
          <a:bodyPr/>
          <a:lstStyle/>
          <a:p>
            <a:r>
              <a:rPr lang="en-US" dirty="0"/>
              <a:t>Encapsulation</a:t>
            </a:r>
          </a:p>
        </p:txBody>
      </p:sp>
      <p:sp>
        <p:nvSpPr>
          <p:cNvPr id="5" name="Slide Number Placeholder 4">
            <a:extLst>
              <a:ext uri="{FF2B5EF4-FFF2-40B4-BE49-F238E27FC236}">
                <a16:creationId xmlns:a16="http://schemas.microsoft.com/office/drawing/2014/main" id="{944F92B3-9996-B455-D98A-6E4215C63AB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27</a:t>
            </a:fld>
            <a:endParaRPr lang="en-US" dirty="0"/>
          </a:p>
        </p:txBody>
      </p:sp>
      <p:pic>
        <p:nvPicPr>
          <p:cNvPr id="7172" name="Picture 4" descr="Stacking Dolls designs, themes, templates and downloadable graphic elements  on Dribbble">
            <a:extLst>
              <a:ext uri="{FF2B5EF4-FFF2-40B4-BE49-F238E27FC236}">
                <a16:creationId xmlns:a16="http://schemas.microsoft.com/office/drawing/2014/main" id="{A26A0BB6-0C77-FE07-9A76-501AF81B15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4186" y="2071687"/>
            <a:ext cx="5214120" cy="3910591"/>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289B3C42-EA63-6E49-E436-960A9CD62219}"/>
              </a:ext>
            </a:extLst>
          </p:cNvPr>
          <p:cNvSpPr txBox="1"/>
          <p:nvPr/>
        </p:nvSpPr>
        <p:spPr>
          <a:xfrm>
            <a:off x="6245138" y="5073301"/>
            <a:ext cx="997068" cy="369332"/>
          </a:xfrm>
          <a:prstGeom prst="rect">
            <a:avLst/>
          </a:prstGeom>
          <a:noFill/>
        </p:spPr>
        <p:txBody>
          <a:bodyPr wrap="none" rtlCol="0">
            <a:spAutoFit/>
          </a:bodyPr>
          <a:lstStyle/>
          <a:p>
            <a:r>
              <a:rPr lang="en-US" b="1" dirty="0"/>
              <a:t>message</a:t>
            </a:r>
          </a:p>
        </p:txBody>
      </p:sp>
      <p:sp>
        <p:nvSpPr>
          <p:cNvPr id="8" name="TextBox 7">
            <a:extLst>
              <a:ext uri="{FF2B5EF4-FFF2-40B4-BE49-F238E27FC236}">
                <a16:creationId xmlns:a16="http://schemas.microsoft.com/office/drawing/2014/main" id="{29D5FEF7-391E-06CF-EC8D-A4D9473CECC7}"/>
              </a:ext>
            </a:extLst>
          </p:cNvPr>
          <p:cNvSpPr txBox="1"/>
          <p:nvPr/>
        </p:nvSpPr>
        <p:spPr>
          <a:xfrm>
            <a:off x="7392802" y="5073301"/>
            <a:ext cx="995272" cy="369332"/>
          </a:xfrm>
          <a:prstGeom prst="rect">
            <a:avLst/>
          </a:prstGeom>
          <a:noFill/>
        </p:spPr>
        <p:txBody>
          <a:bodyPr wrap="none" rtlCol="0">
            <a:spAutoFit/>
          </a:bodyPr>
          <a:lstStyle/>
          <a:p>
            <a:r>
              <a:rPr lang="en-US" b="1" dirty="0"/>
              <a:t>segment</a:t>
            </a:r>
          </a:p>
        </p:txBody>
      </p:sp>
      <p:sp>
        <p:nvSpPr>
          <p:cNvPr id="9" name="TextBox 8">
            <a:extLst>
              <a:ext uri="{FF2B5EF4-FFF2-40B4-BE49-F238E27FC236}">
                <a16:creationId xmlns:a16="http://schemas.microsoft.com/office/drawing/2014/main" id="{8DCD3DA2-B741-6497-BE53-D89EBC073BDC}"/>
              </a:ext>
            </a:extLst>
          </p:cNvPr>
          <p:cNvSpPr txBox="1"/>
          <p:nvPr/>
        </p:nvSpPr>
        <p:spPr>
          <a:xfrm>
            <a:off x="8738816" y="5059744"/>
            <a:ext cx="1098570" cy="369332"/>
          </a:xfrm>
          <a:prstGeom prst="rect">
            <a:avLst/>
          </a:prstGeom>
          <a:noFill/>
        </p:spPr>
        <p:txBody>
          <a:bodyPr wrap="none" rtlCol="0">
            <a:spAutoFit/>
          </a:bodyPr>
          <a:lstStyle/>
          <a:p>
            <a:r>
              <a:rPr lang="en-US" b="1" dirty="0"/>
              <a:t>datagram</a:t>
            </a:r>
          </a:p>
        </p:txBody>
      </p:sp>
      <p:sp>
        <p:nvSpPr>
          <p:cNvPr id="10" name="TextBox 9">
            <a:extLst>
              <a:ext uri="{FF2B5EF4-FFF2-40B4-BE49-F238E27FC236}">
                <a16:creationId xmlns:a16="http://schemas.microsoft.com/office/drawing/2014/main" id="{CEBBD8C8-727E-C550-63F3-5D31C6B6018F}"/>
              </a:ext>
            </a:extLst>
          </p:cNvPr>
          <p:cNvSpPr txBox="1"/>
          <p:nvPr/>
        </p:nvSpPr>
        <p:spPr>
          <a:xfrm>
            <a:off x="10488109" y="5065260"/>
            <a:ext cx="751872" cy="369332"/>
          </a:xfrm>
          <a:prstGeom prst="rect">
            <a:avLst/>
          </a:prstGeom>
          <a:noFill/>
        </p:spPr>
        <p:txBody>
          <a:bodyPr wrap="none" rtlCol="0">
            <a:spAutoFit/>
          </a:bodyPr>
          <a:lstStyle/>
          <a:p>
            <a:r>
              <a:rPr lang="en-US" b="1" dirty="0"/>
              <a:t>frame</a:t>
            </a:r>
          </a:p>
        </p:txBody>
      </p:sp>
      <p:sp>
        <p:nvSpPr>
          <p:cNvPr id="12" name="Rectangle 11">
            <a:extLst>
              <a:ext uri="{FF2B5EF4-FFF2-40B4-BE49-F238E27FC236}">
                <a16:creationId xmlns:a16="http://schemas.microsoft.com/office/drawing/2014/main" id="{4A91CF71-749F-554A-9CA6-E3C9A1D4B1D4}"/>
              </a:ext>
            </a:extLst>
          </p:cNvPr>
          <p:cNvSpPr/>
          <p:nvPr/>
        </p:nvSpPr>
        <p:spPr>
          <a:xfrm>
            <a:off x="838200" y="1285429"/>
            <a:ext cx="5624810"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mn-ea"/>
                <a:cs typeface="+mn-cs"/>
              </a:rPr>
              <a:t>Matryoshka dolls (stacking dolls)</a:t>
            </a:r>
            <a:endParaRPr kumimoji="0" lang="en-US" altLang="en-US" sz="3200" b="0" i="0" u="sng" strike="noStrike" kern="1200" cap="none" spc="0" normalizeH="0" baseline="0" noProof="0" dirty="0">
              <a:ln>
                <a:noFill/>
              </a:ln>
              <a:solidFill>
                <a:srgbClr val="C00000"/>
              </a:solidFill>
              <a:effectLst/>
              <a:uLnTx/>
              <a:uFillTx/>
              <a:latin typeface="Calibri" panose="020F0502020204030204"/>
              <a:ea typeface="+mn-ea"/>
              <a:cs typeface="+mn-cs"/>
            </a:endParaRPr>
          </a:p>
        </p:txBody>
      </p:sp>
      <p:pic>
        <p:nvPicPr>
          <p:cNvPr id="14" name="Picture 13" descr="Icon&#10;&#10;Description automatically generated with low confidence">
            <a:extLst>
              <a:ext uri="{FF2B5EF4-FFF2-40B4-BE49-F238E27FC236}">
                <a16:creationId xmlns:a16="http://schemas.microsoft.com/office/drawing/2014/main" id="{F4618F35-68D8-2BAF-C676-F42021682C81}"/>
              </a:ext>
            </a:extLst>
          </p:cNvPr>
          <p:cNvPicPr>
            <a:picLocks noChangeAspect="1"/>
          </p:cNvPicPr>
          <p:nvPr/>
        </p:nvPicPr>
        <p:blipFill>
          <a:blip r:embed="rId4"/>
          <a:stretch>
            <a:fillRect/>
          </a:stretch>
        </p:blipFill>
        <p:spPr>
          <a:xfrm>
            <a:off x="6199754" y="3663601"/>
            <a:ext cx="1016000" cy="1409700"/>
          </a:xfrm>
          <a:prstGeom prst="rect">
            <a:avLst/>
          </a:prstGeom>
        </p:spPr>
      </p:pic>
      <p:pic>
        <p:nvPicPr>
          <p:cNvPr id="16" name="Picture 15" descr="Logo&#10;&#10;Description automatically generated with medium confidence">
            <a:extLst>
              <a:ext uri="{FF2B5EF4-FFF2-40B4-BE49-F238E27FC236}">
                <a16:creationId xmlns:a16="http://schemas.microsoft.com/office/drawing/2014/main" id="{59693B85-4EFF-244B-266A-A60BE22C35C5}"/>
              </a:ext>
            </a:extLst>
          </p:cNvPr>
          <p:cNvPicPr>
            <a:picLocks noChangeAspect="1"/>
          </p:cNvPicPr>
          <p:nvPr/>
        </p:nvPicPr>
        <p:blipFill>
          <a:blip r:embed="rId5"/>
          <a:stretch>
            <a:fillRect/>
          </a:stretch>
        </p:blipFill>
        <p:spPr>
          <a:xfrm>
            <a:off x="7287590" y="3409601"/>
            <a:ext cx="1206500" cy="1663700"/>
          </a:xfrm>
          <a:prstGeom prst="rect">
            <a:avLst/>
          </a:prstGeom>
        </p:spPr>
      </p:pic>
      <p:pic>
        <p:nvPicPr>
          <p:cNvPr id="18" name="Picture 17" descr="Icon&#10;&#10;Description automatically generated">
            <a:extLst>
              <a:ext uri="{FF2B5EF4-FFF2-40B4-BE49-F238E27FC236}">
                <a16:creationId xmlns:a16="http://schemas.microsoft.com/office/drawing/2014/main" id="{7F9B19E8-C8FD-1DD8-CEBE-996F1AC16A77}"/>
              </a:ext>
            </a:extLst>
          </p:cNvPr>
          <p:cNvPicPr>
            <a:picLocks noChangeAspect="1"/>
          </p:cNvPicPr>
          <p:nvPr/>
        </p:nvPicPr>
        <p:blipFill>
          <a:blip r:embed="rId6"/>
          <a:stretch>
            <a:fillRect/>
          </a:stretch>
        </p:blipFill>
        <p:spPr>
          <a:xfrm>
            <a:off x="8497316" y="3041509"/>
            <a:ext cx="1481342" cy="2038158"/>
          </a:xfrm>
          <a:prstGeom prst="rect">
            <a:avLst/>
          </a:prstGeom>
        </p:spPr>
      </p:pic>
      <p:pic>
        <p:nvPicPr>
          <p:cNvPr id="20" name="Picture 19" descr="Icon&#10;&#10;Description automatically generated">
            <a:extLst>
              <a:ext uri="{FF2B5EF4-FFF2-40B4-BE49-F238E27FC236}">
                <a16:creationId xmlns:a16="http://schemas.microsoft.com/office/drawing/2014/main" id="{BA160814-4425-09C4-92B8-72251E17592A}"/>
              </a:ext>
            </a:extLst>
          </p:cNvPr>
          <p:cNvPicPr>
            <a:picLocks noChangeAspect="1"/>
          </p:cNvPicPr>
          <p:nvPr/>
        </p:nvPicPr>
        <p:blipFill>
          <a:blip r:embed="rId7"/>
          <a:stretch>
            <a:fillRect/>
          </a:stretch>
        </p:blipFill>
        <p:spPr>
          <a:xfrm>
            <a:off x="9997231" y="2709865"/>
            <a:ext cx="1722729" cy="2369802"/>
          </a:xfrm>
          <a:prstGeom prst="rect">
            <a:avLst/>
          </a:prstGeom>
        </p:spPr>
      </p:pic>
      <p:sp>
        <p:nvSpPr>
          <p:cNvPr id="22" name="TextBox 21">
            <a:extLst>
              <a:ext uri="{FF2B5EF4-FFF2-40B4-BE49-F238E27FC236}">
                <a16:creationId xmlns:a16="http://schemas.microsoft.com/office/drawing/2014/main" id="{1FA624C3-138D-4F50-821F-574B852B4729}"/>
              </a:ext>
            </a:extLst>
          </p:cNvPr>
          <p:cNvSpPr txBox="1"/>
          <p:nvPr/>
        </p:nvSpPr>
        <p:spPr>
          <a:xfrm>
            <a:off x="46604" y="6519289"/>
            <a:ext cx="6096000" cy="261610"/>
          </a:xfrm>
          <a:prstGeom prst="rect">
            <a:avLst/>
          </a:prstGeom>
          <a:noFill/>
        </p:spPr>
        <p:txBody>
          <a:bodyPr wrap="square">
            <a:spAutoFit/>
          </a:bodyPr>
          <a:lstStyle/>
          <a:p>
            <a:r>
              <a:rPr lang="en-US" sz="1050" dirty="0"/>
              <a:t>Credit: </a:t>
            </a:r>
            <a:r>
              <a:rPr lang="en-US" sz="1050" dirty="0">
                <a:hlinkClick r:id="rId8"/>
              </a:rPr>
              <a:t>https://dribbble.com/shots/7182188-Babushka-Boi</a:t>
            </a:r>
            <a:endParaRPr lang="en-US" sz="1050" dirty="0"/>
          </a:p>
        </p:txBody>
      </p:sp>
    </p:spTree>
    <p:extLst>
      <p:ext uri="{BB962C8B-B14F-4D97-AF65-F5344CB8AC3E}">
        <p14:creationId xmlns:p14="http://schemas.microsoft.com/office/powerpoint/2010/main" val="135598183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Icon&#10;&#10;Description automatically generated with low confidence">
            <a:extLst>
              <a:ext uri="{FF2B5EF4-FFF2-40B4-BE49-F238E27FC236}">
                <a16:creationId xmlns:a16="http://schemas.microsoft.com/office/drawing/2014/main" id="{17A504FA-5493-C357-A605-4DCC182B6E1E}"/>
              </a:ext>
            </a:extLst>
          </p:cNvPr>
          <p:cNvPicPr>
            <a:picLocks noChangeAspect="1"/>
          </p:cNvPicPr>
          <p:nvPr/>
        </p:nvPicPr>
        <p:blipFill>
          <a:blip r:embed="rId3"/>
          <a:stretch>
            <a:fillRect/>
          </a:stretch>
        </p:blipFill>
        <p:spPr>
          <a:xfrm>
            <a:off x="3728349" y="1695405"/>
            <a:ext cx="351909" cy="488275"/>
          </a:xfrm>
          <a:prstGeom prst="rect">
            <a:avLst/>
          </a:prstGeom>
        </p:spPr>
      </p:pic>
      <p:sp>
        <p:nvSpPr>
          <p:cNvPr id="118" name="Freeform 8">
            <a:extLst>
              <a:ext uri="{FF2B5EF4-FFF2-40B4-BE49-F238E27FC236}">
                <a16:creationId xmlns:a16="http://schemas.microsoft.com/office/drawing/2014/main" id="{5C25CEF4-E407-5F48-A3E3-98E83E25849B}"/>
              </a:ext>
            </a:extLst>
          </p:cNvPr>
          <p:cNvSpPr>
            <a:spLocks/>
          </p:cNvSpPr>
          <p:nvPr/>
        </p:nvSpPr>
        <p:spPr bwMode="auto">
          <a:xfrm>
            <a:off x="3548141" y="1573968"/>
            <a:ext cx="4992" cy="3104606"/>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2318"/>
              <a:gd name="connsiteY0" fmla="*/ 0 h 9961"/>
              <a:gd name="connsiteX1" fmla="*/ 12 w 2318"/>
              <a:gd name="connsiteY1" fmla="*/ 8378 h 9961"/>
              <a:gd name="connsiteX2" fmla="*/ 2318 w 2318"/>
              <a:gd name="connsiteY2" fmla="*/ 9961 h 9961"/>
              <a:gd name="connsiteX0" fmla="*/ 0 w 52"/>
              <a:gd name="connsiteY0" fmla="*/ 0 h 8411"/>
              <a:gd name="connsiteX1" fmla="*/ 52 w 52"/>
              <a:gd name="connsiteY1" fmla="*/ 8411 h 8411"/>
            </a:gdLst>
            <a:ahLst/>
            <a:cxnLst>
              <a:cxn ang="0">
                <a:pos x="connsiteX0" y="connsiteY0"/>
              </a:cxn>
              <a:cxn ang="0">
                <a:pos x="connsiteX1" y="connsiteY1"/>
              </a:cxn>
            </a:cxnLst>
            <a:rect l="l" t="t" r="r" b="b"/>
            <a:pathLst>
              <a:path w="52" h="8411">
                <a:moveTo>
                  <a:pt x="0" y="0"/>
                </a:moveTo>
                <a:cubicBezTo>
                  <a:pt x="17" y="2804"/>
                  <a:pt x="35" y="5607"/>
                  <a:pt x="52" y="8411"/>
                </a:cubicBez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3" name="Rectangle 142">
            <a:extLst>
              <a:ext uri="{FF2B5EF4-FFF2-40B4-BE49-F238E27FC236}">
                <a16:creationId xmlns:a16="http://schemas.microsoft.com/office/drawing/2014/main" id="{EE8BAFE3-3C6F-F143-9E4B-2A620EAB382E}"/>
              </a:ext>
            </a:extLst>
          </p:cNvPr>
          <p:cNvSpPr/>
          <p:nvPr/>
        </p:nvSpPr>
        <p:spPr>
          <a:xfrm>
            <a:off x="5584583" y="198153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A5D21437-EB31-B049-BCA8-EA76E03FEDB7}"/>
              </a:ext>
            </a:extLst>
          </p:cNvPr>
          <p:cNvGrpSpPr/>
          <p:nvPr/>
        </p:nvGrpSpPr>
        <p:grpSpPr>
          <a:xfrm>
            <a:off x="7629993" y="1484027"/>
            <a:ext cx="1535906" cy="3792511"/>
            <a:chOff x="7629993" y="1484027"/>
            <a:chExt cx="1535906" cy="3792511"/>
          </a:xfrm>
        </p:grpSpPr>
        <p:sp>
          <p:nvSpPr>
            <p:cNvPr id="119" name="Freeform 118">
              <a:extLst>
                <a:ext uri="{FF2B5EF4-FFF2-40B4-BE49-F238E27FC236}">
                  <a16:creationId xmlns:a16="http://schemas.microsoft.com/office/drawing/2014/main" id="{2E3C13E9-FC91-E54D-9DC5-AFD70E3CBBAA}"/>
                </a:ext>
              </a:extLst>
            </p:cNvPr>
            <p:cNvSpPr/>
            <p:nvPr/>
          </p:nvSpPr>
          <p:spPr>
            <a:xfrm flipH="1">
              <a:off x="7629993" y="1484027"/>
              <a:ext cx="1201062" cy="3792511"/>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0" name="Group 119">
              <a:extLst>
                <a:ext uri="{FF2B5EF4-FFF2-40B4-BE49-F238E27FC236}">
                  <a16:creationId xmlns:a16="http://schemas.microsoft.com/office/drawing/2014/main" id="{92B38A84-24FD-C544-987C-947AA35CE4C5}"/>
                </a:ext>
              </a:extLst>
            </p:cNvPr>
            <p:cNvGrpSpPr/>
            <p:nvPr/>
          </p:nvGrpSpPr>
          <p:grpSpPr>
            <a:xfrm>
              <a:off x="7693325" y="4097936"/>
              <a:ext cx="1470663" cy="389744"/>
              <a:chOff x="6216702" y="5375649"/>
              <a:chExt cx="1470663" cy="389744"/>
            </a:xfrm>
          </p:grpSpPr>
          <p:sp>
            <p:nvSpPr>
              <p:cNvPr id="121" name="Rectangle 120">
                <a:extLst>
                  <a:ext uri="{FF2B5EF4-FFF2-40B4-BE49-F238E27FC236}">
                    <a16:creationId xmlns:a16="http://schemas.microsoft.com/office/drawing/2014/main" id="{4CDD6D97-0BE7-0549-9C77-11B2E0248059}"/>
                  </a:ext>
                </a:extLst>
              </p:cNvPr>
              <p:cNvSpPr/>
              <p:nvPr/>
            </p:nvSpPr>
            <p:spPr>
              <a:xfrm>
                <a:off x="6477000" y="537564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2" name="Group 182">
                <a:extLst>
                  <a:ext uri="{FF2B5EF4-FFF2-40B4-BE49-F238E27FC236}">
                    <a16:creationId xmlns:a16="http://schemas.microsoft.com/office/drawing/2014/main" id="{0DBA1D16-ECC0-6340-A5E0-A93C4A81AED6}"/>
                  </a:ext>
                </a:extLst>
              </p:cNvPr>
              <p:cNvGrpSpPr>
                <a:grpSpLocks/>
              </p:cNvGrpSpPr>
              <p:nvPr/>
            </p:nvGrpSpPr>
            <p:grpSpPr bwMode="auto">
              <a:xfrm>
                <a:off x="6216702" y="5392448"/>
                <a:ext cx="1381126" cy="301625"/>
                <a:chOff x="265" y="1531"/>
                <a:chExt cx="870" cy="190"/>
              </a:xfrm>
            </p:grpSpPr>
            <p:sp>
              <p:nvSpPr>
                <p:cNvPr id="130" name="Rectangle 183">
                  <a:extLst>
                    <a:ext uri="{FF2B5EF4-FFF2-40B4-BE49-F238E27FC236}">
                      <a16:creationId xmlns:a16="http://schemas.microsoft.com/office/drawing/2014/main" id="{973B9FB6-C384-9B48-9B9C-233F0A0DBC0A}"/>
                    </a:ext>
                  </a:extLst>
                </p:cNvPr>
                <p:cNvSpPr>
                  <a:spLocks noChangeArrowheads="1"/>
                </p:cNvSpPr>
                <p:nvPr/>
              </p:nvSpPr>
              <p:spPr bwMode="auto">
                <a:xfrm>
                  <a:off x="265" y="1549"/>
                  <a:ext cx="87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1" name="Rectangle 184">
                  <a:extLst>
                    <a:ext uri="{FF2B5EF4-FFF2-40B4-BE49-F238E27FC236}">
                      <a16:creationId xmlns:a16="http://schemas.microsoft.com/office/drawing/2014/main" id="{3F4F223D-5B6B-4E46-9BB6-14710B320CA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23" name="Rectangle 181">
                <a:extLst>
                  <a:ext uri="{FF2B5EF4-FFF2-40B4-BE49-F238E27FC236}">
                    <a16:creationId xmlns:a16="http://schemas.microsoft.com/office/drawing/2014/main" id="{5258144E-5499-AD49-BC8B-BE256AE9A30C}"/>
                  </a:ext>
                </a:extLst>
              </p:cNvPr>
              <p:cNvSpPr>
                <a:spLocks noChangeArrowheads="1"/>
              </p:cNvSpPr>
              <p:nvPr/>
            </p:nvSpPr>
            <p:spPr bwMode="auto">
              <a:xfrm>
                <a:off x="6801757" y="5404115"/>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24" name="Rectangle 181">
                <a:extLst>
                  <a:ext uri="{FF2B5EF4-FFF2-40B4-BE49-F238E27FC236}">
                    <a16:creationId xmlns:a16="http://schemas.microsoft.com/office/drawing/2014/main" id="{AA376B89-1E9F-2B4E-BC10-4D886A9404A6}"/>
                  </a:ext>
                </a:extLst>
              </p:cNvPr>
              <p:cNvSpPr>
                <a:spLocks noChangeArrowheads="1"/>
              </p:cNvSpPr>
              <p:nvPr/>
            </p:nvSpPr>
            <p:spPr bwMode="auto">
              <a:xfrm>
                <a:off x="6539453" y="5386777"/>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25" name="Straight Connector 124">
                <a:extLst>
                  <a:ext uri="{FF2B5EF4-FFF2-40B4-BE49-F238E27FC236}">
                    <a16:creationId xmlns:a16="http://schemas.microsoft.com/office/drawing/2014/main" id="{A158D1E0-EC39-B24D-B774-0F90A7D44B42}"/>
                  </a:ext>
                </a:extLst>
              </p:cNvPr>
              <p:cNvCxnSpPr>
                <a:cxnSpLocks/>
              </p:cNvCxnSpPr>
              <p:nvPr/>
            </p:nvCxnSpPr>
            <p:spPr>
              <a:xfrm>
                <a:off x="7106894" y="542102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48C5D3C3-9FD9-A44F-928B-E71825DFF240}"/>
                  </a:ext>
                </a:extLst>
              </p:cNvPr>
              <p:cNvCxnSpPr/>
              <p:nvPr/>
            </p:nvCxnSpPr>
            <p:spPr>
              <a:xfrm>
                <a:off x="6826395" y="541931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Rectangle 181">
                <a:extLst>
                  <a:ext uri="{FF2B5EF4-FFF2-40B4-BE49-F238E27FC236}">
                    <a16:creationId xmlns:a16="http://schemas.microsoft.com/office/drawing/2014/main" id="{225DB40F-4099-ED4A-9278-26E92634A4C9}"/>
                  </a:ext>
                </a:extLst>
              </p:cNvPr>
              <p:cNvSpPr>
                <a:spLocks noChangeArrowheads="1"/>
              </p:cNvSpPr>
              <p:nvPr/>
            </p:nvSpPr>
            <p:spPr bwMode="auto">
              <a:xfrm>
                <a:off x="6236418" y="5394426"/>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29" name="Straight Connector 128">
                <a:extLst>
                  <a:ext uri="{FF2B5EF4-FFF2-40B4-BE49-F238E27FC236}">
                    <a16:creationId xmlns:a16="http://schemas.microsoft.com/office/drawing/2014/main" id="{D9C2CF80-D780-354F-8B0F-64498B55F617}"/>
                  </a:ext>
                </a:extLst>
              </p:cNvPr>
              <p:cNvCxnSpPr/>
              <p:nvPr/>
            </p:nvCxnSpPr>
            <p:spPr>
              <a:xfrm>
                <a:off x="6505708" y="5419900"/>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F9A41558-760A-B044-A2E4-76228C31F8A4}"/>
                </a:ext>
              </a:extLst>
            </p:cNvPr>
            <p:cNvGrpSpPr/>
            <p:nvPr/>
          </p:nvGrpSpPr>
          <p:grpSpPr>
            <a:xfrm>
              <a:off x="8014421" y="3363106"/>
              <a:ext cx="1058375" cy="307296"/>
              <a:chOff x="5509436" y="3287899"/>
              <a:chExt cx="1058375" cy="307296"/>
            </a:xfrm>
          </p:grpSpPr>
          <p:grpSp>
            <p:nvGrpSpPr>
              <p:cNvPr id="140" name="Group 182">
                <a:extLst>
                  <a:ext uri="{FF2B5EF4-FFF2-40B4-BE49-F238E27FC236}">
                    <a16:creationId xmlns:a16="http://schemas.microsoft.com/office/drawing/2014/main" id="{C1155C62-A602-444F-B19F-4DA3FA3F7D88}"/>
                  </a:ext>
                </a:extLst>
              </p:cNvPr>
              <p:cNvGrpSpPr>
                <a:grpSpLocks/>
              </p:cNvGrpSpPr>
              <p:nvPr/>
            </p:nvGrpSpPr>
            <p:grpSpPr bwMode="auto">
              <a:xfrm>
                <a:off x="5510535" y="3293570"/>
                <a:ext cx="1057276" cy="301625"/>
                <a:chOff x="469" y="1531"/>
                <a:chExt cx="666" cy="190"/>
              </a:xfrm>
            </p:grpSpPr>
            <p:sp>
              <p:nvSpPr>
                <p:cNvPr id="147" name="Rectangle 183">
                  <a:extLst>
                    <a:ext uri="{FF2B5EF4-FFF2-40B4-BE49-F238E27FC236}">
                      <a16:creationId xmlns:a16="http://schemas.microsoft.com/office/drawing/2014/main" id="{2D53D250-0610-284E-81F1-879A700C00E2}"/>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1" name="Rectangle 184">
                  <a:extLst>
                    <a:ext uri="{FF2B5EF4-FFF2-40B4-BE49-F238E27FC236}">
                      <a16:creationId xmlns:a16="http://schemas.microsoft.com/office/drawing/2014/main" id="{0ACD3527-E9B9-6D4D-8007-099BBDDFF1A9}"/>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41" name="Rectangle 181">
                <a:extLst>
                  <a:ext uri="{FF2B5EF4-FFF2-40B4-BE49-F238E27FC236}">
                    <a16:creationId xmlns:a16="http://schemas.microsoft.com/office/drawing/2014/main" id="{38AD7C4D-A21D-0347-A026-DC5DDA65CFD1}"/>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42" name="Rectangle 181">
                <a:extLst>
                  <a:ext uri="{FF2B5EF4-FFF2-40B4-BE49-F238E27FC236}">
                    <a16:creationId xmlns:a16="http://schemas.microsoft.com/office/drawing/2014/main" id="{283EF6F9-EBD6-0643-B547-9A89925CC425}"/>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45" name="Straight Connector 144">
                <a:extLst>
                  <a:ext uri="{FF2B5EF4-FFF2-40B4-BE49-F238E27FC236}">
                    <a16:creationId xmlns:a16="http://schemas.microsoft.com/office/drawing/2014/main" id="{FF1A7170-6A51-3D48-AEA7-1F523F75B4D6}"/>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F7519B9E-323B-804C-8AD0-4C25771A040B}"/>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5A2AE95C-185C-8444-B654-78F71C71DE49}"/>
                </a:ext>
              </a:extLst>
            </p:cNvPr>
            <p:cNvGrpSpPr/>
            <p:nvPr/>
          </p:nvGrpSpPr>
          <p:grpSpPr>
            <a:xfrm>
              <a:off x="8257849" y="2658970"/>
              <a:ext cx="908050" cy="301625"/>
              <a:chOff x="6877524" y="6049441"/>
              <a:chExt cx="908050" cy="301625"/>
            </a:xfrm>
          </p:grpSpPr>
          <p:grpSp>
            <p:nvGrpSpPr>
              <p:cNvPr id="155" name="Group 179">
                <a:extLst>
                  <a:ext uri="{FF2B5EF4-FFF2-40B4-BE49-F238E27FC236}">
                    <a16:creationId xmlns:a16="http://schemas.microsoft.com/office/drawing/2014/main" id="{F7F3A59D-8E1C-0843-A91C-661B48C280F7}"/>
                  </a:ext>
                </a:extLst>
              </p:cNvPr>
              <p:cNvGrpSpPr>
                <a:grpSpLocks/>
              </p:cNvGrpSpPr>
              <p:nvPr/>
            </p:nvGrpSpPr>
            <p:grpSpPr bwMode="auto">
              <a:xfrm>
                <a:off x="6877524" y="6051029"/>
                <a:ext cx="296863" cy="292100"/>
                <a:chOff x="1959" y="2058"/>
                <a:chExt cx="187" cy="184"/>
              </a:xfrm>
            </p:grpSpPr>
            <p:sp>
              <p:nvSpPr>
                <p:cNvPr id="159" name="Rectangle 180">
                  <a:extLst>
                    <a:ext uri="{FF2B5EF4-FFF2-40B4-BE49-F238E27FC236}">
                      <a16:creationId xmlns:a16="http://schemas.microsoft.com/office/drawing/2014/main" id="{D8D8CDAC-1743-F44C-8814-3E710C0D8F89}"/>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Rectangle 181">
                  <a:extLst>
                    <a:ext uri="{FF2B5EF4-FFF2-40B4-BE49-F238E27FC236}">
                      <a16:creationId xmlns:a16="http://schemas.microsoft.com/office/drawing/2014/main" id="{2BF6322B-3EB6-C74A-B78F-2C3780E0EF34}"/>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56" name="Group 182">
                <a:extLst>
                  <a:ext uri="{FF2B5EF4-FFF2-40B4-BE49-F238E27FC236}">
                    <a16:creationId xmlns:a16="http://schemas.microsoft.com/office/drawing/2014/main" id="{EEA95EC8-682A-ED49-9AD0-BB0068E93C67}"/>
                  </a:ext>
                </a:extLst>
              </p:cNvPr>
              <p:cNvGrpSpPr>
                <a:grpSpLocks/>
              </p:cNvGrpSpPr>
              <p:nvPr/>
            </p:nvGrpSpPr>
            <p:grpSpPr bwMode="auto">
              <a:xfrm>
                <a:off x="7106124" y="6049441"/>
                <a:ext cx="679450" cy="301625"/>
                <a:chOff x="780" y="1553"/>
                <a:chExt cx="428" cy="190"/>
              </a:xfrm>
            </p:grpSpPr>
            <p:sp>
              <p:nvSpPr>
                <p:cNvPr id="157" name="Rectangle 183">
                  <a:extLst>
                    <a:ext uri="{FF2B5EF4-FFF2-40B4-BE49-F238E27FC236}">
                      <a16:creationId xmlns:a16="http://schemas.microsoft.com/office/drawing/2014/main" id="{FFE8EEA0-FBAD-384F-AB6F-D39C89FF6B03}"/>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8" name="Rectangle 184">
                  <a:extLst>
                    <a:ext uri="{FF2B5EF4-FFF2-40B4-BE49-F238E27FC236}">
                      <a16:creationId xmlns:a16="http://schemas.microsoft.com/office/drawing/2014/main" id="{9C401D53-7DDF-E146-8622-C9BE9D947C20}"/>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162" name="Group 175">
              <a:extLst>
                <a:ext uri="{FF2B5EF4-FFF2-40B4-BE49-F238E27FC236}">
                  <a16:creationId xmlns:a16="http://schemas.microsoft.com/office/drawing/2014/main" id="{22C4D71A-308A-D147-9E34-D1EFF8D1F18B}"/>
                </a:ext>
              </a:extLst>
            </p:cNvPr>
            <p:cNvGrpSpPr>
              <a:grpSpLocks/>
            </p:cNvGrpSpPr>
            <p:nvPr/>
          </p:nvGrpSpPr>
          <p:grpSpPr bwMode="auto">
            <a:xfrm>
              <a:off x="8465451" y="1880020"/>
              <a:ext cx="679450" cy="301625"/>
              <a:chOff x="780" y="1553"/>
              <a:chExt cx="428" cy="190"/>
            </a:xfrm>
          </p:grpSpPr>
          <p:sp>
            <p:nvSpPr>
              <p:cNvPr id="163" name="Rectangle 176">
                <a:extLst>
                  <a:ext uri="{FF2B5EF4-FFF2-40B4-BE49-F238E27FC236}">
                    <a16:creationId xmlns:a16="http://schemas.microsoft.com/office/drawing/2014/main" id="{1BB3E472-5096-EB4B-9536-B45F30797C1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4" name="Rectangle 177">
                <a:extLst>
                  <a:ext uri="{FF2B5EF4-FFF2-40B4-BE49-F238E27FC236}">
                    <a16:creationId xmlns:a16="http://schemas.microsoft.com/office/drawing/2014/main" id="{37DB6D54-3397-3949-A1CA-B2DA46101546}"/>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65" name="Freeform 8">
            <a:extLst>
              <a:ext uri="{FF2B5EF4-FFF2-40B4-BE49-F238E27FC236}">
                <a16:creationId xmlns:a16="http://schemas.microsoft.com/office/drawing/2014/main" id="{2F028C19-F830-D644-B8E0-645A3A1596FF}"/>
              </a:ext>
            </a:extLst>
          </p:cNvPr>
          <p:cNvSpPr>
            <a:spLocks/>
          </p:cNvSpPr>
          <p:nvPr/>
        </p:nvSpPr>
        <p:spPr bwMode="auto">
          <a:xfrm>
            <a:off x="3570599" y="4675377"/>
            <a:ext cx="4136844" cy="601045"/>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9988"/>
              <a:gd name="connsiteY0" fmla="*/ 0 h 1622"/>
              <a:gd name="connsiteX1" fmla="*/ 2306 w 9988"/>
              <a:gd name="connsiteY1" fmla="*/ 1583 h 1622"/>
              <a:gd name="connsiteX2" fmla="*/ 9988 w 9988"/>
              <a:gd name="connsiteY2" fmla="*/ 1622 h 1622"/>
            </a:gdLst>
            <a:ahLst/>
            <a:cxnLst>
              <a:cxn ang="0">
                <a:pos x="connsiteX0" y="connsiteY0"/>
              </a:cxn>
              <a:cxn ang="0">
                <a:pos x="connsiteX1" y="connsiteY1"/>
              </a:cxn>
              <a:cxn ang="0">
                <a:pos x="connsiteX2" y="connsiteY2"/>
              </a:cxn>
            </a:cxnLst>
            <a:rect l="l" t="t" r="r" b="b"/>
            <a:pathLst>
              <a:path w="9988" h="1622">
                <a:moveTo>
                  <a:pt x="0" y="0"/>
                </a:moveTo>
                <a:lnTo>
                  <a:pt x="2306" y="1583"/>
                </a:lnTo>
                <a:lnTo>
                  <a:pt x="9988" y="1622"/>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1" name="Group 20">
            <a:extLst>
              <a:ext uri="{FF2B5EF4-FFF2-40B4-BE49-F238E27FC236}">
                <a16:creationId xmlns:a16="http://schemas.microsoft.com/office/drawing/2014/main" id="{D6B559A3-7D00-A302-7026-C353590A1438}"/>
              </a:ext>
            </a:extLst>
          </p:cNvPr>
          <p:cNvGrpSpPr/>
          <p:nvPr/>
        </p:nvGrpSpPr>
        <p:grpSpPr>
          <a:xfrm>
            <a:off x="4158384" y="1778534"/>
            <a:ext cx="2245439" cy="369332"/>
            <a:chOff x="4158384" y="2165404"/>
            <a:chExt cx="2245439" cy="369332"/>
          </a:xfrm>
        </p:grpSpPr>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724373" y="2189377"/>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0" name="TextBox 9">
              <a:extLst>
                <a:ext uri="{FF2B5EF4-FFF2-40B4-BE49-F238E27FC236}">
                  <a16:creationId xmlns:a16="http://schemas.microsoft.com/office/drawing/2014/main" id="{F4282034-58EE-6443-97BE-4033A6975AE5}"/>
                </a:ext>
              </a:extLst>
            </p:cNvPr>
            <p:cNvSpPr txBox="1"/>
            <p:nvPr/>
          </p:nvSpPr>
          <p:spPr>
            <a:xfrm>
              <a:off x="4158384" y="2165404"/>
              <a:ext cx="997068" cy="369332"/>
            </a:xfrm>
            <a:prstGeom prst="rect">
              <a:avLst/>
            </a:prstGeom>
            <a:noFill/>
          </p:spPr>
          <p:txBody>
            <a:bodyPr wrap="none" rtlCol="0">
              <a:spAutoFit/>
            </a:bodyPr>
            <a:lstStyle/>
            <a:p>
              <a:r>
                <a:rPr lang="en-US" dirty="0"/>
                <a:t>message</a:t>
              </a:r>
            </a:p>
          </p:txBody>
        </p:sp>
      </p:grpSp>
      <p:grpSp>
        <p:nvGrpSpPr>
          <p:cNvPr id="22" name="Group 21">
            <a:extLst>
              <a:ext uri="{FF2B5EF4-FFF2-40B4-BE49-F238E27FC236}">
                <a16:creationId xmlns:a16="http://schemas.microsoft.com/office/drawing/2014/main" id="{F258A9F5-536F-4297-1363-9B60BDACF2BF}"/>
              </a:ext>
            </a:extLst>
          </p:cNvPr>
          <p:cNvGrpSpPr/>
          <p:nvPr/>
        </p:nvGrpSpPr>
        <p:grpSpPr>
          <a:xfrm>
            <a:off x="4155671" y="2565788"/>
            <a:ext cx="2253425" cy="369332"/>
            <a:chOff x="4155671" y="2952658"/>
            <a:chExt cx="2253425" cy="369332"/>
          </a:xfrm>
        </p:grpSpPr>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501046" y="3003781"/>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no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66" name="TextBox 165">
              <a:extLst>
                <a:ext uri="{FF2B5EF4-FFF2-40B4-BE49-F238E27FC236}">
                  <a16:creationId xmlns:a16="http://schemas.microsoft.com/office/drawing/2014/main" id="{8BE5EF03-00F9-6A41-8F0C-CAAFE7A85EE6}"/>
                </a:ext>
              </a:extLst>
            </p:cNvPr>
            <p:cNvSpPr txBox="1"/>
            <p:nvPr/>
          </p:nvSpPr>
          <p:spPr>
            <a:xfrm>
              <a:off x="4155671" y="2952658"/>
              <a:ext cx="995272" cy="369332"/>
            </a:xfrm>
            <a:prstGeom prst="rect">
              <a:avLst/>
            </a:prstGeom>
            <a:noFill/>
          </p:spPr>
          <p:txBody>
            <a:bodyPr wrap="none" rtlCol="0">
              <a:spAutoFit/>
            </a:bodyPr>
            <a:lstStyle/>
            <a:p>
              <a:r>
                <a:rPr lang="en-US" dirty="0"/>
                <a:t>segment</a:t>
              </a:r>
            </a:p>
          </p:txBody>
        </p:sp>
      </p:grpSp>
      <p:grpSp>
        <p:nvGrpSpPr>
          <p:cNvPr id="23" name="Group 22">
            <a:extLst>
              <a:ext uri="{FF2B5EF4-FFF2-40B4-BE49-F238E27FC236}">
                <a16:creationId xmlns:a16="http://schemas.microsoft.com/office/drawing/2014/main" id="{D4DAD311-C0E8-ECAB-AB26-71D0E13F87C3}"/>
              </a:ext>
            </a:extLst>
          </p:cNvPr>
          <p:cNvGrpSpPr/>
          <p:nvPr/>
        </p:nvGrpSpPr>
        <p:grpSpPr>
          <a:xfrm>
            <a:off x="4134419" y="3291630"/>
            <a:ext cx="2152842" cy="369332"/>
            <a:chOff x="4134419" y="3678500"/>
            <a:chExt cx="2152842" cy="369332"/>
          </a:xfrm>
        </p:grpSpPr>
        <p:grpSp>
          <p:nvGrpSpPr>
            <p:cNvPr id="6" name="Group 5">
              <a:extLst>
                <a:ext uri="{FF2B5EF4-FFF2-40B4-BE49-F238E27FC236}">
                  <a16:creationId xmlns:a16="http://schemas.microsoft.com/office/drawing/2014/main" id="{EB00013B-973D-F145-BC62-E1EB59B2D1F7}"/>
                </a:ext>
              </a:extLst>
            </p:cNvPr>
            <p:cNvGrpSpPr/>
            <p:nvPr/>
          </p:nvGrpSpPr>
          <p:grpSpPr>
            <a:xfrm>
              <a:off x="5228886" y="3706233"/>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0" name="TextBox 199">
              <a:extLst>
                <a:ext uri="{FF2B5EF4-FFF2-40B4-BE49-F238E27FC236}">
                  <a16:creationId xmlns:a16="http://schemas.microsoft.com/office/drawing/2014/main" id="{DD9ACBFF-6D46-1C46-8036-50329CCCA60E}"/>
                </a:ext>
              </a:extLst>
            </p:cNvPr>
            <p:cNvSpPr txBox="1"/>
            <p:nvPr/>
          </p:nvSpPr>
          <p:spPr>
            <a:xfrm>
              <a:off x="4134419" y="3678500"/>
              <a:ext cx="1079078" cy="369332"/>
            </a:xfrm>
            <a:prstGeom prst="rect">
              <a:avLst/>
            </a:prstGeom>
            <a:noFill/>
          </p:spPr>
          <p:txBody>
            <a:bodyPr wrap="none" rtlCol="0">
              <a:spAutoFit/>
            </a:bodyPr>
            <a:lstStyle/>
            <a:p>
              <a:r>
                <a:rPr lang="en-US" dirty="0"/>
                <a:t>datagram</a:t>
              </a:r>
            </a:p>
          </p:txBody>
        </p:sp>
      </p:grpSp>
      <p:grpSp>
        <p:nvGrpSpPr>
          <p:cNvPr id="27" name="Group 26">
            <a:extLst>
              <a:ext uri="{FF2B5EF4-FFF2-40B4-BE49-F238E27FC236}">
                <a16:creationId xmlns:a16="http://schemas.microsoft.com/office/drawing/2014/main" id="{78F84AA8-653C-EA7E-40CB-0F8B1664BA09}"/>
              </a:ext>
            </a:extLst>
          </p:cNvPr>
          <p:cNvGrpSpPr/>
          <p:nvPr/>
        </p:nvGrpSpPr>
        <p:grpSpPr>
          <a:xfrm>
            <a:off x="4152584" y="4104550"/>
            <a:ext cx="2134677" cy="369332"/>
            <a:chOff x="4152584" y="4491420"/>
            <a:chExt cx="2134677" cy="369332"/>
          </a:xfrm>
        </p:grpSpPr>
        <p:sp>
          <p:nvSpPr>
            <p:cNvPr id="201" name="TextBox 200">
              <a:extLst>
                <a:ext uri="{FF2B5EF4-FFF2-40B4-BE49-F238E27FC236}">
                  <a16:creationId xmlns:a16="http://schemas.microsoft.com/office/drawing/2014/main" id="{1BE94808-747E-4346-8BA9-1245F5340481}"/>
                </a:ext>
              </a:extLst>
            </p:cNvPr>
            <p:cNvSpPr txBox="1"/>
            <p:nvPr/>
          </p:nvSpPr>
          <p:spPr>
            <a:xfrm>
              <a:off x="4152584" y="4491420"/>
              <a:ext cx="740972" cy="369332"/>
            </a:xfrm>
            <a:prstGeom prst="rect">
              <a:avLst/>
            </a:prstGeom>
            <a:noFill/>
          </p:spPr>
          <p:txBody>
            <a:bodyPr wrap="none" rtlCol="0">
              <a:spAutoFit/>
            </a:bodyPr>
            <a:lstStyle/>
            <a:p>
              <a:r>
                <a:rPr lang="en-US" dirty="0"/>
                <a:t>frame</a:t>
              </a:r>
            </a:p>
          </p:txBody>
        </p:sp>
        <p:grpSp>
          <p:nvGrpSpPr>
            <p:cNvPr id="3" name="Group 2">
              <a:extLst>
                <a:ext uri="{FF2B5EF4-FFF2-40B4-BE49-F238E27FC236}">
                  <a16:creationId xmlns:a16="http://schemas.microsoft.com/office/drawing/2014/main" id="{70ABA56E-C19B-1E49-8691-B116C4BC92D9}"/>
                </a:ext>
              </a:extLst>
            </p:cNvPr>
            <p:cNvGrpSpPr/>
            <p:nvPr/>
          </p:nvGrpSpPr>
          <p:grpSpPr>
            <a:xfrm>
              <a:off x="4939472" y="4504142"/>
              <a:ext cx="1347789" cy="307296"/>
              <a:chOff x="5144294" y="4194650"/>
              <a:chExt cx="1347789" cy="307296"/>
            </a:xfrm>
          </p:grpSpPr>
          <p:grpSp>
            <p:nvGrpSpPr>
              <p:cNvPr id="210" name="Group 182">
                <a:extLst>
                  <a:ext uri="{FF2B5EF4-FFF2-40B4-BE49-F238E27FC236}">
                    <a16:creationId xmlns:a16="http://schemas.microsoft.com/office/drawing/2014/main" id="{1C0D8E0C-30C7-D644-B53F-545AC3B41D0A}"/>
                  </a:ext>
                </a:extLst>
              </p:cNvPr>
              <p:cNvGrpSpPr>
                <a:grpSpLocks/>
              </p:cNvGrpSpPr>
              <p:nvPr/>
            </p:nvGrpSpPr>
            <p:grpSpPr bwMode="auto">
              <a:xfrm>
                <a:off x="5144294" y="4200321"/>
                <a:ext cx="1347789" cy="301625"/>
                <a:chOff x="286" y="1531"/>
                <a:chExt cx="849" cy="190"/>
              </a:xfrm>
            </p:grpSpPr>
            <p:sp>
              <p:nvSpPr>
                <p:cNvPr id="226" name="Rectangle 183">
                  <a:extLst>
                    <a:ext uri="{FF2B5EF4-FFF2-40B4-BE49-F238E27FC236}">
                      <a16:creationId xmlns:a16="http://schemas.microsoft.com/office/drawing/2014/main" id="{6DE19E5C-020A-764D-8F6B-6BB09EA7331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Rectangle 184">
                  <a:extLst>
                    <a:ext uri="{FF2B5EF4-FFF2-40B4-BE49-F238E27FC236}">
                      <a16:creationId xmlns:a16="http://schemas.microsoft.com/office/drawing/2014/main" id="{3DF40025-F95F-CB4C-938D-A1646D4921BD}"/>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11" name="Rectangle 181">
                <a:extLst>
                  <a:ext uri="{FF2B5EF4-FFF2-40B4-BE49-F238E27FC236}">
                    <a16:creationId xmlns:a16="http://schemas.microsoft.com/office/drawing/2014/main" id="{C5D484DA-CF52-D04F-9108-C2A5AAA250C8}"/>
                  </a:ext>
                </a:extLst>
              </p:cNvPr>
              <p:cNvSpPr>
                <a:spLocks noChangeArrowheads="1"/>
              </p:cNvSpPr>
              <p:nvPr/>
            </p:nvSpPr>
            <p:spPr bwMode="auto">
              <a:xfrm>
                <a:off x="5696012" y="4211988"/>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1" name="Rectangle 181">
                <a:extLst>
                  <a:ext uri="{FF2B5EF4-FFF2-40B4-BE49-F238E27FC236}">
                    <a16:creationId xmlns:a16="http://schemas.microsoft.com/office/drawing/2014/main" id="{9A7A7B02-76C2-C24E-946A-4CBDBFE07A53}"/>
                  </a:ext>
                </a:extLst>
              </p:cNvPr>
              <p:cNvSpPr>
                <a:spLocks noChangeArrowheads="1"/>
              </p:cNvSpPr>
              <p:nvPr/>
            </p:nvSpPr>
            <p:spPr bwMode="auto">
              <a:xfrm>
                <a:off x="5433708" y="4194650"/>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222" name="Straight Connector 221">
                <a:extLst>
                  <a:ext uri="{FF2B5EF4-FFF2-40B4-BE49-F238E27FC236}">
                    <a16:creationId xmlns:a16="http://schemas.microsoft.com/office/drawing/2014/main" id="{104E923B-AAA4-BF49-886D-0890ABD390AE}"/>
                  </a:ext>
                </a:extLst>
              </p:cNvPr>
              <p:cNvCxnSpPr>
                <a:cxnSpLocks/>
              </p:cNvCxnSpPr>
              <p:nvPr/>
            </p:nvCxnSpPr>
            <p:spPr>
              <a:xfrm>
                <a:off x="6001149" y="4228896"/>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4096CE24-617A-E048-B706-AA2C9CEA0B54}"/>
                  </a:ext>
                </a:extLst>
              </p:cNvPr>
              <p:cNvCxnSpPr/>
              <p:nvPr/>
            </p:nvCxnSpPr>
            <p:spPr>
              <a:xfrm>
                <a:off x="5720650" y="4227184"/>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4" name="Rectangle 181">
                <a:extLst>
                  <a:ext uri="{FF2B5EF4-FFF2-40B4-BE49-F238E27FC236}">
                    <a16:creationId xmlns:a16="http://schemas.microsoft.com/office/drawing/2014/main" id="{00739E25-7377-104B-A6E7-E26BE236CB99}"/>
                  </a:ext>
                </a:extLst>
              </p:cNvPr>
              <p:cNvSpPr>
                <a:spLocks noChangeArrowheads="1"/>
              </p:cNvSpPr>
              <p:nvPr/>
            </p:nvSpPr>
            <p:spPr bwMode="auto">
              <a:xfrm>
                <a:off x="5149178" y="4198403"/>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225" name="Straight Connector 224">
                <a:extLst>
                  <a:ext uri="{FF2B5EF4-FFF2-40B4-BE49-F238E27FC236}">
                    <a16:creationId xmlns:a16="http://schemas.microsoft.com/office/drawing/2014/main" id="{FB902E57-4D34-7F49-80B6-6C4A1D5EB080}"/>
                  </a:ext>
                </a:extLst>
              </p:cNvPr>
              <p:cNvCxnSpPr/>
              <p:nvPr/>
            </p:nvCxnSpPr>
            <p:spPr>
              <a:xfrm>
                <a:off x="5418102" y="4226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27" name="Slide Number Placeholder 5">
            <a:extLst>
              <a:ext uri="{FF2B5EF4-FFF2-40B4-BE49-F238E27FC236}">
                <a16:creationId xmlns:a16="http://schemas.microsoft.com/office/drawing/2014/main" id="{60581BF3-DA2A-CA4C-99A4-DD38B814836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28</a:t>
            </a:fld>
            <a:endParaRPr lang="en-US" dirty="0"/>
          </a:p>
        </p:txBody>
      </p:sp>
      <p:pic>
        <p:nvPicPr>
          <p:cNvPr id="20" name="Picture 19" descr="Logo&#10;&#10;Description automatically generated with medium confidence">
            <a:extLst>
              <a:ext uri="{FF2B5EF4-FFF2-40B4-BE49-F238E27FC236}">
                <a16:creationId xmlns:a16="http://schemas.microsoft.com/office/drawing/2014/main" id="{C71A39D3-23E1-42C5-2774-48B4697E102D}"/>
              </a:ext>
            </a:extLst>
          </p:cNvPr>
          <p:cNvPicPr>
            <a:picLocks noChangeAspect="1"/>
          </p:cNvPicPr>
          <p:nvPr/>
        </p:nvPicPr>
        <p:blipFill>
          <a:blip r:embed="rId5"/>
          <a:stretch>
            <a:fillRect/>
          </a:stretch>
        </p:blipFill>
        <p:spPr>
          <a:xfrm>
            <a:off x="3703652" y="2422862"/>
            <a:ext cx="401301" cy="553374"/>
          </a:xfrm>
          <a:prstGeom prst="rect">
            <a:avLst/>
          </a:prstGeom>
        </p:spPr>
      </p:pic>
      <p:pic>
        <p:nvPicPr>
          <p:cNvPr id="18" name="Picture 17" descr="Icon&#10;&#10;Description automatically generated">
            <a:extLst>
              <a:ext uri="{FF2B5EF4-FFF2-40B4-BE49-F238E27FC236}">
                <a16:creationId xmlns:a16="http://schemas.microsoft.com/office/drawing/2014/main" id="{D04C425A-439B-4CD6-6869-E9EE3D1F6373}"/>
              </a:ext>
            </a:extLst>
          </p:cNvPr>
          <p:cNvPicPr>
            <a:picLocks noChangeAspect="1"/>
          </p:cNvPicPr>
          <p:nvPr/>
        </p:nvPicPr>
        <p:blipFill>
          <a:blip r:embed="rId6"/>
          <a:stretch>
            <a:fillRect/>
          </a:stretch>
        </p:blipFill>
        <p:spPr>
          <a:xfrm>
            <a:off x="3681955" y="3154580"/>
            <a:ext cx="451829" cy="621665"/>
          </a:xfrm>
          <a:prstGeom prst="rect">
            <a:avLst/>
          </a:prstGeom>
        </p:spPr>
      </p:pic>
      <p:pic>
        <p:nvPicPr>
          <p:cNvPr id="19" name="Picture 18" descr="Icon&#10;&#10;Description automatically generated">
            <a:extLst>
              <a:ext uri="{FF2B5EF4-FFF2-40B4-BE49-F238E27FC236}">
                <a16:creationId xmlns:a16="http://schemas.microsoft.com/office/drawing/2014/main" id="{C094CD9A-32A2-C6AD-C10C-1539072C15D6}"/>
              </a:ext>
            </a:extLst>
          </p:cNvPr>
          <p:cNvPicPr>
            <a:picLocks noChangeAspect="1"/>
          </p:cNvPicPr>
          <p:nvPr/>
        </p:nvPicPr>
        <p:blipFill>
          <a:blip r:embed="rId7"/>
          <a:stretch>
            <a:fillRect/>
          </a:stretch>
        </p:blipFill>
        <p:spPr>
          <a:xfrm>
            <a:off x="3655899" y="3926006"/>
            <a:ext cx="505593" cy="695498"/>
          </a:xfrm>
          <a:prstGeom prst="rect">
            <a:avLst/>
          </a:prstGeom>
        </p:spPr>
      </p:pic>
      <p:pic>
        <p:nvPicPr>
          <p:cNvPr id="28" name="Picture 27" descr="Icon&#10;&#10;Description automatically generated">
            <a:extLst>
              <a:ext uri="{FF2B5EF4-FFF2-40B4-BE49-F238E27FC236}">
                <a16:creationId xmlns:a16="http://schemas.microsoft.com/office/drawing/2014/main" id="{173D185E-41AC-A488-12F0-6F458E236421}"/>
              </a:ext>
            </a:extLst>
          </p:cNvPr>
          <p:cNvPicPr>
            <a:picLocks noChangeAspect="1"/>
          </p:cNvPicPr>
          <p:nvPr/>
        </p:nvPicPr>
        <p:blipFill>
          <a:blip r:embed="rId6"/>
          <a:stretch>
            <a:fillRect/>
          </a:stretch>
        </p:blipFill>
        <p:spPr>
          <a:xfrm>
            <a:off x="9043303" y="3225239"/>
            <a:ext cx="451829" cy="621665"/>
          </a:xfrm>
          <a:prstGeom prst="rect">
            <a:avLst/>
          </a:prstGeom>
        </p:spPr>
      </p:pic>
      <p:pic>
        <p:nvPicPr>
          <p:cNvPr id="29" name="Picture 28" descr="Logo&#10;&#10;Description automatically generated with medium confidence">
            <a:extLst>
              <a:ext uri="{FF2B5EF4-FFF2-40B4-BE49-F238E27FC236}">
                <a16:creationId xmlns:a16="http://schemas.microsoft.com/office/drawing/2014/main" id="{DAE5997A-6335-A674-DD5F-6C3480538E23}"/>
              </a:ext>
            </a:extLst>
          </p:cNvPr>
          <p:cNvPicPr>
            <a:picLocks noChangeAspect="1"/>
          </p:cNvPicPr>
          <p:nvPr/>
        </p:nvPicPr>
        <p:blipFill>
          <a:blip r:embed="rId5"/>
          <a:stretch>
            <a:fillRect/>
          </a:stretch>
        </p:blipFill>
        <p:spPr>
          <a:xfrm>
            <a:off x="9066221" y="2509417"/>
            <a:ext cx="401301" cy="553374"/>
          </a:xfrm>
          <a:prstGeom prst="rect">
            <a:avLst/>
          </a:prstGeom>
        </p:spPr>
      </p:pic>
      <p:pic>
        <p:nvPicPr>
          <p:cNvPr id="30" name="Picture 29" descr="Icon&#10;&#10;Description automatically generated with low confidence">
            <a:extLst>
              <a:ext uri="{FF2B5EF4-FFF2-40B4-BE49-F238E27FC236}">
                <a16:creationId xmlns:a16="http://schemas.microsoft.com/office/drawing/2014/main" id="{7DDF0824-9437-DBE7-B0F5-931B58829807}"/>
              </a:ext>
            </a:extLst>
          </p:cNvPr>
          <p:cNvPicPr>
            <a:picLocks noChangeAspect="1"/>
          </p:cNvPicPr>
          <p:nvPr/>
        </p:nvPicPr>
        <p:blipFill>
          <a:blip r:embed="rId3"/>
          <a:stretch>
            <a:fillRect/>
          </a:stretch>
        </p:blipFill>
        <p:spPr>
          <a:xfrm>
            <a:off x="9081613" y="1739407"/>
            <a:ext cx="351909" cy="488275"/>
          </a:xfrm>
          <a:prstGeom prst="rect">
            <a:avLst/>
          </a:prstGeom>
        </p:spPr>
      </p:pic>
    </p:spTree>
    <p:extLst>
      <p:ext uri="{BB962C8B-B14F-4D97-AF65-F5344CB8AC3E}">
        <p14:creationId xmlns:p14="http://schemas.microsoft.com/office/powerpoint/2010/main" val="34794569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wipe(up)">
                                      <p:cBhvr>
                                        <p:cTn id="7" dur="500"/>
                                        <p:tgtEl>
                                          <p:spTgt spid="11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childTnLst>
                                </p:cTn>
                              </p:par>
                              <p:par>
                                <p:cTn id="12" presetID="9" presetClass="entr" presetSubtype="0" fill="hold" nodeType="with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dissolve">
                                      <p:cBhvr>
                                        <p:cTn id="14" dur="500"/>
                                        <p:tgtEl>
                                          <p:spTgt spid="21"/>
                                        </p:tgtEl>
                                      </p:cBhvr>
                                    </p:animEffect>
                                  </p:childTnLst>
                                </p:cTn>
                              </p:par>
                            </p:childTnLst>
                          </p:cTn>
                        </p:par>
                      </p:childTnLst>
                    </p:cTn>
                  </p:par>
                  <p:par>
                    <p:cTn id="15" fill="hold">
                      <p:stCondLst>
                        <p:cond delay="indefinite"/>
                      </p:stCondLst>
                      <p:childTnLst>
                        <p:par>
                          <p:cTn id="16" fill="hold">
                            <p:stCondLst>
                              <p:cond delay="0"/>
                            </p:stCondLst>
                            <p:childTnLst>
                              <p:par>
                                <p:cTn id="17" presetID="0" presetClass="path" presetSubtype="0" accel="50000" decel="50000" fill="hold" nodeType="clickEffect">
                                  <p:stCondLst>
                                    <p:cond delay="0"/>
                                  </p:stCondLst>
                                  <p:childTnLst>
                                    <p:animMotion origin="layout" path="M 0.00078 -0.00023 L -0.00039 0.11343 " pathEditMode="relative" rAng="0" ptsTypes="AA">
                                      <p:cBhvr>
                                        <p:cTn id="18" dur="2000" fill="hold"/>
                                        <p:tgtEl>
                                          <p:spTgt spid="5"/>
                                        </p:tgtEl>
                                        <p:attrNameLst>
                                          <p:attrName>ppt_x</p:attrName>
                                          <p:attrName>ppt_y</p:attrName>
                                        </p:attrNameLst>
                                      </p:cBhvr>
                                      <p:rCtr x="-65" y="5671"/>
                                    </p:animMotion>
                                  </p:childTnLst>
                                </p:cTn>
                              </p:par>
                              <p:par>
                                <p:cTn id="19" presetID="9" presetClass="exit" presetSubtype="0" fill="hold" nodeType="withEffect">
                                  <p:stCondLst>
                                    <p:cond delay="0"/>
                                  </p:stCondLst>
                                  <p:childTnLst>
                                    <p:animEffect transition="out" filter="dissolve">
                                      <p:cBhvr>
                                        <p:cTn id="20" dur="500"/>
                                        <p:tgtEl>
                                          <p:spTgt spid="21"/>
                                        </p:tgtEl>
                                      </p:cBhvr>
                                    </p:animEffect>
                                    <p:set>
                                      <p:cBhvr>
                                        <p:cTn id="21" dur="1" fill="hold">
                                          <p:stCondLst>
                                            <p:cond delay="499"/>
                                          </p:stCondLst>
                                        </p:cTn>
                                        <p:tgtEl>
                                          <p:spTgt spid="21"/>
                                        </p:tgtEl>
                                        <p:attrNameLst>
                                          <p:attrName>style.visibility</p:attrName>
                                        </p:attrNameLst>
                                      </p:cBhvr>
                                      <p:to>
                                        <p:strVal val="hidden"/>
                                      </p:to>
                                    </p:set>
                                  </p:childTnLst>
                                </p:cTn>
                              </p:par>
                            </p:childTnLst>
                          </p:cTn>
                        </p:par>
                        <p:par>
                          <p:cTn id="22" fill="hold">
                            <p:stCondLst>
                              <p:cond delay="2000"/>
                            </p:stCondLst>
                            <p:childTnLst>
                              <p:par>
                                <p:cTn id="23" presetID="16" presetClass="entr" presetSubtype="26" fill="hold" nodeType="after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barn(inHorizontal)">
                                      <p:cBhvr>
                                        <p:cTn id="25" dur="500"/>
                                        <p:tgtEl>
                                          <p:spTgt spid="20"/>
                                        </p:tgtEl>
                                      </p:cBhvr>
                                    </p:animEffect>
                                  </p:childTnLst>
                                </p:cTn>
                              </p:par>
                            </p:childTnLst>
                          </p:cTn>
                        </p:par>
                        <p:par>
                          <p:cTn id="26" fill="hold">
                            <p:stCondLst>
                              <p:cond delay="2500"/>
                            </p:stCondLst>
                            <p:childTnLst>
                              <p:par>
                                <p:cTn id="27" presetID="1" presetClass="exit" presetSubtype="0" fill="hold" nodeType="after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dissolve">
                                      <p:cBhvr>
                                        <p:cTn id="31" dur="500"/>
                                        <p:tgtEl>
                                          <p:spTgt spid="22"/>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2.29167E-6 1.48148E-6 L -0.00026 0.11342 " pathEditMode="relative" rAng="0" ptsTypes="AA">
                                      <p:cBhvr>
                                        <p:cTn id="35" dur="2000" fill="hold"/>
                                        <p:tgtEl>
                                          <p:spTgt spid="20"/>
                                        </p:tgtEl>
                                        <p:attrNameLst>
                                          <p:attrName>ppt_x</p:attrName>
                                          <p:attrName>ppt_y</p:attrName>
                                        </p:attrNameLst>
                                      </p:cBhvr>
                                      <p:rCtr x="-13" y="5671"/>
                                    </p:animMotion>
                                  </p:childTnLst>
                                </p:cTn>
                              </p:par>
                              <p:par>
                                <p:cTn id="36" presetID="9" presetClass="exit" presetSubtype="0" fill="hold" nodeType="withEffect">
                                  <p:stCondLst>
                                    <p:cond delay="0"/>
                                  </p:stCondLst>
                                  <p:childTnLst>
                                    <p:animEffect transition="out" filter="dissolve">
                                      <p:cBhvr>
                                        <p:cTn id="37" dur="500"/>
                                        <p:tgtEl>
                                          <p:spTgt spid="22"/>
                                        </p:tgtEl>
                                      </p:cBhvr>
                                    </p:animEffect>
                                    <p:set>
                                      <p:cBhvr>
                                        <p:cTn id="38" dur="1" fill="hold">
                                          <p:stCondLst>
                                            <p:cond delay="499"/>
                                          </p:stCondLst>
                                        </p:cTn>
                                        <p:tgtEl>
                                          <p:spTgt spid="22"/>
                                        </p:tgtEl>
                                        <p:attrNameLst>
                                          <p:attrName>style.visibility</p:attrName>
                                        </p:attrNameLst>
                                      </p:cBhvr>
                                      <p:to>
                                        <p:strVal val="hidden"/>
                                      </p:to>
                                    </p:set>
                                  </p:childTnLst>
                                </p:cTn>
                              </p:par>
                            </p:childTnLst>
                          </p:cTn>
                        </p:par>
                        <p:par>
                          <p:cTn id="39" fill="hold">
                            <p:stCondLst>
                              <p:cond delay="2000"/>
                            </p:stCondLst>
                            <p:childTnLst>
                              <p:par>
                                <p:cTn id="40" presetID="16" presetClass="entr" presetSubtype="26" fill="hold" nodeType="after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barn(inHorizontal)">
                                      <p:cBhvr>
                                        <p:cTn id="42" dur="500"/>
                                        <p:tgtEl>
                                          <p:spTgt spid="18"/>
                                        </p:tgtEl>
                                      </p:cBhvr>
                                    </p:animEffect>
                                  </p:childTnLst>
                                </p:cTn>
                              </p:par>
                            </p:childTnLst>
                          </p:cTn>
                        </p:par>
                        <p:par>
                          <p:cTn id="43" fill="hold">
                            <p:stCondLst>
                              <p:cond delay="2500"/>
                            </p:stCondLst>
                            <p:childTnLst>
                              <p:par>
                                <p:cTn id="44" presetID="1" presetClass="exit" presetSubtype="0" fill="hold" nodeType="afterEffect">
                                  <p:stCondLst>
                                    <p:cond delay="0"/>
                                  </p:stCondLst>
                                  <p:childTnLst>
                                    <p:set>
                                      <p:cBhvr>
                                        <p:cTn id="45" dur="1" fill="hold">
                                          <p:stCondLst>
                                            <p:cond delay="0"/>
                                          </p:stCondLst>
                                        </p:cTn>
                                        <p:tgtEl>
                                          <p:spTgt spid="20"/>
                                        </p:tgtEl>
                                        <p:attrNameLst>
                                          <p:attrName>style.visibility</p:attrName>
                                        </p:attrNameLst>
                                      </p:cBhvr>
                                      <p:to>
                                        <p:strVal val="hidden"/>
                                      </p:to>
                                    </p:set>
                                  </p:childTnLst>
                                </p:cTn>
                              </p:par>
                              <p:par>
                                <p:cTn id="46" presetID="9"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dissolve">
                                      <p:cBhvr>
                                        <p:cTn id="48" dur="500"/>
                                        <p:tgtEl>
                                          <p:spTgt spid="23"/>
                                        </p:tgtEl>
                                      </p:cBhvr>
                                    </p:animEffect>
                                  </p:childTnLst>
                                </p:cTn>
                              </p:par>
                            </p:childTnLst>
                          </p:cTn>
                        </p:par>
                      </p:childTnLst>
                    </p:cTn>
                  </p:par>
                  <p:par>
                    <p:cTn id="49" fill="hold">
                      <p:stCondLst>
                        <p:cond delay="indefinite"/>
                      </p:stCondLst>
                      <p:childTnLst>
                        <p:par>
                          <p:cTn id="50" fill="hold">
                            <p:stCondLst>
                              <p:cond delay="0"/>
                            </p:stCondLst>
                            <p:childTnLst>
                              <p:par>
                                <p:cTn id="51" presetID="0" presetClass="path" presetSubtype="0" accel="50000" decel="50000" fill="hold" nodeType="clickEffect">
                                  <p:stCondLst>
                                    <p:cond delay="0"/>
                                  </p:stCondLst>
                                  <p:childTnLst>
                                    <p:animMotion origin="layout" path="M 0.00013 0.00857 L 0.00013 0.12014 " pathEditMode="relative" rAng="0" ptsTypes="AA">
                                      <p:cBhvr>
                                        <p:cTn id="52" dur="2000" fill="hold"/>
                                        <p:tgtEl>
                                          <p:spTgt spid="18"/>
                                        </p:tgtEl>
                                        <p:attrNameLst>
                                          <p:attrName>ppt_x</p:attrName>
                                          <p:attrName>ppt_y</p:attrName>
                                        </p:attrNameLst>
                                      </p:cBhvr>
                                      <p:rCtr x="0" y="5579"/>
                                    </p:animMotion>
                                  </p:childTnLst>
                                </p:cTn>
                              </p:par>
                              <p:par>
                                <p:cTn id="53" presetID="9" presetClass="exit" presetSubtype="0" fill="hold" nodeType="withEffect">
                                  <p:stCondLst>
                                    <p:cond delay="0"/>
                                  </p:stCondLst>
                                  <p:childTnLst>
                                    <p:animEffect transition="out" filter="dissolve">
                                      <p:cBhvr>
                                        <p:cTn id="54" dur="500"/>
                                        <p:tgtEl>
                                          <p:spTgt spid="23"/>
                                        </p:tgtEl>
                                      </p:cBhvr>
                                    </p:animEffect>
                                    <p:set>
                                      <p:cBhvr>
                                        <p:cTn id="55" dur="1" fill="hold">
                                          <p:stCondLst>
                                            <p:cond delay="499"/>
                                          </p:stCondLst>
                                        </p:cTn>
                                        <p:tgtEl>
                                          <p:spTgt spid="23"/>
                                        </p:tgtEl>
                                        <p:attrNameLst>
                                          <p:attrName>style.visibility</p:attrName>
                                        </p:attrNameLst>
                                      </p:cBhvr>
                                      <p:to>
                                        <p:strVal val="hidden"/>
                                      </p:to>
                                    </p:set>
                                  </p:childTnLst>
                                </p:cTn>
                              </p:par>
                            </p:childTnLst>
                          </p:cTn>
                        </p:par>
                        <p:par>
                          <p:cTn id="56" fill="hold">
                            <p:stCondLst>
                              <p:cond delay="2000"/>
                            </p:stCondLst>
                            <p:childTnLst>
                              <p:par>
                                <p:cTn id="57" presetID="16" presetClass="entr" presetSubtype="26" fill="hold" nodeType="after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barn(inHorizontal)">
                                      <p:cBhvr>
                                        <p:cTn id="59" dur="500"/>
                                        <p:tgtEl>
                                          <p:spTgt spid="19"/>
                                        </p:tgtEl>
                                      </p:cBhvr>
                                    </p:animEffect>
                                  </p:childTnLst>
                                </p:cTn>
                              </p:par>
                            </p:childTnLst>
                          </p:cTn>
                        </p:par>
                        <p:par>
                          <p:cTn id="60" fill="hold">
                            <p:stCondLst>
                              <p:cond delay="2500"/>
                            </p:stCondLst>
                            <p:childTnLst>
                              <p:par>
                                <p:cTn id="61" presetID="1" presetClass="exit" presetSubtype="0" fill="hold" nodeType="afterEffect">
                                  <p:stCondLst>
                                    <p:cond delay="0"/>
                                  </p:stCondLst>
                                  <p:childTnLst>
                                    <p:set>
                                      <p:cBhvr>
                                        <p:cTn id="62" dur="1" fill="hold">
                                          <p:stCondLst>
                                            <p:cond delay="0"/>
                                          </p:stCondLst>
                                        </p:cTn>
                                        <p:tgtEl>
                                          <p:spTgt spid="18"/>
                                        </p:tgtEl>
                                        <p:attrNameLst>
                                          <p:attrName>style.visibility</p:attrName>
                                        </p:attrNameLst>
                                      </p:cBhvr>
                                      <p:to>
                                        <p:strVal val="hidden"/>
                                      </p:to>
                                    </p:set>
                                  </p:childTnLst>
                                </p:cTn>
                              </p:par>
                              <p:par>
                                <p:cTn id="63" presetID="9" presetClass="entr" presetSubtype="0" fill="hold" nodeType="with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dissolve">
                                      <p:cBhvr>
                                        <p:cTn id="65" dur="500"/>
                                        <p:tgtEl>
                                          <p:spTgt spid="27"/>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165"/>
                                        </p:tgtEl>
                                        <p:attrNameLst>
                                          <p:attrName>style.visibility</p:attrName>
                                        </p:attrNameLst>
                                      </p:cBhvr>
                                      <p:to>
                                        <p:strVal val="visible"/>
                                      </p:to>
                                    </p:set>
                                    <p:animEffect transition="in" filter="wipe(left)">
                                      <p:cBhvr>
                                        <p:cTn id="70" dur="500"/>
                                        <p:tgtEl>
                                          <p:spTgt spid="165"/>
                                        </p:tgtEl>
                                      </p:cBhvr>
                                    </p:animEffect>
                                  </p:childTnLst>
                                </p:cTn>
                              </p:par>
                            </p:childTnLst>
                          </p:cTn>
                        </p:par>
                        <p:par>
                          <p:cTn id="71" fill="hold">
                            <p:stCondLst>
                              <p:cond delay="500"/>
                            </p:stCondLst>
                            <p:childTnLst>
                              <p:par>
                                <p:cTn id="72" presetID="22" presetClass="entr" presetSubtype="4" fill="hold" nodeType="afterEffect">
                                  <p:stCondLst>
                                    <p:cond delay="0"/>
                                  </p:stCondLst>
                                  <p:childTnLst>
                                    <p:set>
                                      <p:cBhvr>
                                        <p:cTn id="73" dur="1" fill="hold">
                                          <p:stCondLst>
                                            <p:cond delay="0"/>
                                          </p:stCondLst>
                                        </p:cTn>
                                        <p:tgtEl>
                                          <p:spTgt spid="9"/>
                                        </p:tgtEl>
                                        <p:attrNameLst>
                                          <p:attrName>style.visibility</p:attrName>
                                        </p:attrNameLst>
                                      </p:cBhvr>
                                      <p:to>
                                        <p:strVal val="visible"/>
                                      </p:to>
                                    </p:set>
                                    <p:animEffect transition="in" filter="wipe(down)">
                                      <p:cBhvr>
                                        <p:cTn id="74" dur="500"/>
                                        <p:tgtEl>
                                          <p:spTgt spid="9"/>
                                        </p:tgtEl>
                                      </p:cBhvr>
                                    </p:animEffect>
                                  </p:childTnLst>
                                </p:cTn>
                              </p:par>
                              <p:par>
                                <p:cTn id="75" presetID="9" presetClass="exit" presetSubtype="0" fill="hold" nodeType="withEffect">
                                  <p:stCondLst>
                                    <p:cond delay="0"/>
                                  </p:stCondLst>
                                  <p:childTnLst>
                                    <p:animEffect transition="out" filter="dissolve">
                                      <p:cBhvr>
                                        <p:cTn id="76" dur="500"/>
                                        <p:tgtEl>
                                          <p:spTgt spid="27"/>
                                        </p:tgtEl>
                                      </p:cBhvr>
                                    </p:animEffect>
                                    <p:set>
                                      <p:cBhvr>
                                        <p:cTn id="77" dur="1" fill="hold">
                                          <p:stCondLst>
                                            <p:cond delay="499"/>
                                          </p:stCondLst>
                                        </p:cTn>
                                        <p:tgtEl>
                                          <p:spTgt spid="27"/>
                                        </p:tgtEl>
                                        <p:attrNameLst>
                                          <p:attrName>style.visibility</p:attrName>
                                        </p:attrNameLst>
                                      </p:cBhvr>
                                      <p:to>
                                        <p:strVal val="hidden"/>
                                      </p:to>
                                    </p:set>
                                  </p:childTnLst>
                                </p:cTn>
                              </p:par>
                              <p:par>
                                <p:cTn id="78" presetID="0" presetClass="path" presetSubtype="0" accel="50000" decel="50000" fill="hold" nodeType="withEffect">
                                  <p:stCondLst>
                                    <p:cond delay="0"/>
                                  </p:stCondLst>
                                  <p:childTnLst>
                                    <p:animMotion origin="layout" path="M 0.00013 0.05416 L 0.05183 0.11296 L 0.30365 0.11296 L 0.43998 0.00324 " pathEditMode="relative" rAng="0" ptsTypes="AAAA">
                                      <p:cBhvr>
                                        <p:cTn id="79" dur="2000" fill="hold"/>
                                        <p:tgtEl>
                                          <p:spTgt spid="19"/>
                                        </p:tgtEl>
                                        <p:attrNameLst>
                                          <p:attrName>ppt_x</p:attrName>
                                          <p:attrName>ppt_y</p:attrName>
                                        </p:attrNameLst>
                                      </p:cBhvr>
                                      <p:rCtr x="21992" y="394"/>
                                    </p:animMotion>
                                  </p:childTnLst>
                                </p:cTn>
                              </p:par>
                            </p:childTnLst>
                          </p:cTn>
                        </p:par>
                        <p:par>
                          <p:cTn id="80" fill="hold">
                            <p:stCondLst>
                              <p:cond delay="2500"/>
                            </p:stCondLst>
                            <p:childTnLst>
                              <p:par>
                                <p:cTn id="81" presetID="9" presetClass="entr" presetSubtype="0" fill="hold" nodeType="after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dissolve">
                                      <p:cBhvr>
                                        <p:cTn id="83" dur="500"/>
                                        <p:tgtEl>
                                          <p:spTgt spid="28"/>
                                        </p:tgtEl>
                                      </p:cBhvr>
                                    </p:animEffect>
                                  </p:childTnLst>
                                </p:cTn>
                              </p:par>
                            </p:childTnLst>
                          </p:cTn>
                        </p:par>
                        <p:par>
                          <p:cTn id="84" fill="hold">
                            <p:stCondLst>
                              <p:cond delay="3000"/>
                            </p:stCondLst>
                            <p:childTnLst>
                              <p:par>
                                <p:cTn id="85" presetID="9" presetClass="entr" presetSubtype="0" fill="hold" nodeType="after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dissolve">
                                      <p:cBhvr>
                                        <p:cTn id="87" dur="500"/>
                                        <p:tgtEl>
                                          <p:spTgt spid="29"/>
                                        </p:tgtEl>
                                      </p:cBhvr>
                                    </p:animEffect>
                                  </p:childTnLst>
                                </p:cTn>
                              </p:par>
                            </p:childTnLst>
                          </p:cTn>
                        </p:par>
                        <p:par>
                          <p:cTn id="88" fill="hold">
                            <p:stCondLst>
                              <p:cond delay="3500"/>
                            </p:stCondLst>
                            <p:childTnLst>
                              <p:par>
                                <p:cTn id="89" presetID="9" presetClass="entr" presetSubtype="0" fill="hold" nodeType="afterEffect">
                                  <p:stCondLst>
                                    <p:cond delay="0"/>
                                  </p:stCondLst>
                                  <p:childTnLst>
                                    <p:set>
                                      <p:cBhvr>
                                        <p:cTn id="90" dur="1" fill="hold">
                                          <p:stCondLst>
                                            <p:cond delay="0"/>
                                          </p:stCondLst>
                                        </p:cTn>
                                        <p:tgtEl>
                                          <p:spTgt spid="30"/>
                                        </p:tgtEl>
                                        <p:attrNameLst>
                                          <p:attrName>style.visibility</p:attrName>
                                        </p:attrNameLst>
                                      </p:cBhvr>
                                      <p:to>
                                        <p:strVal val="visible"/>
                                      </p:to>
                                    </p:set>
                                    <p:animEffect transition="in" filter="dissolve">
                                      <p:cBhvr>
                                        <p:cTn id="9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65"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Freeform 99">
            <a:extLst>
              <a:ext uri="{FF2B5EF4-FFF2-40B4-BE49-F238E27FC236}">
                <a16:creationId xmlns:a16="http://schemas.microsoft.com/office/drawing/2014/main" id="{3E758716-A071-4141-B9BA-7927A5BFBD94}"/>
              </a:ext>
            </a:extLst>
          </p:cNvPr>
          <p:cNvSpPr>
            <a:spLocks/>
          </p:cNvSpPr>
          <p:nvPr/>
        </p:nvSpPr>
        <p:spPr bwMode="auto">
          <a:xfrm>
            <a:off x="8197855" y="4478480"/>
            <a:ext cx="454072" cy="992421"/>
          </a:xfrm>
          <a:custGeom>
            <a:avLst/>
            <a:gdLst>
              <a:gd name="T0" fmla="*/ 2147483646 w 413"/>
              <a:gd name="T1" fmla="*/ 2147483646 h 715"/>
              <a:gd name="T2" fmla="*/ 2147483646 w 413"/>
              <a:gd name="T3" fmla="*/ 0 h 715"/>
              <a:gd name="T4" fmla="*/ 0 w 413"/>
              <a:gd name="T5" fmla="*/ 2147483646 h 715"/>
              <a:gd name="T6" fmla="*/ 2147483646 w 413"/>
              <a:gd name="T7" fmla="*/ 2147483646 h 715"/>
              <a:gd name="T8" fmla="*/ 2147483646 w 413"/>
              <a:gd name="T9" fmla="*/ 2147483646 h 715"/>
              <a:gd name="T10" fmla="*/ 0 60000 65536"/>
              <a:gd name="T11" fmla="*/ 0 60000 65536"/>
              <a:gd name="T12" fmla="*/ 0 60000 65536"/>
              <a:gd name="T13" fmla="*/ 0 60000 65536"/>
              <a:gd name="T14" fmla="*/ 0 60000 65536"/>
              <a:gd name="T15" fmla="*/ 0 w 413"/>
              <a:gd name="T16" fmla="*/ 0 h 715"/>
              <a:gd name="T17" fmla="*/ 413 w 413"/>
              <a:gd name="T18" fmla="*/ 715 h 715"/>
              <a:gd name="connsiteX0" fmla="*/ 10000 w 10000"/>
              <a:gd name="connsiteY0" fmla="*/ 7972 h 8825"/>
              <a:gd name="connsiteX1" fmla="*/ 218 w 10000"/>
              <a:gd name="connsiteY1" fmla="*/ 0 h 8825"/>
              <a:gd name="connsiteX2" fmla="*/ 0 w 10000"/>
              <a:gd name="connsiteY2" fmla="*/ 8448 h 8825"/>
              <a:gd name="connsiteX3" fmla="*/ 7224 w 10000"/>
              <a:gd name="connsiteY3" fmla="*/ 8825 h 8825"/>
              <a:gd name="connsiteX4" fmla="*/ 10000 w 10000"/>
              <a:gd name="connsiteY4" fmla="*/ 7972 h 8825"/>
              <a:gd name="connsiteX0" fmla="*/ 6901 w 7224"/>
              <a:gd name="connsiteY0" fmla="*/ 7744 h 10000"/>
              <a:gd name="connsiteX1" fmla="*/ 218 w 7224"/>
              <a:gd name="connsiteY1" fmla="*/ 0 h 10000"/>
              <a:gd name="connsiteX2" fmla="*/ 0 w 7224"/>
              <a:gd name="connsiteY2" fmla="*/ 9573 h 10000"/>
              <a:gd name="connsiteX3" fmla="*/ 7224 w 7224"/>
              <a:gd name="connsiteY3" fmla="*/ 10000 h 10000"/>
              <a:gd name="connsiteX4" fmla="*/ 6901 w 7224"/>
              <a:gd name="connsiteY4" fmla="*/ 7744 h 10000"/>
              <a:gd name="connsiteX0" fmla="*/ 9553 w 9587"/>
              <a:gd name="connsiteY0" fmla="*/ 7744 h 9750"/>
              <a:gd name="connsiteX1" fmla="*/ 302 w 9587"/>
              <a:gd name="connsiteY1" fmla="*/ 0 h 9750"/>
              <a:gd name="connsiteX2" fmla="*/ 0 w 9587"/>
              <a:gd name="connsiteY2" fmla="*/ 9573 h 9750"/>
              <a:gd name="connsiteX3" fmla="*/ 9464 w 9587"/>
              <a:gd name="connsiteY3" fmla="*/ 9750 h 9750"/>
              <a:gd name="connsiteX4" fmla="*/ 9553 w 9587"/>
              <a:gd name="connsiteY4" fmla="*/ 7744 h 9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7" h="9750">
                <a:moveTo>
                  <a:pt x="9553" y="7744"/>
                </a:moveTo>
                <a:lnTo>
                  <a:pt x="302" y="0"/>
                </a:lnTo>
                <a:cubicBezTo>
                  <a:pt x="201" y="3191"/>
                  <a:pt x="101" y="6382"/>
                  <a:pt x="0" y="9573"/>
                </a:cubicBezTo>
                <a:lnTo>
                  <a:pt x="9464" y="9750"/>
                </a:lnTo>
                <a:cubicBezTo>
                  <a:pt x="9314" y="8998"/>
                  <a:pt x="9702" y="8496"/>
                  <a:pt x="9553" y="7744"/>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296">
            <a:extLst>
              <a:ext uri="{FF2B5EF4-FFF2-40B4-BE49-F238E27FC236}">
                <a16:creationId xmlns:a16="http://schemas.microsoft.com/office/drawing/2014/main" id="{DBEB0F95-AE9C-DA4D-9F9E-9C6AE4A652EE}"/>
              </a:ext>
            </a:extLst>
          </p:cNvPr>
          <p:cNvGrpSpPr/>
          <p:nvPr/>
        </p:nvGrpSpPr>
        <p:grpSpPr>
          <a:xfrm>
            <a:off x="8637066" y="5115960"/>
            <a:ext cx="958850" cy="476251"/>
            <a:chOff x="7493876" y="2774731"/>
            <a:chExt cx="1481958" cy="894622"/>
          </a:xfrm>
        </p:grpSpPr>
        <p:sp>
          <p:nvSpPr>
            <p:cNvPr id="298" name="Freeform 297">
              <a:extLst>
                <a:ext uri="{FF2B5EF4-FFF2-40B4-BE49-F238E27FC236}">
                  <a16:creationId xmlns:a16="http://schemas.microsoft.com/office/drawing/2014/main" id="{6025F28A-8766-8949-96E6-DD0BD882AB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9" name="Oval 298">
              <a:extLst>
                <a:ext uri="{FF2B5EF4-FFF2-40B4-BE49-F238E27FC236}">
                  <a16:creationId xmlns:a16="http://schemas.microsoft.com/office/drawing/2014/main" id="{DFA4B720-1D85-4E4A-A3DF-4E2D8BCABC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0" name="Group 299">
              <a:extLst>
                <a:ext uri="{FF2B5EF4-FFF2-40B4-BE49-F238E27FC236}">
                  <a16:creationId xmlns:a16="http://schemas.microsoft.com/office/drawing/2014/main" id="{DAD2409F-AAE1-4A47-A41C-4F8FC3073E02}"/>
                </a:ext>
              </a:extLst>
            </p:cNvPr>
            <p:cNvGrpSpPr/>
            <p:nvPr/>
          </p:nvGrpSpPr>
          <p:grpSpPr>
            <a:xfrm>
              <a:off x="7713663" y="2848339"/>
              <a:ext cx="1042107" cy="425543"/>
              <a:chOff x="7786941" y="2884917"/>
              <a:chExt cx="897649" cy="353919"/>
            </a:xfrm>
          </p:grpSpPr>
          <p:sp>
            <p:nvSpPr>
              <p:cNvPr id="301" name="Freeform 300">
                <a:extLst>
                  <a:ext uri="{FF2B5EF4-FFF2-40B4-BE49-F238E27FC236}">
                    <a16:creationId xmlns:a16="http://schemas.microsoft.com/office/drawing/2014/main" id="{C10106D6-70AD-294D-966C-B6530FB2C38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03C28B18-54E7-EB4E-A70A-2F3A019FD1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5090762B-1155-2347-B6D2-D77A21D74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F0881117-1317-CD49-B4BD-8B8A1E6EB2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2" name="Rectangle 90">
            <a:extLst>
              <a:ext uri="{FF2B5EF4-FFF2-40B4-BE49-F238E27FC236}">
                <a16:creationId xmlns:a16="http://schemas.microsoft.com/office/drawing/2014/main" id="{990C22D1-7679-CB44-8984-10C1D99DCC51}"/>
              </a:ext>
            </a:extLst>
          </p:cNvPr>
          <p:cNvSpPr>
            <a:spLocks noChangeArrowheads="1"/>
          </p:cNvSpPr>
          <p:nvPr/>
        </p:nvSpPr>
        <p:spPr bwMode="auto">
          <a:xfrm>
            <a:off x="6916745" y="4489446"/>
            <a:ext cx="1273175" cy="946150"/>
          </a:xfrm>
          <a:prstGeom prst="rect">
            <a:avLst/>
          </a:prstGeom>
          <a:solidFill>
            <a:schemeClr val="bg1"/>
          </a:solidFill>
          <a:ln w="28575">
            <a:solidFill>
              <a:schemeClr val="tx1"/>
            </a:solidFill>
            <a:miter lim="800000"/>
            <a:headEnd/>
            <a:tailEnd/>
          </a:ln>
          <a:effectLst>
            <a:outerShdw blurRad="127000" dist="38100" dir="18900000" sx="103000" sy="103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Text Box 92">
            <a:extLst>
              <a:ext uri="{FF2B5EF4-FFF2-40B4-BE49-F238E27FC236}">
                <a16:creationId xmlns:a16="http://schemas.microsoft.com/office/drawing/2014/main" id="{1CB4056D-0AB4-094A-9E8C-7C63E13B1C00}"/>
              </a:ext>
            </a:extLst>
          </p:cNvPr>
          <p:cNvSpPr txBox="1">
            <a:spLocks noChangeArrowheads="1"/>
          </p:cNvSpPr>
          <p:nvPr/>
        </p:nvSpPr>
        <p:spPr bwMode="auto">
          <a:xfrm>
            <a:off x="6873882" y="4456108"/>
            <a:ext cx="1317625" cy="99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44" name="Rectangle 24">
            <a:extLst>
              <a:ext uri="{FF2B5EF4-FFF2-40B4-BE49-F238E27FC236}">
                <a16:creationId xmlns:a16="http://schemas.microsoft.com/office/drawing/2014/main" id="{99237050-2EC8-FD44-B771-4FF0EAEABF5E}"/>
              </a:ext>
            </a:extLst>
          </p:cNvPr>
          <p:cNvSpPr>
            <a:spLocks noChangeArrowheads="1"/>
          </p:cNvSpPr>
          <p:nvPr/>
        </p:nvSpPr>
        <p:spPr bwMode="auto">
          <a:xfrm>
            <a:off x="2886137" y="4865756"/>
            <a:ext cx="1273175" cy="1536700"/>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5" name="Text Box 26">
            <a:extLst>
              <a:ext uri="{FF2B5EF4-FFF2-40B4-BE49-F238E27FC236}">
                <a16:creationId xmlns:a16="http://schemas.microsoft.com/office/drawing/2014/main" id="{BA4F849D-1AD2-9F4B-A8A6-5D9737C832B4}"/>
              </a:ext>
            </a:extLst>
          </p:cNvPr>
          <p:cNvSpPr txBox="1">
            <a:spLocks noChangeArrowheads="1"/>
          </p:cNvSpPr>
          <p:nvPr/>
        </p:nvSpPr>
        <p:spPr bwMode="auto">
          <a:xfrm>
            <a:off x="2832765" y="4821907"/>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46" name="Line 25">
            <a:extLst>
              <a:ext uri="{FF2B5EF4-FFF2-40B4-BE49-F238E27FC236}">
                <a16:creationId xmlns:a16="http://schemas.microsoft.com/office/drawing/2014/main" id="{A3F12762-BE2E-E244-ADD0-3F754C8AA53F}"/>
              </a:ext>
            </a:extLst>
          </p:cNvPr>
          <p:cNvSpPr>
            <a:spLocks noChangeShapeType="1"/>
          </p:cNvSpPr>
          <p:nvPr/>
        </p:nvSpPr>
        <p:spPr bwMode="auto">
          <a:xfrm>
            <a:off x="2886136" y="5183257"/>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Line 27">
            <a:extLst>
              <a:ext uri="{FF2B5EF4-FFF2-40B4-BE49-F238E27FC236}">
                <a16:creationId xmlns:a16="http://schemas.microsoft.com/office/drawing/2014/main" id="{D9CB41BB-F2D8-B74D-BA63-C9D69DF8D2F9}"/>
              </a:ext>
            </a:extLst>
          </p:cNvPr>
          <p:cNvSpPr>
            <a:spLocks noChangeShapeType="1"/>
          </p:cNvSpPr>
          <p:nvPr/>
        </p:nvSpPr>
        <p:spPr bwMode="auto">
          <a:xfrm>
            <a:off x="2894074" y="5503932"/>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Line 28">
            <a:extLst>
              <a:ext uri="{FF2B5EF4-FFF2-40B4-BE49-F238E27FC236}">
                <a16:creationId xmlns:a16="http://schemas.microsoft.com/office/drawing/2014/main" id="{383571D9-51C3-9042-A891-980960CA3F40}"/>
              </a:ext>
            </a:extLst>
          </p:cNvPr>
          <p:cNvSpPr>
            <a:spLocks noChangeShapeType="1"/>
          </p:cNvSpPr>
          <p:nvPr/>
        </p:nvSpPr>
        <p:spPr bwMode="auto">
          <a:xfrm>
            <a:off x="2898836" y="578491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Line 29">
            <a:extLst>
              <a:ext uri="{FF2B5EF4-FFF2-40B4-BE49-F238E27FC236}">
                <a16:creationId xmlns:a16="http://schemas.microsoft.com/office/drawing/2014/main" id="{C49F8A27-7F5E-A74A-87FC-4C156780CED4}"/>
              </a:ext>
            </a:extLst>
          </p:cNvPr>
          <p:cNvSpPr>
            <a:spLocks noChangeShapeType="1"/>
          </p:cNvSpPr>
          <p:nvPr/>
        </p:nvSpPr>
        <p:spPr bwMode="auto">
          <a:xfrm>
            <a:off x="2898836" y="606114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24">
            <a:extLst>
              <a:ext uri="{FF2B5EF4-FFF2-40B4-BE49-F238E27FC236}">
                <a16:creationId xmlns:a16="http://schemas.microsoft.com/office/drawing/2014/main" id="{7EA1E797-77D1-3E4E-BE7E-ACEB5C9FC9FA}"/>
              </a:ext>
            </a:extLst>
          </p:cNvPr>
          <p:cNvSpPr>
            <a:spLocks noChangeArrowheads="1"/>
          </p:cNvSpPr>
          <p:nvPr/>
        </p:nvSpPr>
        <p:spPr bwMode="auto">
          <a:xfrm>
            <a:off x="3816357" y="985833"/>
            <a:ext cx="1273175" cy="1536700"/>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1" name="Text Box 26">
            <a:extLst>
              <a:ext uri="{FF2B5EF4-FFF2-40B4-BE49-F238E27FC236}">
                <a16:creationId xmlns:a16="http://schemas.microsoft.com/office/drawing/2014/main" id="{955E0381-1B0E-544A-A7DD-37ADCBB63FC5}"/>
              </a:ext>
            </a:extLst>
          </p:cNvPr>
          <p:cNvSpPr txBox="1">
            <a:spLocks noChangeArrowheads="1"/>
          </p:cNvSpPr>
          <p:nvPr/>
        </p:nvSpPr>
        <p:spPr bwMode="auto">
          <a:xfrm>
            <a:off x="3762985" y="941984"/>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59" name="Freeform 3">
            <a:extLst>
              <a:ext uri="{FF2B5EF4-FFF2-40B4-BE49-F238E27FC236}">
                <a16:creationId xmlns:a16="http://schemas.microsoft.com/office/drawing/2014/main" id="{FF79401E-326D-8443-A822-64EFF7D91F62}"/>
              </a:ext>
            </a:extLst>
          </p:cNvPr>
          <p:cNvSpPr>
            <a:spLocks/>
          </p:cNvSpPr>
          <p:nvPr/>
        </p:nvSpPr>
        <p:spPr bwMode="auto">
          <a:xfrm>
            <a:off x="8317497" y="2564096"/>
            <a:ext cx="638175" cy="781777"/>
          </a:xfrm>
          <a:custGeom>
            <a:avLst/>
            <a:gdLst>
              <a:gd name="T0" fmla="*/ 2147483646 w 402"/>
              <a:gd name="T1" fmla="*/ 2147483646 h 537"/>
              <a:gd name="T2" fmla="*/ 2147483646 w 402"/>
              <a:gd name="T3" fmla="*/ 0 h 537"/>
              <a:gd name="T4" fmla="*/ 0 w 402"/>
              <a:gd name="T5" fmla="*/ 2147483646 h 537"/>
              <a:gd name="T6" fmla="*/ 2147483646 w 402"/>
              <a:gd name="T7" fmla="*/ 2147483646 h 537"/>
              <a:gd name="T8" fmla="*/ 2147483646 w 402"/>
              <a:gd name="T9" fmla="*/ 2147483646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5" name="Group 304">
            <a:extLst>
              <a:ext uri="{FF2B5EF4-FFF2-40B4-BE49-F238E27FC236}">
                <a16:creationId xmlns:a16="http://schemas.microsoft.com/office/drawing/2014/main" id="{A4E47CB1-938F-064D-AFFA-550D0F125117}"/>
              </a:ext>
            </a:extLst>
          </p:cNvPr>
          <p:cNvGrpSpPr/>
          <p:nvPr/>
        </p:nvGrpSpPr>
        <p:grpSpPr>
          <a:xfrm>
            <a:off x="8737109" y="2942202"/>
            <a:ext cx="959348" cy="478062"/>
            <a:chOff x="3668110" y="2448910"/>
            <a:chExt cx="3794234" cy="2165130"/>
          </a:xfrm>
        </p:grpSpPr>
        <p:sp>
          <p:nvSpPr>
            <p:cNvPr id="306" name="Rectangle 305">
              <a:extLst>
                <a:ext uri="{FF2B5EF4-FFF2-40B4-BE49-F238E27FC236}">
                  <a16:creationId xmlns:a16="http://schemas.microsoft.com/office/drawing/2014/main" id="{4113AFA1-3E53-2B44-844D-33D4D414E8F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7" name="Freeform 306">
              <a:extLst>
                <a:ext uri="{FF2B5EF4-FFF2-40B4-BE49-F238E27FC236}">
                  <a16:creationId xmlns:a16="http://schemas.microsoft.com/office/drawing/2014/main" id="{6AACD184-A341-A64D-AF0A-E8273A8D120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08" name="Group 307">
              <a:extLst>
                <a:ext uri="{FF2B5EF4-FFF2-40B4-BE49-F238E27FC236}">
                  <a16:creationId xmlns:a16="http://schemas.microsoft.com/office/drawing/2014/main" id="{397EA54E-AF9C-5E43-ABD4-420C1068CBF3}"/>
                </a:ext>
              </a:extLst>
            </p:cNvPr>
            <p:cNvGrpSpPr/>
            <p:nvPr/>
          </p:nvGrpSpPr>
          <p:grpSpPr>
            <a:xfrm>
              <a:off x="3941378" y="2603243"/>
              <a:ext cx="3202061" cy="1066110"/>
              <a:chOff x="7939341" y="3037317"/>
              <a:chExt cx="897649" cy="353919"/>
            </a:xfrm>
          </p:grpSpPr>
          <p:sp>
            <p:nvSpPr>
              <p:cNvPr id="309" name="Freeform 308">
                <a:extLst>
                  <a:ext uri="{FF2B5EF4-FFF2-40B4-BE49-F238E27FC236}">
                    <a16:creationId xmlns:a16="http://schemas.microsoft.com/office/drawing/2014/main" id="{AAA61B04-18ED-CB4C-AA56-9EE1A97FE5C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F58AB38C-C52F-C046-8B42-AB402232C8F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40B533FA-5B0B-F640-8203-4E6686DF616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113B733F-5182-5C46-833B-B970C649E76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978813" y="264748"/>
            <a:ext cx="4683534" cy="1680850"/>
          </a:xfrm>
        </p:spPr>
        <p:txBody>
          <a:bodyPr>
            <a:normAutofit/>
          </a:bodyPr>
          <a:lstStyle/>
          <a:p>
            <a:r>
              <a:rPr lang="en-US" altLang="en-US" sz="4400" dirty="0">
                <a:ea typeface="ＭＳ Ｐゴシック" panose="020B0600070205080204" pitchFamily="34" charset="-128"/>
              </a:rPr>
              <a:t>Encapsulation: an end-end view</a:t>
            </a:r>
            <a:endParaRPr lang="en-US" sz="4400" dirty="0"/>
          </a:p>
        </p:txBody>
      </p:sp>
      <p:sp>
        <p:nvSpPr>
          <p:cNvPr id="175" name="Freeform 2">
            <a:extLst>
              <a:ext uri="{FF2B5EF4-FFF2-40B4-BE49-F238E27FC236}">
                <a16:creationId xmlns:a16="http://schemas.microsoft.com/office/drawing/2014/main" id="{230063FB-CBF2-814F-9B6D-159C714DB102}"/>
              </a:ext>
            </a:extLst>
          </p:cNvPr>
          <p:cNvSpPr>
            <a:spLocks/>
          </p:cNvSpPr>
          <p:nvPr/>
        </p:nvSpPr>
        <p:spPr bwMode="auto">
          <a:xfrm>
            <a:off x="5037145" y="1701796"/>
            <a:ext cx="4048125" cy="3833813"/>
          </a:xfrm>
          <a:custGeom>
            <a:avLst/>
            <a:gdLst>
              <a:gd name="T0" fmla="*/ 2147483646 w 2550"/>
              <a:gd name="T1" fmla="*/ 0 h 2415"/>
              <a:gd name="T2" fmla="*/ 2147483646 w 2550"/>
              <a:gd name="T3" fmla="*/ 0 h 2415"/>
              <a:gd name="T4" fmla="*/ 2147483646 w 2550"/>
              <a:gd name="T5" fmla="*/ 2147483646 h 2415"/>
              <a:gd name="T6" fmla="*/ 0 w 2550"/>
              <a:gd name="T7" fmla="*/ 2147483646 h 2415"/>
              <a:gd name="T8" fmla="*/ 0 60000 65536"/>
              <a:gd name="T9" fmla="*/ 0 60000 65536"/>
              <a:gd name="T10" fmla="*/ 0 60000 65536"/>
              <a:gd name="T11" fmla="*/ 0 60000 65536"/>
              <a:gd name="T12" fmla="*/ 0 w 2550"/>
              <a:gd name="T13" fmla="*/ 0 h 2415"/>
              <a:gd name="T14" fmla="*/ 2550 w 2550"/>
              <a:gd name="T15" fmla="*/ 2415 h 2415"/>
            </a:gdLst>
            <a:ahLst/>
            <a:cxnLst>
              <a:cxn ang="T8">
                <a:pos x="T0" y="T1"/>
              </a:cxn>
              <a:cxn ang="T9">
                <a:pos x="T2" y="T3"/>
              </a:cxn>
              <a:cxn ang="T10">
                <a:pos x="T4" y="T5"/>
              </a:cxn>
              <a:cxn ang="T11">
                <a:pos x="T6" y="T7"/>
              </a:cxn>
            </a:cxnLst>
            <a:rect l="T12" t="T13" r="T14" b="T15"/>
            <a:pathLst>
              <a:path w="2550" h="2415">
                <a:moveTo>
                  <a:pt x="592" y="0"/>
                </a:moveTo>
                <a:lnTo>
                  <a:pt x="2544" y="0"/>
                </a:lnTo>
                <a:lnTo>
                  <a:pt x="2550" y="2415"/>
                </a:lnTo>
                <a:lnTo>
                  <a:pt x="0" y="2415"/>
                </a:lnTo>
              </a:path>
            </a:pathLst>
          </a:cu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8">
            <a:extLst>
              <a:ext uri="{FF2B5EF4-FFF2-40B4-BE49-F238E27FC236}">
                <a16:creationId xmlns:a16="http://schemas.microsoft.com/office/drawing/2014/main" id="{D0A7F162-BF56-0D42-AC1A-1EA608D159F4}"/>
              </a:ext>
            </a:extLst>
          </p:cNvPr>
          <p:cNvSpPr txBox="1">
            <a:spLocks noChangeArrowheads="1"/>
          </p:cNvSpPr>
          <p:nvPr/>
        </p:nvSpPr>
        <p:spPr bwMode="auto">
          <a:xfrm>
            <a:off x="3935420" y="477833"/>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77" name="Freeform 10">
            <a:extLst>
              <a:ext uri="{FF2B5EF4-FFF2-40B4-BE49-F238E27FC236}">
                <a16:creationId xmlns:a16="http://schemas.microsoft.com/office/drawing/2014/main" id="{375C2B54-0F8A-624C-B0EA-326ECF0BEBFA}"/>
              </a:ext>
            </a:extLst>
          </p:cNvPr>
          <p:cNvSpPr>
            <a:spLocks/>
          </p:cNvSpPr>
          <p:nvPr/>
        </p:nvSpPr>
        <p:spPr bwMode="auto">
          <a:xfrm>
            <a:off x="5087944" y="959945"/>
            <a:ext cx="360362" cy="1596219"/>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Line 25">
            <a:extLst>
              <a:ext uri="{FF2B5EF4-FFF2-40B4-BE49-F238E27FC236}">
                <a16:creationId xmlns:a16="http://schemas.microsoft.com/office/drawing/2014/main" id="{06DACFB6-A512-6346-ADF0-044A1E0D8B7E}"/>
              </a:ext>
            </a:extLst>
          </p:cNvPr>
          <p:cNvSpPr>
            <a:spLocks noChangeShapeType="1"/>
          </p:cNvSpPr>
          <p:nvPr/>
        </p:nvSpPr>
        <p:spPr bwMode="auto">
          <a:xfrm>
            <a:off x="3816356" y="130333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7">
            <a:extLst>
              <a:ext uri="{FF2B5EF4-FFF2-40B4-BE49-F238E27FC236}">
                <a16:creationId xmlns:a16="http://schemas.microsoft.com/office/drawing/2014/main" id="{7F5AA9D2-E3F5-C947-8DEE-283B00AD0518}"/>
              </a:ext>
            </a:extLst>
          </p:cNvPr>
          <p:cNvSpPr>
            <a:spLocks noChangeShapeType="1"/>
          </p:cNvSpPr>
          <p:nvPr/>
        </p:nvSpPr>
        <p:spPr bwMode="auto">
          <a:xfrm>
            <a:off x="3824294" y="162400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Line 28">
            <a:extLst>
              <a:ext uri="{FF2B5EF4-FFF2-40B4-BE49-F238E27FC236}">
                <a16:creationId xmlns:a16="http://schemas.microsoft.com/office/drawing/2014/main" id="{D2FB6FCA-C219-0347-A799-A07286AA5FDE}"/>
              </a:ext>
            </a:extLst>
          </p:cNvPr>
          <p:cNvSpPr>
            <a:spLocks noChangeShapeType="1"/>
          </p:cNvSpPr>
          <p:nvPr/>
        </p:nvSpPr>
        <p:spPr bwMode="auto">
          <a:xfrm>
            <a:off x="3829056" y="190499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Line 29">
            <a:extLst>
              <a:ext uri="{FF2B5EF4-FFF2-40B4-BE49-F238E27FC236}">
                <a16:creationId xmlns:a16="http://schemas.microsoft.com/office/drawing/2014/main" id="{5DD86E94-6322-434A-87B3-1B856F1C7FC6}"/>
              </a:ext>
            </a:extLst>
          </p:cNvPr>
          <p:cNvSpPr>
            <a:spLocks noChangeShapeType="1"/>
          </p:cNvSpPr>
          <p:nvPr/>
        </p:nvSpPr>
        <p:spPr bwMode="auto">
          <a:xfrm>
            <a:off x="3829056" y="21812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5" name="Group 39">
            <a:extLst>
              <a:ext uri="{FF2B5EF4-FFF2-40B4-BE49-F238E27FC236}">
                <a16:creationId xmlns:a16="http://schemas.microsoft.com/office/drawing/2014/main" id="{8AA541B8-399A-EF48-9EFE-5AF447CE2F83}"/>
              </a:ext>
            </a:extLst>
          </p:cNvPr>
          <p:cNvGrpSpPr>
            <a:grpSpLocks/>
          </p:cNvGrpSpPr>
          <p:nvPr/>
        </p:nvGrpSpPr>
        <p:grpSpPr bwMode="auto">
          <a:xfrm>
            <a:off x="2438406" y="1622421"/>
            <a:ext cx="1208088" cy="303213"/>
            <a:chOff x="501" y="1990"/>
            <a:chExt cx="761" cy="191"/>
          </a:xfrm>
        </p:grpSpPr>
        <p:sp>
          <p:nvSpPr>
            <p:cNvPr id="186" name="Rectangle 40">
              <a:extLst>
                <a:ext uri="{FF2B5EF4-FFF2-40B4-BE49-F238E27FC236}">
                  <a16:creationId xmlns:a16="http://schemas.microsoft.com/office/drawing/2014/main" id="{0387B9A7-F992-9246-A12A-3BB5DCDBD751}"/>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Rectangle 41">
              <a:extLst>
                <a:ext uri="{FF2B5EF4-FFF2-40B4-BE49-F238E27FC236}">
                  <a16:creationId xmlns:a16="http://schemas.microsoft.com/office/drawing/2014/main" id="{313D90F6-44E7-5B43-9F40-EAB5A4BC3719}"/>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88" name="Rectangle 42">
              <a:extLst>
                <a:ext uri="{FF2B5EF4-FFF2-40B4-BE49-F238E27FC236}">
                  <a16:creationId xmlns:a16="http://schemas.microsoft.com/office/drawing/2014/main" id="{09FD516E-DDA8-584C-AC12-7F5211BB3875}"/>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189" name="Rectangle 43">
              <a:extLst>
                <a:ext uri="{FF2B5EF4-FFF2-40B4-BE49-F238E27FC236}">
                  <a16:creationId xmlns:a16="http://schemas.microsoft.com/office/drawing/2014/main" id="{6FFC472B-97D7-D347-9A3C-464686CD17B4}"/>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190" name="Line 44">
              <a:extLst>
                <a:ext uri="{FF2B5EF4-FFF2-40B4-BE49-F238E27FC236}">
                  <a16:creationId xmlns:a16="http://schemas.microsoft.com/office/drawing/2014/main" id="{72E3E927-7804-2B4F-BEB5-8E712FD0D8B6}"/>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Line 45">
              <a:extLst>
                <a:ext uri="{FF2B5EF4-FFF2-40B4-BE49-F238E27FC236}">
                  <a16:creationId xmlns:a16="http://schemas.microsoft.com/office/drawing/2014/main" id="{FB19C408-B20F-B545-913F-0B0F21C3B97E}"/>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2" name="Text Box 5">
            <a:extLst>
              <a:ext uri="{FF2B5EF4-FFF2-40B4-BE49-F238E27FC236}">
                <a16:creationId xmlns:a16="http://schemas.microsoft.com/office/drawing/2014/main" id="{0D15D10E-958A-864A-A283-C2AB2D4E8F72}"/>
              </a:ext>
            </a:extLst>
          </p:cNvPr>
          <p:cNvSpPr txBox="1">
            <a:spLocks noChangeArrowheads="1"/>
          </p:cNvSpPr>
          <p:nvPr/>
        </p:nvSpPr>
        <p:spPr bwMode="auto">
          <a:xfrm>
            <a:off x="1614494" y="1250945"/>
            <a:ext cx="9636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segment</a:t>
            </a:r>
          </a:p>
        </p:txBody>
      </p:sp>
      <p:grpSp>
        <p:nvGrpSpPr>
          <p:cNvPr id="193" name="Group 178">
            <a:extLst>
              <a:ext uri="{FF2B5EF4-FFF2-40B4-BE49-F238E27FC236}">
                <a16:creationId xmlns:a16="http://schemas.microsoft.com/office/drawing/2014/main" id="{C602A8C6-FCB3-7248-AB25-E5D9AF0992ED}"/>
              </a:ext>
            </a:extLst>
          </p:cNvPr>
          <p:cNvGrpSpPr>
            <a:grpSpLocks/>
          </p:cNvGrpSpPr>
          <p:nvPr/>
        </p:nvGrpSpPr>
        <p:grpSpPr bwMode="auto">
          <a:xfrm>
            <a:off x="2755907" y="1290633"/>
            <a:ext cx="301625" cy="292100"/>
            <a:chOff x="1962" y="2058"/>
            <a:chExt cx="190" cy="184"/>
          </a:xfrm>
        </p:grpSpPr>
        <p:sp>
          <p:nvSpPr>
            <p:cNvPr id="194" name="Rectangle 47">
              <a:extLst>
                <a:ext uri="{FF2B5EF4-FFF2-40B4-BE49-F238E27FC236}">
                  <a16:creationId xmlns:a16="http://schemas.microsoft.com/office/drawing/2014/main" id="{74D4FADB-78FF-754C-9258-3499AEC56C8B}"/>
                </a:ext>
              </a:extLst>
            </p:cNvPr>
            <p:cNvSpPr>
              <a:spLocks noChangeArrowheads="1"/>
            </p:cNvSpPr>
            <p:nvPr/>
          </p:nvSpPr>
          <p:spPr bwMode="auto">
            <a:xfrm>
              <a:off x="1962"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Rectangle 48">
              <a:extLst>
                <a:ext uri="{FF2B5EF4-FFF2-40B4-BE49-F238E27FC236}">
                  <a16:creationId xmlns:a16="http://schemas.microsoft.com/office/drawing/2014/main" id="{9A86A925-4488-C149-AC92-7E56AC2DB20A}"/>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sp>
        <p:nvSpPr>
          <p:cNvPr id="196" name="Text Box 4">
            <a:extLst>
              <a:ext uri="{FF2B5EF4-FFF2-40B4-BE49-F238E27FC236}">
                <a16:creationId xmlns:a16="http://schemas.microsoft.com/office/drawing/2014/main" id="{0E8F71B9-D739-9B4D-B3C4-4209B53F4740}"/>
              </a:ext>
            </a:extLst>
          </p:cNvPr>
          <p:cNvSpPr txBox="1">
            <a:spLocks noChangeArrowheads="1"/>
          </p:cNvSpPr>
          <p:nvPr/>
        </p:nvSpPr>
        <p:spPr bwMode="auto">
          <a:xfrm>
            <a:off x="1414470" y="1590670"/>
            <a:ext cx="10429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datagram</a:t>
            </a:r>
          </a:p>
        </p:txBody>
      </p:sp>
      <p:sp>
        <p:nvSpPr>
          <p:cNvPr id="197" name="Text Box 54">
            <a:extLst>
              <a:ext uri="{FF2B5EF4-FFF2-40B4-BE49-F238E27FC236}">
                <a16:creationId xmlns:a16="http://schemas.microsoft.com/office/drawing/2014/main" id="{74C41705-B97B-5F4E-BB03-C374DF4919FA}"/>
              </a:ext>
            </a:extLst>
          </p:cNvPr>
          <p:cNvSpPr txBox="1">
            <a:spLocks noChangeArrowheads="1"/>
          </p:cNvSpPr>
          <p:nvPr/>
        </p:nvSpPr>
        <p:spPr bwMode="auto">
          <a:xfrm>
            <a:off x="2767020" y="4411659"/>
            <a:ext cx="1412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destination</a:t>
            </a:r>
          </a:p>
        </p:txBody>
      </p:sp>
      <p:grpSp>
        <p:nvGrpSpPr>
          <p:cNvPr id="206" name="Group 64">
            <a:extLst>
              <a:ext uri="{FF2B5EF4-FFF2-40B4-BE49-F238E27FC236}">
                <a16:creationId xmlns:a16="http://schemas.microsoft.com/office/drawing/2014/main" id="{C50D7752-68C1-8540-988D-5347ECFD1886}"/>
              </a:ext>
            </a:extLst>
          </p:cNvPr>
          <p:cNvGrpSpPr>
            <a:grpSpLocks/>
          </p:cNvGrpSpPr>
          <p:nvPr/>
        </p:nvGrpSpPr>
        <p:grpSpPr bwMode="auto">
          <a:xfrm>
            <a:off x="1371606" y="5781671"/>
            <a:ext cx="1479550" cy="303213"/>
            <a:chOff x="332" y="2224"/>
            <a:chExt cx="932" cy="191"/>
          </a:xfrm>
        </p:grpSpPr>
        <p:sp>
          <p:nvSpPr>
            <p:cNvPr id="207" name="Rectangle 65">
              <a:extLst>
                <a:ext uri="{FF2B5EF4-FFF2-40B4-BE49-F238E27FC236}">
                  <a16:creationId xmlns:a16="http://schemas.microsoft.com/office/drawing/2014/main" id="{1F3E093B-217C-A04B-B5D1-A6C902542EF2}"/>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8" name="Rectangle 66">
              <a:extLst>
                <a:ext uri="{FF2B5EF4-FFF2-40B4-BE49-F238E27FC236}">
                  <a16:creationId xmlns:a16="http://schemas.microsoft.com/office/drawing/2014/main" id="{12601678-594C-E14C-9193-F38CE9075141}"/>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09" name="Rectangle 67">
              <a:extLst>
                <a:ext uri="{FF2B5EF4-FFF2-40B4-BE49-F238E27FC236}">
                  <a16:creationId xmlns:a16="http://schemas.microsoft.com/office/drawing/2014/main" id="{C60FF2A5-B680-E647-99BC-03E16BB18F4E}"/>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10" name="Rectangle 68">
              <a:extLst>
                <a:ext uri="{FF2B5EF4-FFF2-40B4-BE49-F238E27FC236}">
                  <a16:creationId xmlns:a16="http://schemas.microsoft.com/office/drawing/2014/main" id="{397B1F1F-935A-C84B-968D-E29BC9F4E06A}"/>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11" name="Rectangle 69">
              <a:extLst>
                <a:ext uri="{FF2B5EF4-FFF2-40B4-BE49-F238E27FC236}">
                  <a16:creationId xmlns:a16="http://schemas.microsoft.com/office/drawing/2014/main" id="{F6478DF2-BC33-B343-8620-1D9F679E414D}"/>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12" name="Line 70">
              <a:extLst>
                <a:ext uri="{FF2B5EF4-FFF2-40B4-BE49-F238E27FC236}">
                  <a16:creationId xmlns:a16="http://schemas.microsoft.com/office/drawing/2014/main" id="{B65227E4-D34A-B045-A564-9F588CE81723}"/>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Line 71">
              <a:extLst>
                <a:ext uri="{FF2B5EF4-FFF2-40B4-BE49-F238E27FC236}">
                  <a16:creationId xmlns:a16="http://schemas.microsoft.com/office/drawing/2014/main" id="{89581348-A579-E648-AF77-CC0CCFD73AE0}"/>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Line 72">
              <a:extLst>
                <a:ext uri="{FF2B5EF4-FFF2-40B4-BE49-F238E27FC236}">
                  <a16:creationId xmlns:a16="http://schemas.microsoft.com/office/drawing/2014/main" id="{5CD35CDE-ACA7-B147-9033-013571F308B2}"/>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5" name="Group 73">
            <a:extLst>
              <a:ext uri="{FF2B5EF4-FFF2-40B4-BE49-F238E27FC236}">
                <a16:creationId xmlns:a16="http://schemas.microsoft.com/office/drawing/2014/main" id="{782EFA19-0788-864E-B946-830DAB797411}"/>
              </a:ext>
            </a:extLst>
          </p:cNvPr>
          <p:cNvGrpSpPr>
            <a:grpSpLocks/>
          </p:cNvGrpSpPr>
          <p:nvPr/>
        </p:nvGrpSpPr>
        <p:grpSpPr bwMode="auto">
          <a:xfrm>
            <a:off x="1639895" y="5483221"/>
            <a:ext cx="1208087" cy="303213"/>
            <a:chOff x="501" y="1990"/>
            <a:chExt cx="761" cy="191"/>
          </a:xfrm>
        </p:grpSpPr>
        <p:sp>
          <p:nvSpPr>
            <p:cNvPr id="216" name="Rectangle 74">
              <a:extLst>
                <a:ext uri="{FF2B5EF4-FFF2-40B4-BE49-F238E27FC236}">
                  <a16:creationId xmlns:a16="http://schemas.microsoft.com/office/drawing/2014/main" id="{D970D459-C7BE-CB4F-B370-10A7B56F6424}"/>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7" name="Rectangle 75">
              <a:extLst>
                <a:ext uri="{FF2B5EF4-FFF2-40B4-BE49-F238E27FC236}">
                  <a16:creationId xmlns:a16="http://schemas.microsoft.com/office/drawing/2014/main" id="{1904B028-B6FD-624E-A3E6-5B05A1065AFC}"/>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18" name="Rectangle 76">
              <a:extLst>
                <a:ext uri="{FF2B5EF4-FFF2-40B4-BE49-F238E27FC236}">
                  <a16:creationId xmlns:a16="http://schemas.microsoft.com/office/drawing/2014/main" id="{7E497BF0-01B9-9645-AADF-EC6ECCD69181}"/>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19" name="Rectangle 77">
              <a:extLst>
                <a:ext uri="{FF2B5EF4-FFF2-40B4-BE49-F238E27FC236}">
                  <a16:creationId xmlns:a16="http://schemas.microsoft.com/office/drawing/2014/main" id="{F655CC88-7712-A040-B05C-B926BA640DC3}"/>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20" name="Line 78">
              <a:extLst>
                <a:ext uri="{FF2B5EF4-FFF2-40B4-BE49-F238E27FC236}">
                  <a16:creationId xmlns:a16="http://schemas.microsoft.com/office/drawing/2014/main" id="{5F8C7ACF-60C6-EA40-ABF5-A21BAB3D73AC}"/>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Line 79">
              <a:extLst>
                <a:ext uri="{FF2B5EF4-FFF2-40B4-BE49-F238E27FC236}">
                  <a16:creationId xmlns:a16="http://schemas.microsoft.com/office/drawing/2014/main" id="{B9D1E0FC-D7EB-B94A-95BC-135127D00E84}"/>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2" name="Group 80">
            <a:extLst>
              <a:ext uri="{FF2B5EF4-FFF2-40B4-BE49-F238E27FC236}">
                <a16:creationId xmlns:a16="http://schemas.microsoft.com/office/drawing/2014/main" id="{ED606BB4-B8BF-EE47-81F0-E3489EBF698D}"/>
              </a:ext>
            </a:extLst>
          </p:cNvPr>
          <p:cNvGrpSpPr>
            <a:grpSpLocks/>
          </p:cNvGrpSpPr>
          <p:nvPr/>
        </p:nvGrpSpPr>
        <p:grpSpPr bwMode="auto">
          <a:xfrm>
            <a:off x="1943106" y="5175246"/>
            <a:ext cx="890588" cy="303213"/>
            <a:chOff x="645" y="1734"/>
            <a:chExt cx="561" cy="191"/>
          </a:xfrm>
        </p:grpSpPr>
        <p:sp>
          <p:nvSpPr>
            <p:cNvPr id="223" name="Rectangle 81">
              <a:extLst>
                <a:ext uri="{FF2B5EF4-FFF2-40B4-BE49-F238E27FC236}">
                  <a16:creationId xmlns:a16="http://schemas.microsoft.com/office/drawing/2014/main" id="{5E750AC6-B9B9-BA47-9749-5BA61D17AB9E}"/>
                </a:ext>
              </a:extLst>
            </p:cNvPr>
            <p:cNvSpPr>
              <a:spLocks noChangeArrowheads="1"/>
            </p:cNvSpPr>
            <p:nvPr/>
          </p:nvSpPr>
          <p:spPr bwMode="auto">
            <a:xfrm>
              <a:off x="645" y="1751"/>
              <a:ext cx="4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Rectangle 82">
              <a:extLst>
                <a:ext uri="{FF2B5EF4-FFF2-40B4-BE49-F238E27FC236}">
                  <a16:creationId xmlns:a16="http://schemas.microsoft.com/office/drawing/2014/main" id="{203BBA7B-2CF5-6949-AEF6-9B5E4804A8E4}"/>
                </a:ext>
              </a:extLst>
            </p:cNvPr>
            <p:cNvSpPr>
              <a:spLocks noChangeArrowheads="1"/>
            </p:cNvSpPr>
            <p:nvPr/>
          </p:nvSpPr>
          <p:spPr bwMode="auto">
            <a:xfrm>
              <a:off x="648" y="173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5" name="Rectangle 83">
              <a:extLst>
                <a:ext uri="{FF2B5EF4-FFF2-40B4-BE49-F238E27FC236}">
                  <a16:creationId xmlns:a16="http://schemas.microsoft.com/office/drawing/2014/main" id="{D9094A29-8FA3-604F-BCB2-C28018927AE8}"/>
                </a:ext>
              </a:extLst>
            </p:cNvPr>
            <p:cNvSpPr>
              <a:spLocks noChangeArrowheads="1"/>
            </p:cNvSpPr>
            <p:nvPr/>
          </p:nvSpPr>
          <p:spPr bwMode="auto">
            <a:xfrm>
              <a:off x="778" y="173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26" name="Line 84">
              <a:extLst>
                <a:ext uri="{FF2B5EF4-FFF2-40B4-BE49-F238E27FC236}">
                  <a16:creationId xmlns:a16="http://schemas.microsoft.com/office/drawing/2014/main" id="{B797ADA3-EF18-7C49-99C2-2F8F051D96BB}"/>
                </a:ext>
              </a:extLst>
            </p:cNvPr>
            <p:cNvSpPr>
              <a:spLocks noChangeShapeType="1"/>
            </p:cNvSpPr>
            <p:nvPr/>
          </p:nvSpPr>
          <p:spPr bwMode="auto">
            <a:xfrm>
              <a:off x="824" y="175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7" name="Group 85">
            <a:extLst>
              <a:ext uri="{FF2B5EF4-FFF2-40B4-BE49-F238E27FC236}">
                <a16:creationId xmlns:a16="http://schemas.microsoft.com/office/drawing/2014/main" id="{11AB6D85-B7C0-8142-8671-E8110C22285E}"/>
              </a:ext>
            </a:extLst>
          </p:cNvPr>
          <p:cNvGrpSpPr>
            <a:grpSpLocks/>
          </p:cNvGrpSpPr>
          <p:nvPr/>
        </p:nvGrpSpPr>
        <p:grpSpPr bwMode="auto">
          <a:xfrm>
            <a:off x="2149481" y="4864096"/>
            <a:ext cx="679450" cy="301625"/>
            <a:chOff x="780" y="1553"/>
            <a:chExt cx="428" cy="190"/>
          </a:xfrm>
        </p:grpSpPr>
        <p:sp>
          <p:nvSpPr>
            <p:cNvPr id="228" name="Rectangle 86">
              <a:extLst>
                <a:ext uri="{FF2B5EF4-FFF2-40B4-BE49-F238E27FC236}">
                  <a16:creationId xmlns:a16="http://schemas.microsoft.com/office/drawing/2014/main" id="{5CCFD8AF-21AA-2143-8C8C-4C988C5ED872}"/>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Rectangle 87">
              <a:extLst>
                <a:ext uri="{FF2B5EF4-FFF2-40B4-BE49-F238E27FC236}">
                  <a16:creationId xmlns:a16="http://schemas.microsoft.com/office/drawing/2014/main" id="{0247FE4B-63DA-1F45-A8DA-A5A5C63B6AC3}"/>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33" name="Line 91">
            <a:extLst>
              <a:ext uri="{FF2B5EF4-FFF2-40B4-BE49-F238E27FC236}">
                <a16:creationId xmlns:a16="http://schemas.microsoft.com/office/drawing/2014/main" id="{19384907-F1F7-7342-B03B-0F3880C9074B}"/>
              </a:ext>
            </a:extLst>
          </p:cNvPr>
          <p:cNvSpPr>
            <a:spLocks noChangeShapeType="1"/>
          </p:cNvSpPr>
          <p:nvPr/>
        </p:nvSpPr>
        <p:spPr bwMode="auto">
          <a:xfrm>
            <a:off x="6916745" y="480694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Line 93">
            <a:extLst>
              <a:ext uri="{FF2B5EF4-FFF2-40B4-BE49-F238E27FC236}">
                <a16:creationId xmlns:a16="http://schemas.microsoft.com/office/drawing/2014/main" id="{883D6FEA-BFB1-A54A-986E-6B39511738A6}"/>
              </a:ext>
            </a:extLst>
          </p:cNvPr>
          <p:cNvSpPr>
            <a:spLocks noChangeShapeType="1"/>
          </p:cNvSpPr>
          <p:nvPr/>
        </p:nvSpPr>
        <p:spPr bwMode="auto">
          <a:xfrm>
            <a:off x="6924682" y="51276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96">
            <a:extLst>
              <a:ext uri="{FF2B5EF4-FFF2-40B4-BE49-F238E27FC236}">
                <a16:creationId xmlns:a16="http://schemas.microsoft.com/office/drawing/2014/main" id="{259A49E6-709B-2347-990D-69F0B212F487}"/>
              </a:ext>
            </a:extLst>
          </p:cNvPr>
          <p:cNvSpPr>
            <a:spLocks noChangeArrowheads="1"/>
          </p:cNvSpPr>
          <p:nvPr/>
        </p:nvSpPr>
        <p:spPr bwMode="auto">
          <a:xfrm>
            <a:off x="7083433" y="2597147"/>
            <a:ext cx="1273175" cy="655638"/>
          </a:xfrm>
          <a:prstGeom prst="rect">
            <a:avLst/>
          </a:prstGeom>
          <a:solidFill>
            <a:schemeClr val="bg1"/>
          </a:solidFill>
          <a:ln w="28575">
            <a:solidFill>
              <a:schemeClr val="tx1"/>
            </a:solidFill>
            <a:miter lim="800000"/>
            <a:headEnd/>
            <a:tailEnd/>
          </a:ln>
          <a:effectLst>
            <a:outerShdw blurRad="50800" dist="38100" dir="18900000" sx="102000" sy="102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Line 97">
            <a:extLst>
              <a:ext uri="{FF2B5EF4-FFF2-40B4-BE49-F238E27FC236}">
                <a16:creationId xmlns:a16="http://schemas.microsoft.com/office/drawing/2014/main" id="{D82D4EF1-E7DC-B146-B148-5E79F02BCC8B}"/>
              </a:ext>
            </a:extLst>
          </p:cNvPr>
          <p:cNvSpPr>
            <a:spLocks noChangeShapeType="1"/>
          </p:cNvSpPr>
          <p:nvPr/>
        </p:nvSpPr>
        <p:spPr bwMode="auto">
          <a:xfrm>
            <a:off x="7083433" y="2914647"/>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4">
            <a:extLst>
              <a:ext uri="{FF2B5EF4-FFF2-40B4-BE49-F238E27FC236}">
                <a16:creationId xmlns:a16="http://schemas.microsoft.com/office/drawing/2014/main" id="{BEDEB3A2-EFA9-6F44-A8E6-C8BD127C9FBD}"/>
              </a:ext>
            </a:extLst>
          </p:cNvPr>
          <p:cNvSpPr>
            <a:spLocks/>
          </p:cNvSpPr>
          <p:nvPr/>
        </p:nvSpPr>
        <p:spPr bwMode="auto">
          <a:xfrm>
            <a:off x="3048006" y="787395"/>
            <a:ext cx="5264150" cy="5494338"/>
          </a:xfrm>
          <a:custGeom>
            <a:avLst/>
            <a:gdLst>
              <a:gd name="T0" fmla="*/ 2147483646 w 3316"/>
              <a:gd name="T1" fmla="*/ 0 h 3461"/>
              <a:gd name="T2" fmla="*/ 2147483646 w 3316"/>
              <a:gd name="T3" fmla="*/ 2147483646 h 3461"/>
              <a:gd name="T4" fmla="*/ 2147483646 w 3316"/>
              <a:gd name="T5" fmla="*/ 2147483646 h 3461"/>
              <a:gd name="T6" fmla="*/ 2147483646 w 3316"/>
              <a:gd name="T7" fmla="*/ 2147483646 h 3461"/>
              <a:gd name="T8" fmla="*/ 2147483646 w 3316"/>
              <a:gd name="T9" fmla="*/ 2147483646 h 3461"/>
              <a:gd name="T10" fmla="*/ 2147483646 w 3316"/>
              <a:gd name="T11" fmla="*/ 2147483646 h 3461"/>
              <a:gd name="T12" fmla="*/ 2147483646 w 3316"/>
              <a:gd name="T13" fmla="*/ 2147483646 h 3461"/>
              <a:gd name="T14" fmla="*/ 2147483646 w 3316"/>
              <a:gd name="T15" fmla="*/ 2147483646 h 3461"/>
              <a:gd name="T16" fmla="*/ 2147483646 w 3316"/>
              <a:gd name="T17" fmla="*/ 2147483646 h 3461"/>
              <a:gd name="T18" fmla="*/ 2147483646 w 3316"/>
              <a:gd name="T19" fmla="*/ 2147483646 h 3461"/>
              <a:gd name="T20" fmla="*/ 2147483646 w 3316"/>
              <a:gd name="T21" fmla="*/ 2147483646 h 3461"/>
              <a:gd name="T22" fmla="*/ 0 w 3316"/>
              <a:gd name="T23" fmla="*/ 2147483646 h 3461"/>
              <a:gd name="T24" fmla="*/ 0 w 3316"/>
              <a:gd name="T25" fmla="*/ 2147483646 h 34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16"/>
              <a:gd name="T40" fmla="*/ 0 h 3461"/>
              <a:gd name="T41" fmla="*/ 3316 w 3316"/>
              <a:gd name="T42" fmla="*/ 3461 h 34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16" h="3461">
                <a:moveTo>
                  <a:pt x="872" y="0"/>
                </a:moveTo>
                <a:lnTo>
                  <a:pt x="878" y="1481"/>
                </a:lnTo>
                <a:lnTo>
                  <a:pt x="2612" y="1481"/>
                </a:lnTo>
                <a:lnTo>
                  <a:pt x="2612" y="1179"/>
                </a:lnTo>
                <a:lnTo>
                  <a:pt x="3294" y="1179"/>
                </a:lnTo>
                <a:lnTo>
                  <a:pt x="3316" y="3131"/>
                </a:lnTo>
                <a:lnTo>
                  <a:pt x="3148" y="2986"/>
                </a:lnTo>
                <a:lnTo>
                  <a:pt x="3143" y="2387"/>
                </a:lnTo>
                <a:lnTo>
                  <a:pt x="2505" y="2387"/>
                </a:lnTo>
                <a:lnTo>
                  <a:pt x="2505" y="3070"/>
                </a:lnTo>
                <a:lnTo>
                  <a:pt x="1057" y="3461"/>
                </a:lnTo>
                <a:lnTo>
                  <a:pt x="0" y="3461"/>
                </a:lnTo>
                <a:lnTo>
                  <a:pt x="0" y="2505"/>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2" name="Group 115">
            <a:extLst>
              <a:ext uri="{FF2B5EF4-FFF2-40B4-BE49-F238E27FC236}">
                <a16:creationId xmlns:a16="http://schemas.microsoft.com/office/drawing/2014/main" id="{85B6340C-1412-DD49-A487-35E5DC0144AC}"/>
              </a:ext>
            </a:extLst>
          </p:cNvPr>
          <p:cNvGrpSpPr>
            <a:grpSpLocks/>
          </p:cNvGrpSpPr>
          <p:nvPr/>
        </p:nvGrpSpPr>
        <p:grpSpPr bwMode="auto">
          <a:xfrm>
            <a:off x="5457831" y="4800596"/>
            <a:ext cx="1479550" cy="303213"/>
            <a:chOff x="332" y="2224"/>
            <a:chExt cx="932" cy="191"/>
          </a:xfrm>
        </p:grpSpPr>
        <p:sp>
          <p:nvSpPr>
            <p:cNvPr id="243" name="Rectangle 116">
              <a:extLst>
                <a:ext uri="{FF2B5EF4-FFF2-40B4-BE49-F238E27FC236}">
                  <a16:creationId xmlns:a16="http://schemas.microsoft.com/office/drawing/2014/main" id="{504C038E-092B-1D4B-AD07-733B523A2C29}"/>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Rectangle 117">
              <a:extLst>
                <a:ext uri="{FF2B5EF4-FFF2-40B4-BE49-F238E27FC236}">
                  <a16:creationId xmlns:a16="http://schemas.microsoft.com/office/drawing/2014/main" id="{99CDC4A5-2671-2F4C-AF10-D4F0B21A07E4}"/>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45" name="Rectangle 118">
              <a:extLst>
                <a:ext uri="{FF2B5EF4-FFF2-40B4-BE49-F238E27FC236}">
                  <a16:creationId xmlns:a16="http://schemas.microsoft.com/office/drawing/2014/main" id="{41C01446-A97C-0942-9110-AECA50BADDDB}"/>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46" name="Rectangle 119">
              <a:extLst>
                <a:ext uri="{FF2B5EF4-FFF2-40B4-BE49-F238E27FC236}">
                  <a16:creationId xmlns:a16="http://schemas.microsoft.com/office/drawing/2014/main" id="{AA06A8EE-28E9-AF46-9EEA-FBEDDAF18726}"/>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47" name="Rectangle 120">
              <a:extLst>
                <a:ext uri="{FF2B5EF4-FFF2-40B4-BE49-F238E27FC236}">
                  <a16:creationId xmlns:a16="http://schemas.microsoft.com/office/drawing/2014/main" id="{EF7ADA06-A6C3-EC42-9026-08C964BC6509}"/>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48" name="Line 121">
              <a:extLst>
                <a:ext uri="{FF2B5EF4-FFF2-40B4-BE49-F238E27FC236}">
                  <a16:creationId xmlns:a16="http://schemas.microsoft.com/office/drawing/2014/main" id="{F47A00CE-0D92-CA4D-9460-92CBEF8DE836}"/>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122">
              <a:extLst>
                <a:ext uri="{FF2B5EF4-FFF2-40B4-BE49-F238E27FC236}">
                  <a16:creationId xmlns:a16="http://schemas.microsoft.com/office/drawing/2014/main" id="{457AAAB2-E313-B54A-B86A-CBEACA43A89D}"/>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123">
              <a:extLst>
                <a:ext uri="{FF2B5EF4-FFF2-40B4-BE49-F238E27FC236}">
                  <a16:creationId xmlns:a16="http://schemas.microsoft.com/office/drawing/2014/main" id="{777075DA-53C1-4349-BD44-36049E94C4E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1" name="Group 124">
            <a:extLst>
              <a:ext uri="{FF2B5EF4-FFF2-40B4-BE49-F238E27FC236}">
                <a16:creationId xmlns:a16="http://schemas.microsoft.com/office/drawing/2014/main" id="{F09DD616-F735-7046-9C1C-D2103F4D1E5C}"/>
              </a:ext>
            </a:extLst>
          </p:cNvPr>
          <p:cNvGrpSpPr>
            <a:grpSpLocks/>
          </p:cNvGrpSpPr>
          <p:nvPr/>
        </p:nvGrpSpPr>
        <p:grpSpPr bwMode="auto">
          <a:xfrm>
            <a:off x="5716595" y="4494208"/>
            <a:ext cx="1208087" cy="303212"/>
            <a:chOff x="501" y="1990"/>
            <a:chExt cx="761" cy="191"/>
          </a:xfrm>
        </p:grpSpPr>
        <p:sp>
          <p:nvSpPr>
            <p:cNvPr id="252" name="Rectangle 125">
              <a:extLst>
                <a:ext uri="{FF2B5EF4-FFF2-40B4-BE49-F238E27FC236}">
                  <a16:creationId xmlns:a16="http://schemas.microsoft.com/office/drawing/2014/main" id="{DB941F93-1335-5645-94DE-59F001928AC8}"/>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Rectangle 126">
              <a:extLst>
                <a:ext uri="{FF2B5EF4-FFF2-40B4-BE49-F238E27FC236}">
                  <a16:creationId xmlns:a16="http://schemas.microsoft.com/office/drawing/2014/main" id="{9EA1B2EB-B358-3D4C-841E-567FECFADB18}"/>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54" name="Rectangle 127">
              <a:extLst>
                <a:ext uri="{FF2B5EF4-FFF2-40B4-BE49-F238E27FC236}">
                  <a16:creationId xmlns:a16="http://schemas.microsoft.com/office/drawing/2014/main" id="{13F00E9F-B735-5849-861F-39C839FD83F4}"/>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55" name="Rectangle 128">
              <a:extLst>
                <a:ext uri="{FF2B5EF4-FFF2-40B4-BE49-F238E27FC236}">
                  <a16:creationId xmlns:a16="http://schemas.microsoft.com/office/drawing/2014/main" id="{0CE33A55-3FFF-D247-A00E-5085ABE3BDA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56" name="Line 129">
              <a:extLst>
                <a:ext uri="{FF2B5EF4-FFF2-40B4-BE49-F238E27FC236}">
                  <a16:creationId xmlns:a16="http://schemas.microsoft.com/office/drawing/2014/main" id="{5257F2F7-73B9-0943-A775-4320CC67F911}"/>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130">
              <a:extLst>
                <a:ext uri="{FF2B5EF4-FFF2-40B4-BE49-F238E27FC236}">
                  <a16:creationId xmlns:a16="http://schemas.microsoft.com/office/drawing/2014/main" id="{F79FB15F-B9B5-1C48-A8C6-B6B142E79B47}"/>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8" name="Group 140">
            <a:extLst>
              <a:ext uri="{FF2B5EF4-FFF2-40B4-BE49-F238E27FC236}">
                <a16:creationId xmlns:a16="http://schemas.microsoft.com/office/drawing/2014/main" id="{DC4925E6-41A9-8643-8E76-63BD0FB2392D}"/>
              </a:ext>
            </a:extLst>
          </p:cNvPr>
          <p:cNvGrpSpPr>
            <a:grpSpLocks/>
          </p:cNvGrpSpPr>
          <p:nvPr/>
        </p:nvGrpSpPr>
        <p:grpSpPr bwMode="auto">
          <a:xfrm>
            <a:off x="8488370" y="4860921"/>
            <a:ext cx="1208087" cy="303213"/>
            <a:chOff x="501" y="1990"/>
            <a:chExt cx="761" cy="191"/>
          </a:xfrm>
        </p:grpSpPr>
        <p:sp>
          <p:nvSpPr>
            <p:cNvPr id="259" name="Rectangle 141">
              <a:extLst>
                <a:ext uri="{FF2B5EF4-FFF2-40B4-BE49-F238E27FC236}">
                  <a16:creationId xmlns:a16="http://schemas.microsoft.com/office/drawing/2014/main" id="{24DA0C2F-17DB-7643-B65D-18F2B436D4C0}"/>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60" name="Rectangle 142">
              <a:extLst>
                <a:ext uri="{FF2B5EF4-FFF2-40B4-BE49-F238E27FC236}">
                  <a16:creationId xmlns:a16="http://schemas.microsoft.com/office/drawing/2014/main" id="{296D85F8-DA00-E347-906C-91E4F93935A1}"/>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61" name="Rectangle 143">
              <a:extLst>
                <a:ext uri="{FF2B5EF4-FFF2-40B4-BE49-F238E27FC236}">
                  <a16:creationId xmlns:a16="http://schemas.microsoft.com/office/drawing/2014/main" id="{7E7E3D6E-A342-6648-9506-7A080F8B77FF}"/>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62" name="Rectangle 144">
              <a:extLst>
                <a:ext uri="{FF2B5EF4-FFF2-40B4-BE49-F238E27FC236}">
                  <a16:creationId xmlns:a16="http://schemas.microsoft.com/office/drawing/2014/main" id="{E27AB14D-C29B-DF45-8BD1-D050C50BEA2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63" name="Line 145">
              <a:extLst>
                <a:ext uri="{FF2B5EF4-FFF2-40B4-BE49-F238E27FC236}">
                  <a16:creationId xmlns:a16="http://schemas.microsoft.com/office/drawing/2014/main" id="{331963CB-8B11-1C4E-8253-0FDB3A375A54}"/>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Line 146">
              <a:extLst>
                <a:ext uri="{FF2B5EF4-FFF2-40B4-BE49-F238E27FC236}">
                  <a16:creationId xmlns:a16="http://schemas.microsoft.com/office/drawing/2014/main" id="{432304F0-73BB-2748-8E18-7151D5E33699}"/>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5" name="Group 156">
            <a:extLst>
              <a:ext uri="{FF2B5EF4-FFF2-40B4-BE49-F238E27FC236}">
                <a16:creationId xmlns:a16="http://schemas.microsoft.com/office/drawing/2014/main" id="{2999D032-84BD-264A-ADD9-A5141E317962}"/>
              </a:ext>
            </a:extLst>
          </p:cNvPr>
          <p:cNvGrpSpPr>
            <a:grpSpLocks/>
          </p:cNvGrpSpPr>
          <p:nvPr/>
        </p:nvGrpSpPr>
        <p:grpSpPr bwMode="auto">
          <a:xfrm>
            <a:off x="2157419" y="1919283"/>
            <a:ext cx="1479550" cy="303212"/>
            <a:chOff x="332" y="2224"/>
            <a:chExt cx="932" cy="191"/>
          </a:xfrm>
        </p:grpSpPr>
        <p:sp>
          <p:nvSpPr>
            <p:cNvPr id="266" name="Rectangle 157">
              <a:extLst>
                <a:ext uri="{FF2B5EF4-FFF2-40B4-BE49-F238E27FC236}">
                  <a16:creationId xmlns:a16="http://schemas.microsoft.com/office/drawing/2014/main" id="{0E7166F5-9BCE-6142-A6E7-CDF949808543}"/>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67" name="Rectangle 158">
              <a:extLst>
                <a:ext uri="{FF2B5EF4-FFF2-40B4-BE49-F238E27FC236}">
                  <a16:creationId xmlns:a16="http://schemas.microsoft.com/office/drawing/2014/main" id="{754F1661-A032-B447-9C02-84330F1B16C3}"/>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68" name="Rectangle 159">
              <a:extLst>
                <a:ext uri="{FF2B5EF4-FFF2-40B4-BE49-F238E27FC236}">
                  <a16:creationId xmlns:a16="http://schemas.microsoft.com/office/drawing/2014/main" id="{1C7AD2C3-C553-2A4B-9171-A8E09BA847E8}"/>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69" name="Rectangle 160">
              <a:extLst>
                <a:ext uri="{FF2B5EF4-FFF2-40B4-BE49-F238E27FC236}">
                  <a16:creationId xmlns:a16="http://schemas.microsoft.com/office/drawing/2014/main" id="{CE64079E-3B67-F34D-801D-A92A1F3B07C8}"/>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70" name="Rectangle 161">
              <a:extLst>
                <a:ext uri="{FF2B5EF4-FFF2-40B4-BE49-F238E27FC236}">
                  <a16:creationId xmlns:a16="http://schemas.microsoft.com/office/drawing/2014/main" id="{1E8F4774-501D-1F43-80F6-8E0FBDD2EA01}"/>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71" name="Line 162">
              <a:extLst>
                <a:ext uri="{FF2B5EF4-FFF2-40B4-BE49-F238E27FC236}">
                  <a16:creationId xmlns:a16="http://schemas.microsoft.com/office/drawing/2014/main" id="{AC823B9C-431D-F442-BF16-B2BB2576305B}"/>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Line 163">
              <a:extLst>
                <a:ext uri="{FF2B5EF4-FFF2-40B4-BE49-F238E27FC236}">
                  <a16:creationId xmlns:a16="http://schemas.microsoft.com/office/drawing/2014/main" id="{027C6256-CE60-DF44-B53C-314BE2376CBC}"/>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Line 164">
              <a:extLst>
                <a:ext uri="{FF2B5EF4-FFF2-40B4-BE49-F238E27FC236}">
                  <a16:creationId xmlns:a16="http://schemas.microsoft.com/office/drawing/2014/main" id="{EB0B6073-A87E-8C45-871D-8531AA06559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74" name="Text Box 166">
            <a:extLst>
              <a:ext uri="{FF2B5EF4-FFF2-40B4-BE49-F238E27FC236}">
                <a16:creationId xmlns:a16="http://schemas.microsoft.com/office/drawing/2014/main" id="{B74B5829-1A8F-AE47-9517-C70C28E5B2D0}"/>
              </a:ext>
            </a:extLst>
          </p:cNvPr>
          <p:cNvSpPr txBox="1">
            <a:spLocks noChangeArrowheads="1"/>
          </p:cNvSpPr>
          <p:nvPr/>
        </p:nvSpPr>
        <p:spPr bwMode="auto">
          <a:xfrm>
            <a:off x="9140831" y="5665783"/>
            <a:ext cx="84144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router</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endParaRPr>
          </a:p>
        </p:txBody>
      </p:sp>
      <p:sp>
        <p:nvSpPr>
          <p:cNvPr id="275" name="Text Box 167">
            <a:extLst>
              <a:ext uri="{FF2B5EF4-FFF2-40B4-BE49-F238E27FC236}">
                <a16:creationId xmlns:a16="http://schemas.microsoft.com/office/drawing/2014/main" id="{28AC982F-9E27-1847-9770-EC46EAFE4DFF}"/>
              </a:ext>
            </a:extLst>
          </p:cNvPr>
          <p:cNvSpPr txBox="1">
            <a:spLocks noChangeArrowheads="1"/>
          </p:cNvSpPr>
          <p:nvPr/>
        </p:nvSpPr>
        <p:spPr bwMode="auto">
          <a:xfrm>
            <a:off x="9155119" y="3386662"/>
            <a:ext cx="869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switch</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endParaRPr>
          </a:p>
        </p:txBody>
      </p:sp>
      <p:sp>
        <p:nvSpPr>
          <p:cNvPr id="276" name="Text Box 174">
            <a:extLst>
              <a:ext uri="{FF2B5EF4-FFF2-40B4-BE49-F238E27FC236}">
                <a16:creationId xmlns:a16="http://schemas.microsoft.com/office/drawing/2014/main" id="{2A962AD2-9396-3D42-9E36-5C73F53C9104}"/>
              </a:ext>
            </a:extLst>
          </p:cNvPr>
          <p:cNvSpPr txBox="1">
            <a:spLocks noChangeArrowheads="1"/>
          </p:cNvSpPr>
          <p:nvPr/>
        </p:nvSpPr>
        <p:spPr bwMode="auto">
          <a:xfrm>
            <a:off x="1922469" y="946145"/>
            <a:ext cx="10080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message</a:t>
            </a:r>
          </a:p>
        </p:txBody>
      </p:sp>
      <p:grpSp>
        <p:nvGrpSpPr>
          <p:cNvPr id="277" name="Group 175">
            <a:extLst>
              <a:ext uri="{FF2B5EF4-FFF2-40B4-BE49-F238E27FC236}">
                <a16:creationId xmlns:a16="http://schemas.microsoft.com/office/drawing/2014/main" id="{06D27889-C61F-0242-A608-3A140922A686}"/>
              </a:ext>
            </a:extLst>
          </p:cNvPr>
          <p:cNvGrpSpPr>
            <a:grpSpLocks/>
          </p:cNvGrpSpPr>
          <p:nvPr/>
        </p:nvGrpSpPr>
        <p:grpSpPr bwMode="auto">
          <a:xfrm>
            <a:off x="2982919" y="973134"/>
            <a:ext cx="679450" cy="301625"/>
            <a:chOff x="780" y="1553"/>
            <a:chExt cx="428" cy="190"/>
          </a:xfrm>
        </p:grpSpPr>
        <p:sp>
          <p:nvSpPr>
            <p:cNvPr id="278" name="Rectangle 176">
              <a:extLst>
                <a:ext uri="{FF2B5EF4-FFF2-40B4-BE49-F238E27FC236}">
                  <a16:creationId xmlns:a16="http://schemas.microsoft.com/office/drawing/2014/main" id="{8E4EC409-9300-A24E-856E-0C57A0500EC7}"/>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9" name="Rectangle 177">
              <a:extLst>
                <a:ext uri="{FF2B5EF4-FFF2-40B4-BE49-F238E27FC236}">
                  <a16:creationId xmlns:a16="http://schemas.microsoft.com/office/drawing/2014/main" id="{C7120CFE-84DC-AE4A-96EA-467B21A3F95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nvGrpSpPr>
          <p:cNvPr id="280" name="Group 185">
            <a:extLst>
              <a:ext uri="{FF2B5EF4-FFF2-40B4-BE49-F238E27FC236}">
                <a16:creationId xmlns:a16="http://schemas.microsoft.com/office/drawing/2014/main" id="{48F838C9-2064-8846-AE99-7D64C6F0E88A}"/>
              </a:ext>
            </a:extLst>
          </p:cNvPr>
          <p:cNvGrpSpPr>
            <a:grpSpLocks/>
          </p:cNvGrpSpPr>
          <p:nvPr/>
        </p:nvGrpSpPr>
        <p:grpSpPr bwMode="auto">
          <a:xfrm>
            <a:off x="2746384" y="1290634"/>
            <a:ext cx="908050" cy="301625"/>
            <a:chOff x="1848" y="2046"/>
            <a:chExt cx="572" cy="190"/>
          </a:xfrm>
        </p:grpSpPr>
        <p:grpSp>
          <p:nvGrpSpPr>
            <p:cNvPr id="281" name="Group 179">
              <a:extLst>
                <a:ext uri="{FF2B5EF4-FFF2-40B4-BE49-F238E27FC236}">
                  <a16:creationId xmlns:a16="http://schemas.microsoft.com/office/drawing/2014/main" id="{B8E6789C-1509-4C48-885B-AD08332F4B98}"/>
                </a:ext>
              </a:extLst>
            </p:cNvPr>
            <p:cNvGrpSpPr>
              <a:grpSpLocks/>
            </p:cNvGrpSpPr>
            <p:nvPr/>
          </p:nvGrpSpPr>
          <p:grpSpPr bwMode="auto">
            <a:xfrm>
              <a:off x="1848" y="2047"/>
              <a:ext cx="187" cy="184"/>
              <a:chOff x="1959" y="2058"/>
              <a:chExt cx="187" cy="184"/>
            </a:xfrm>
          </p:grpSpPr>
          <p:sp>
            <p:nvSpPr>
              <p:cNvPr id="285" name="Rectangle 180">
                <a:extLst>
                  <a:ext uri="{FF2B5EF4-FFF2-40B4-BE49-F238E27FC236}">
                    <a16:creationId xmlns:a16="http://schemas.microsoft.com/office/drawing/2014/main" id="{06BC3922-CF81-3845-BA10-96DBBA1F47B7}"/>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6" name="Rectangle 181">
                <a:extLst>
                  <a:ext uri="{FF2B5EF4-FFF2-40B4-BE49-F238E27FC236}">
                    <a16:creationId xmlns:a16="http://schemas.microsoft.com/office/drawing/2014/main" id="{C4E3DD7C-9412-E741-BD84-C65290F3969E}"/>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282" name="Group 182">
              <a:extLst>
                <a:ext uri="{FF2B5EF4-FFF2-40B4-BE49-F238E27FC236}">
                  <a16:creationId xmlns:a16="http://schemas.microsoft.com/office/drawing/2014/main" id="{19C49CDA-616B-0942-AEEF-049BB04DF303}"/>
                </a:ext>
              </a:extLst>
            </p:cNvPr>
            <p:cNvGrpSpPr>
              <a:grpSpLocks/>
            </p:cNvGrpSpPr>
            <p:nvPr/>
          </p:nvGrpSpPr>
          <p:grpSpPr bwMode="auto">
            <a:xfrm>
              <a:off x="1992" y="2046"/>
              <a:ext cx="428" cy="190"/>
              <a:chOff x="780" y="1553"/>
              <a:chExt cx="428" cy="190"/>
            </a:xfrm>
          </p:grpSpPr>
          <p:sp>
            <p:nvSpPr>
              <p:cNvPr id="283" name="Rectangle 183">
                <a:extLst>
                  <a:ext uri="{FF2B5EF4-FFF2-40B4-BE49-F238E27FC236}">
                    <a16:creationId xmlns:a16="http://schemas.microsoft.com/office/drawing/2014/main" id="{4F97E7C1-6241-2842-9ACE-7FBCF045B164}"/>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4" name="Rectangle 184">
                <a:extLst>
                  <a:ext uri="{FF2B5EF4-FFF2-40B4-BE49-F238E27FC236}">
                    <a16:creationId xmlns:a16="http://schemas.microsoft.com/office/drawing/2014/main" id="{FBAAFC8C-9356-294D-B8F3-F6E4810790B2}"/>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87" name="Group 187">
            <a:extLst>
              <a:ext uri="{FF2B5EF4-FFF2-40B4-BE49-F238E27FC236}">
                <a16:creationId xmlns:a16="http://schemas.microsoft.com/office/drawing/2014/main" id="{11860688-7535-2242-95B7-51DB4FCD1617}"/>
              </a:ext>
            </a:extLst>
          </p:cNvPr>
          <p:cNvGrpSpPr>
            <a:grpSpLocks/>
          </p:cNvGrpSpPr>
          <p:nvPr/>
        </p:nvGrpSpPr>
        <p:grpSpPr bwMode="auto">
          <a:xfrm>
            <a:off x="2438407" y="1622425"/>
            <a:ext cx="323850" cy="295274"/>
            <a:chOff x="1948" y="2058"/>
            <a:chExt cx="204" cy="184"/>
          </a:xfrm>
        </p:grpSpPr>
        <p:sp>
          <p:nvSpPr>
            <p:cNvPr id="288" name="Rectangle 188">
              <a:extLst>
                <a:ext uri="{FF2B5EF4-FFF2-40B4-BE49-F238E27FC236}">
                  <a16:creationId xmlns:a16="http://schemas.microsoft.com/office/drawing/2014/main" id="{731A6D81-5EA1-834F-A9B7-29A362ECB239}"/>
                </a:ext>
              </a:extLst>
            </p:cNvPr>
            <p:cNvSpPr>
              <a:spLocks noChangeArrowheads="1"/>
            </p:cNvSpPr>
            <p:nvPr/>
          </p:nvSpPr>
          <p:spPr bwMode="auto">
            <a:xfrm>
              <a:off x="1948" y="2075"/>
              <a:ext cx="191"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9" name="Rectangle 189">
              <a:extLst>
                <a:ext uri="{FF2B5EF4-FFF2-40B4-BE49-F238E27FC236}">
                  <a16:creationId xmlns:a16="http://schemas.microsoft.com/office/drawing/2014/main" id="{2EAE3C28-1F19-034E-A583-4C40A2941B78}"/>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grpSp>
      <p:sp>
        <p:nvSpPr>
          <p:cNvPr id="290" name="Text Box 7">
            <a:extLst>
              <a:ext uri="{FF2B5EF4-FFF2-40B4-BE49-F238E27FC236}">
                <a16:creationId xmlns:a16="http://schemas.microsoft.com/office/drawing/2014/main" id="{A538246A-59B9-0349-A984-2F7704DBA8CC}"/>
              </a:ext>
            </a:extLst>
          </p:cNvPr>
          <p:cNvSpPr txBox="1">
            <a:spLocks noChangeArrowheads="1"/>
          </p:cNvSpPr>
          <p:nvPr/>
        </p:nvSpPr>
        <p:spPr bwMode="auto">
          <a:xfrm>
            <a:off x="1376369" y="1897058"/>
            <a:ext cx="704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frame</a:t>
            </a:r>
          </a:p>
        </p:txBody>
      </p:sp>
      <p:grpSp>
        <p:nvGrpSpPr>
          <p:cNvPr id="294" name="Group 190">
            <a:extLst>
              <a:ext uri="{FF2B5EF4-FFF2-40B4-BE49-F238E27FC236}">
                <a16:creationId xmlns:a16="http://schemas.microsoft.com/office/drawing/2014/main" id="{3A531A16-240C-9241-94EF-4C9AE4951124}"/>
              </a:ext>
            </a:extLst>
          </p:cNvPr>
          <p:cNvGrpSpPr>
            <a:grpSpLocks/>
          </p:cNvGrpSpPr>
          <p:nvPr/>
        </p:nvGrpSpPr>
        <p:grpSpPr bwMode="auto">
          <a:xfrm flipH="1">
            <a:off x="5359407" y="1341434"/>
            <a:ext cx="803275" cy="771525"/>
            <a:chOff x="-44" y="1473"/>
            <a:chExt cx="981" cy="1105"/>
          </a:xfrm>
        </p:grpSpPr>
        <p:pic>
          <p:nvPicPr>
            <p:cNvPr id="295" name="Picture 191" descr="desktop_computer_stylized_medium">
              <a:extLst>
                <a:ext uri="{FF2B5EF4-FFF2-40B4-BE49-F238E27FC236}">
                  <a16:creationId xmlns:a16="http://schemas.microsoft.com/office/drawing/2014/main" id="{1407FE03-3BF1-1D45-8A83-D39E3D03C3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Freeform 192">
              <a:extLst>
                <a:ext uri="{FF2B5EF4-FFF2-40B4-BE49-F238E27FC236}">
                  <a16:creationId xmlns:a16="http://schemas.microsoft.com/office/drawing/2014/main" id="{24E88B51-BE9B-3C48-9F67-26465B74968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0" name="Freeform 10">
            <a:extLst>
              <a:ext uri="{FF2B5EF4-FFF2-40B4-BE49-F238E27FC236}">
                <a16:creationId xmlns:a16="http://schemas.microsoft.com/office/drawing/2014/main" id="{7497192E-FD73-AA40-BE80-ABE9A774CC99}"/>
              </a:ext>
            </a:extLst>
          </p:cNvPr>
          <p:cNvSpPr>
            <a:spLocks/>
          </p:cNvSpPr>
          <p:nvPr/>
        </p:nvSpPr>
        <p:spPr bwMode="auto">
          <a:xfrm>
            <a:off x="4178506" y="4871041"/>
            <a:ext cx="360362" cy="152290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1" name="Group 187">
            <a:extLst>
              <a:ext uri="{FF2B5EF4-FFF2-40B4-BE49-F238E27FC236}">
                <a16:creationId xmlns:a16="http://schemas.microsoft.com/office/drawing/2014/main" id="{4888665C-41EE-644D-80C5-A5B9017648C6}"/>
              </a:ext>
            </a:extLst>
          </p:cNvPr>
          <p:cNvGrpSpPr>
            <a:grpSpLocks/>
          </p:cNvGrpSpPr>
          <p:nvPr/>
        </p:nvGrpSpPr>
        <p:grpSpPr bwMode="auto">
          <a:xfrm flipH="1">
            <a:off x="4397382" y="5224459"/>
            <a:ext cx="803275" cy="771525"/>
            <a:chOff x="-44" y="1473"/>
            <a:chExt cx="981" cy="1105"/>
          </a:xfrm>
        </p:grpSpPr>
        <p:pic>
          <p:nvPicPr>
            <p:cNvPr id="292" name="Picture 188" descr="desktop_computer_stylized_medium">
              <a:extLst>
                <a:ext uri="{FF2B5EF4-FFF2-40B4-BE49-F238E27FC236}">
                  <a16:creationId xmlns:a16="http://schemas.microsoft.com/office/drawing/2014/main" id="{7A9F9E63-740A-7147-A711-8D8238FD97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 name="Freeform 189">
              <a:extLst>
                <a:ext uri="{FF2B5EF4-FFF2-40B4-BE49-F238E27FC236}">
                  <a16:creationId xmlns:a16="http://schemas.microsoft.com/office/drawing/2014/main" id="{B678C5E1-8916-9C47-B1F3-E8A3F8BB6DB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0" name="Text Box 98">
            <a:extLst>
              <a:ext uri="{FF2B5EF4-FFF2-40B4-BE49-F238E27FC236}">
                <a16:creationId xmlns:a16="http://schemas.microsoft.com/office/drawing/2014/main" id="{9BC58A09-0AC8-5F40-B8A7-C0AF48D1DC0E}"/>
              </a:ext>
            </a:extLst>
          </p:cNvPr>
          <p:cNvSpPr txBox="1">
            <a:spLocks noChangeArrowheads="1"/>
          </p:cNvSpPr>
          <p:nvPr/>
        </p:nvSpPr>
        <p:spPr bwMode="auto">
          <a:xfrm>
            <a:off x="7030180" y="2584590"/>
            <a:ext cx="1317625" cy="695325"/>
          </a:xfrm>
          <a:prstGeom prst="rect">
            <a:avLst/>
          </a:prstGeom>
          <a:noFill/>
          <a:ln>
            <a:noFill/>
          </a:ln>
          <a:effectLst>
            <a:outerShdw blurRad="114300" dist="38100" dir="18900000" sx="123000" sy="123000" algn="bl" rotWithShape="0">
              <a:prstClr val="black">
                <a:alpha val="40000"/>
              </a:prst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37" name="Slide Number Placeholder 5">
            <a:extLst>
              <a:ext uri="{FF2B5EF4-FFF2-40B4-BE49-F238E27FC236}">
                <a16:creationId xmlns:a16="http://schemas.microsoft.com/office/drawing/2014/main" id="{E70AE3D5-912C-A246-BEFD-E695C530DB2E}"/>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29</a:t>
            </a:fld>
            <a:endParaRPr lang="en-US" dirty="0"/>
          </a:p>
        </p:txBody>
      </p:sp>
    </p:spTree>
    <p:extLst>
      <p:ext uri="{BB962C8B-B14F-4D97-AF65-F5344CB8AC3E}">
        <p14:creationId xmlns:p14="http://schemas.microsoft.com/office/powerpoint/2010/main" val="8348823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3.95833E-6 -0.0037 L 3.95833E-6 0.04583 " pathEditMode="relative" rAng="0" ptsTypes="AA">
                                      <p:cBhvr>
                                        <p:cTn id="6" dur="2000" fill="hold"/>
                                        <p:tgtEl>
                                          <p:spTgt spid="277"/>
                                        </p:tgtEl>
                                        <p:attrNameLst>
                                          <p:attrName>ppt_x</p:attrName>
                                          <p:attrName>ppt_y</p:attrName>
                                        </p:attrNameLst>
                                      </p:cBhvr>
                                      <p:rCtr x="0" y="2477"/>
                                    </p:animMotion>
                                  </p:childTnLst>
                                </p:cTn>
                              </p:par>
                              <p:par>
                                <p:cTn id="7" presetID="10" presetClass="exit" presetSubtype="0" fill="hold" grpId="0" nodeType="withEffect">
                                  <p:stCondLst>
                                    <p:cond delay="0"/>
                                  </p:stCondLst>
                                  <p:childTnLst>
                                    <p:animEffect transition="out" filter="fade">
                                      <p:cBhvr>
                                        <p:cTn id="8" dur="2000"/>
                                        <p:tgtEl>
                                          <p:spTgt spid="276"/>
                                        </p:tgtEl>
                                      </p:cBhvr>
                                    </p:animEffect>
                                    <p:set>
                                      <p:cBhvr>
                                        <p:cTn id="9" dur="1" fill="hold">
                                          <p:stCondLst>
                                            <p:cond delay="1999"/>
                                          </p:stCondLst>
                                        </p:cTn>
                                        <p:tgtEl>
                                          <p:spTgt spid="276"/>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193"/>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9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277"/>
                                        </p:tgtEl>
                                        <p:attrNameLst>
                                          <p:attrName>style.visibility</p:attrName>
                                        </p:attrNameLst>
                                      </p:cBhvr>
                                      <p:to>
                                        <p:strVal val="hidden"/>
                                      </p:to>
                                    </p:set>
                                  </p:childTnLst>
                                </p:cTn>
                              </p:par>
                              <p:par>
                                <p:cTn id="20" presetID="1" presetClass="exit" presetSubtype="0" fill="hold" nodeType="withEffect">
                                  <p:stCondLst>
                                    <p:cond delay="0"/>
                                  </p:stCondLst>
                                  <p:childTnLst>
                                    <p:set>
                                      <p:cBhvr>
                                        <p:cTn id="21" dur="1" fill="hold">
                                          <p:stCondLst>
                                            <p:cond delay="0"/>
                                          </p:stCondLst>
                                        </p:cTn>
                                        <p:tgtEl>
                                          <p:spTgt spid="193"/>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192"/>
                                        </p:tgtEl>
                                      </p:cBhvr>
                                    </p:animEffect>
                                    <p:set>
                                      <p:cBhvr>
                                        <p:cTn id="24" dur="1" fill="hold">
                                          <p:stCondLst>
                                            <p:cond delay="499"/>
                                          </p:stCondLst>
                                        </p:cTn>
                                        <p:tgtEl>
                                          <p:spTgt spid="192"/>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280"/>
                                        </p:tgtEl>
                                        <p:attrNameLst>
                                          <p:attrName>style.visibility</p:attrName>
                                        </p:attrNameLst>
                                      </p:cBhvr>
                                      <p:to>
                                        <p:strVal val="visible"/>
                                      </p:to>
                                    </p:set>
                                  </p:childTnLst>
                                </p:cTn>
                              </p:par>
                            </p:childTnLst>
                          </p:cTn>
                        </p:par>
                        <p:par>
                          <p:cTn id="27" fill="hold">
                            <p:stCondLst>
                              <p:cond delay="500"/>
                            </p:stCondLst>
                            <p:childTnLst>
                              <p:par>
                                <p:cTn id="28" presetID="42" presetClass="path" presetSubtype="0" accel="50000" decel="50000" fill="hold" nodeType="afterEffect">
                                  <p:stCondLst>
                                    <p:cond delay="0"/>
                                  </p:stCondLst>
                                  <p:childTnLst>
                                    <p:animMotion origin="layout" path="M 0 -0.00047 L 0 0.04745 " pathEditMode="relative" rAng="0" ptsTypes="AA">
                                      <p:cBhvr>
                                        <p:cTn id="29" dur="2000" fill="hold"/>
                                        <p:tgtEl>
                                          <p:spTgt spid="280"/>
                                        </p:tgtEl>
                                        <p:attrNameLst>
                                          <p:attrName>ppt_x</p:attrName>
                                          <p:attrName>ppt_y</p:attrName>
                                        </p:attrNameLst>
                                      </p:cBhvr>
                                      <p:rCtr x="0" y="2384"/>
                                    </p:animMotion>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287"/>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196"/>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xit" presetSubtype="0" fill="hold" nodeType="clickEffect">
                                  <p:stCondLst>
                                    <p:cond delay="0"/>
                                  </p:stCondLst>
                                  <p:childTnLst>
                                    <p:set>
                                      <p:cBhvr>
                                        <p:cTn id="39" dur="1" fill="hold">
                                          <p:stCondLst>
                                            <p:cond delay="0"/>
                                          </p:stCondLst>
                                        </p:cTn>
                                        <p:tgtEl>
                                          <p:spTgt spid="280"/>
                                        </p:tgtEl>
                                        <p:attrNameLst>
                                          <p:attrName>style.visibility</p:attrName>
                                        </p:attrNameLst>
                                      </p:cBhvr>
                                      <p:to>
                                        <p:strVal val="hidden"/>
                                      </p:to>
                                    </p:set>
                                  </p:childTnLst>
                                </p:cTn>
                              </p:par>
                              <p:par>
                                <p:cTn id="40" presetID="1" presetClass="exit" presetSubtype="0" fill="hold" nodeType="withEffect">
                                  <p:stCondLst>
                                    <p:cond delay="0"/>
                                  </p:stCondLst>
                                  <p:childTnLst>
                                    <p:set>
                                      <p:cBhvr>
                                        <p:cTn id="41" dur="1" fill="hold">
                                          <p:stCondLst>
                                            <p:cond delay="0"/>
                                          </p:stCondLst>
                                        </p:cTn>
                                        <p:tgtEl>
                                          <p:spTgt spid="287"/>
                                        </p:tgtEl>
                                        <p:attrNameLst>
                                          <p:attrName>style.visibility</p:attrName>
                                        </p:attrNameLst>
                                      </p:cBhvr>
                                      <p:to>
                                        <p:strVal val="hidden"/>
                                      </p:to>
                                    </p:set>
                                  </p:childTnLst>
                                </p:cTn>
                              </p:par>
                              <p:par>
                                <p:cTn id="42" presetID="10" presetClass="exit" presetSubtype="0" fill="hold" grpId="1" nodeType="withEffect">
                                  <p:stCondLst>
                                    <p:cond delay="0"/>
                                  </p:stCondLst>
                                  <p:childTnLst>
                                    <p:animEffect transition="out" filter="fade">
                                      <p:cBhvr>
                                        <p:cTn id="43" dur="500"/>
                                        <p:tgtEl>
                                          <p:spTgt spid="196"/>
                                        </p:tgtEl>
                                      </p:cBhvr>
                                    </p:animEffect>
                                    <p:set>
                                      <p:cBhvr>
                                        <p:cTn id="44" dur="1" fill="hold">
                                          <p:stCondLst>
                                            <p:cond delay="499"/>
                                          </p:stCondLst>
                                        </p:cTn>
                                        <p:tgtEl>
                                          <p:spTgt spid="196"/>
                                        </p:tgtEl>
                                        <p:attrNameLst>
                                          <p:attrName>style.visibility</p:attrName>
                                        </p:attrNameLst>
                                      </p:cBhvr>
                                      <p:to>
                                        <p:strVal val="hidden"/>
                                      </p:to>
                                    </p:set>
                                  </p:childTnLst>
                                </p:cTn>
                              </p:par>
                              <p:par>
                                <p:cTn id="45" presetID="1" presetClass="entr" presetSubtype="0" fill="hold" nodeType="withEffect">
                                  <p:stCondLst>
                                    <p:cond delay="0"/>
                                  </p:stCondLst>
                                  <p:childTnLst>
                                    <p:set>
                                      <p:cBhvr>
                                        <p:cTn id="46" dur="1" fill="hold">
                                          <p:stCondLst>
                                            <p:cond delay="0"/>
                                          </p:stCondLst>
                                        </p:cTn>
                                        <p:tgtEl>
                                          <p:spTgt spid="185"/>
                                        </p:tgtEl>
                                        <p:attrNameLst>
                                          <p:attrName>style.visibility</p:attrName>
                                        </p:attrNameLst>
                                      </p:cBhvr>
                                      <p:to>
                                        <p:strVal val="visible"/>
                                      </p:to>
                                    </p:set>
                                  </p:childTnLst>
                                </p:cTn>
                              </p:par>
                              <p:par>
                                <p:cTn id="47" presetID="42" presetClass="path" presetSubtype="0" accel="50000" decel="50000" fill="hold" nodeType="withEffect">
                                  <p:stCondLst>
                                    <p:cond delay="0"/>
                                  </p:stCondLst>
                                  <p:childTnLst>
                                    <p:animMotion origin="layout" path="M 8.33333E-7 -4.81481E-6 L 8.33333E-7 0.04213 " pathEditMode="relative" rAng="0" ptsTypes="AA">
                                      <p:cBhvr>
                                        <p:cTn id="48" dur="2000" fill="hold"/>
                                        <p:tgtEl>
                                          <p:spTgt spid="185"/>
                                        </p:tgtEl>
                                        <p:attrNameLst>
                                          <p:attrName>ppt_x</p:attrName>
                                          <p:attrName>ppt_y</p:attrName>
                                        </p:attrNameLst>
                                      </p:cBhvr>
                                      <p:rCtr x="0" y="2106"/>
                                    </p:animMotion>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26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90"/>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xit" presetSubtype="0" fill="hold" nodeType="clickEffect">
                                  <p:stCondLst>
                                    <p:cond delay="0"/>
                                  </p:stCondLst>
                                  <p:childTnLst>
                                    <p:set>
                                      <p:cBhvr>
                                        <p:cTn id="58" dur="1" fill="hold">
                                          <p:stCondLst>
                                            <p:cond delay="0"/>
                                          </p:stCondLst>
                                        </p:cTn>
                                        <p:tgtEl>
                                          <p:spTgt spid="185"/>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290"/>
                                        </p:tgtEl>
                                      </p:cBhvr>
                                    </p:animEffect>
                                    <p:set>
                                      <p:cBhvr>
                                        <p:cTn id="61" dur="1" fill="hold">
                                          <p:stCondLst>
                                            <p:cond delay="499"/>
                                          </p:stCondLst>
                                        </p:cTn>
                                        <p:tgtEl>
                                          <p:spTgt spid="290"/>
                                        </p:tgtEl>
                                        <p:attrNameLst>
                                          <p:attrName>style.visibility</p:attrName>
                                        </p:attrNameLst>
                                      </p:cBhvr>
                                      <p:to>
                                        <p:strVal val="hidden"/>
                                      </p:to>
                                    </p:set>
                                  </p:childTnLst>
                                </p:cTn>
                              </p:par>
                            </p:childTnLst>
                          </p:cTn>
                        </p:par>
                        <p:par>
                          <p:cTn id="62" fill="hold">
                            <p:stCondLst>
                              <p:cond delay="500"/>
                            </p:stCondLst>
                            <p:childTnLst>
                              <p:par>
                                <p:cTn id="63" presetID="0" presetClass="path" presetSubtype="0" accel="50000" decel="50000" fill="hold" nodeType="afterEffect">
                                  <p:stCondLst>
                                    <p:cond delay="0"/>
                                  </p:stCondLst>
                                  <p:childTnLst>
                                    <p:animMotion origin="layout" path="M -2.08333E-7 -1.85185E-6 C 0.00052 0.04653 -0.00013 0.07292 -0.00013 0.11273 L 0.29818 0.11158 L 0.29818 0.07315 L 0.58698 0.07084 C 0.58763 0.22384 0.58893 0.36829 0.59154 0.52292 L 0.49622 0.51852 C 0.49622 0.49144 0.49492 0.45185 0.49492 0.42454 " pathEditMode="relative" rAng="0" ptsTypes="AAAAAAAA">
                                      <p:cBhvr>
                                        <p:cTn id="64" dur="3000" fill="hold"/>
                                        <p:tgtEl>
                                          <p:spTgt spid="265"/>
                                        </p:tgtEl>
                                        <p:attrNameLst>
                                          <p:attrName>ppt_x</p:attrName>
                                          <p:attrName>ppt_y</p:attrName>
                                        </p:attrNameLst>
                                      </p:cBhvr>
                                      <p:rCtr x="29570" y="26134"/>
                                    </p:animMotion>
                                  </p:childTnLst>
                                </p:cTn>
                              </p:par>
                            </p:childTnLst>
                          </p:cTn>
                        </p:par>
                      </p:childTnLst>
                    </p:cTn>
                  </p:par>
                  <p:par>
                    <p:cTn id="65" fill="hold">
                      <p:stCondLst>
                        <p:cond delay="indefinite"/>
                      </p:stCondLst>
                      <p:childTnLst>
                        <p:par>
                          <p:cTn id="66" fill="hold">
                            <p:stCondLst>
                              <p:cond delay="0"/>
                            </p:stCondLst>
                            <p:childTnLst>
                              <p:par>
                                <p:cTn id="67" presetID="1" presetClass="exit" presetSubtype="0" fill="hold" nodeType="clickEffect">
                                  <p:stCondLst>
                                    <p:cond delay="0"/>
                                  </p:stCondLst>
                                  <p:childTnLst>
                                    <p:set>
                                      <p:cBhvr>
                                        <p:cTn id="68" dur="1" fill="hold">
                                          <p:stCondLst>
                                            <p:cond delay="0"/>
                                          </p:stCondLst>
                                        </p:cTn>
                                        <p:tgtEl>
                                          <p:spTgt spid="265"/>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258"/>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64" presetClass="path" presetSubtype="0" accel="50000" decel="50000" fill="hold" nodeType="clickEffect">
                                  <p:stCondLst>
                                    <p:cond delay="0"/>
                                  </p:stCondLst>
                                  <p:childTnLst>
                                    <p:animMotion origin="layout" path="M -3.125E-6 2.96296E-6 L -0.00078 -0.04931 " pathEditMode="relative" rAng="0" ptsTypes="AA">
                                      <p:cBhvr>
                                        <p:cTn id="74" dur="2000" fill="hold"/>
                                        <p:tgtEl>
                                          <p:spTgt spid="258"/>
                                        </p:tgtEl>
                                        <p:attrNameLst>
                                          <p:attrName>ppt_x</p:attrName>
                                          <p:attrName>ppt_y</p:attrName>
                                        </p:attrNameLst>
                                      </p:cBhvr>
                                      <p:rCtr x="-39" y="-2477"/>
                                    </p:animMotion>
                                  </p:childTnLst>
                                  <p:subTnLst>
                                    <p:set>
                                      <p:cBhvr override="childStyle">
                                        <p:cTn dur="1" fill="hold" display="0" masterRel="nextClick" afterEffect="1"/>
                                        <p:tgtEl>
                                          <p:spTgt spid="258"/>
                                        </p:tgtEl>
                                        <p:attrNameLst>
                                          <p:attrName>style.visibility</p:attrName>
                                        </p:attrNameLst>
                                      </p:cBhvr>
                                      <p:to>
                                        <p:strVal val="hidden"/>
                                      </p:to>
                                    </p:set>
                                  </p:sub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51"/>
                                        </p:tgtEl>
                                        <p:attrNameLst>
                                          <p:attrName>style.visibility</p:attrName>
                                        </p:attrNameLst>
                                      </p:cBhvr>
                                      <p:to>
                                        <p:strVal val="visible"/>
                                      </p:to>
                                    </p:set>
                                    <p:animEffect transition="in" filter="fade">
                                      <p:cBhvr>
                                        <p:cTn id="79" dur="500"/>
                                        <p:tgtEl>
                                          <p:spTgt spid="251"/>
                                        </p:tgtEl>
                                      </p:cBhvr>
                                    </p:animEffect>
                                  </p:childTnLst>
                                  <p:subTnLst>
                                    <p:set>
                                      <p:cBhvr override="childStyle">
                                        <p:cTn dur="1" fill="hold" display="0" masterRel="nextClick" afterEffect="1"/>
                                        <p:tgtEl>
                                          <p:spTgt spid="251"/>
                                        </p:tgtEl>
                                        <p:attrNameLst>
                                          <p:attrName>style.visibility</p:attrName>
                                        </p:attrNameLst>
                                      </p:cBhvr>
                                      <p:to>
                                        <p:strVal val="hidden"/>
                                      </p:to>
                                    </p:set>
                                  </p:sub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242"/>
                                        </p:tgtEl>
                                        <p:attrNameLst>
                                          <p:attrName>style.visibility</p:attrName>
                                        </p:attrNameLst>
                                      </p:cBhvr>
                                      <p:to>
                                        <p:strVal val="visible"/>
                                      </p:to>
                                    </p:set>
                                    <p:animEffect transition="in" filter="fade">
                                      <p:cBhvr>
                                        <p:cTn id="84" dur="500"/>
                                        <p:tgtEl>
                                          <p:spTgt spid="242"/>
                                        </p:tgtEl>
                                      </p:cBhvr>
                                    </p:animEffect>
                                  </p:childTnLst>
                                  <p:subTnLst>
                                    <p:set>
                                      <p:cBhvr override="childStyle">
                                        <p:cTn dur="1" fill="hold" display="0" masterRel="nextClick" afterEffect="1"/>
                                        <p:tgtEl>
                                          <p:spTgt spid="242"/>
                                        </p:tgtEl>
                                        <p:attrNameLst>
                                          <p:attrName>style.visibility</p:attrName>
                                        </p:attrNameLst>
                                      </p:cBhvr>
                                      <p:to>
                                        <p:strVal val="hidden"/>
                                      </p:to>
                                    </p:set>
                                  </p:sub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06"/>
                                        </p:tgtEl>
                                        <p:attrNameLst>
                                          <p:attrName>style.visibility</p:attrName>
                                        </p:attrNameLst>
                                      </p:cBhvr>
                                      <p:to>
                                        <p:strVal val="visible"/>
                                      </p:to>
                                    </p:set>
                                    <p:animEffect transition="in" filter="fade">
                                      <p:cBhvr>
                                        <p:cTn id="89" dur="500"/>
                                        <p:tgtEl>
                                          <p:spTgt spid="206"/>
                                        </p:tgtEl>
                                      </p:cBhvr>
                                    </p:animEffec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15"/>
                                        </p:tgtEl>
                                        <p:attrNameLst>
                                          <p:attrName>style.visibility</p:attrName>
                                        </p:attrNameLst>
                                      </p:cBhvr>
                                      <p:to>
                                        <p:strVal val="visible"/>
                                      </p:to>
                                    </p:set>
                                    <p:animEffect transition="in" filter="fade">
                                      <p:cBhvr>
                                        <p:cTn id="94" dur="500"/>
                                        <p:tgtEl>
                                          <p:spTgt spid="215"/>
                                        </p:tgtEl>
                                      </p:cBhvr>
                                    </p:animEffect>
                                  </p:childTnLst>
                                  <p:subTnLst>
                                    <p:set>
                                      <p:cBhvr override="childStyle">
                                        <p:cTn dur="1" fill="hold" display="0" masterRel="nextClick" afterEffect="1"/>
                                        <p:tgtEl>
                                          <p:spTgt spid="215"/>
                                        </p:tgtEl>
                                        <p:attrNameLst>
                                          <p:attrName>style.visibility</p:attrName>
                                        </p:attrNameLst>
                                      </p:cBhvr>
                                      <p:to>
                                        <p:strVal val="hidden"/>
                                      </p:to>
                                    </p:set>
                                  </p:sub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222"/>
                                        </p:tgtEl>
                                        <p:attrNameLst>
                                          <p:attrName>style.visibility</p:attrName>
                                        </p:attrNameLst>
                                      </p:cBhvr>
                                      <p:to>
                                        <p:strVal val="visible"/>
                                      </p:to>
                                    </p:set>
                                    <p:animEffect transition="in" filter="fade">
                                      <p:cBhvr>
                                        <p:cTn id="99" dur="500"/>
                                        <p:tgtEl>
                                          <p:spTgt spid="222"/>
                                        </p:tgtEl>
                                      </p:cBhvr>
                                    </p:animEffect>
                                  </p:childTnLst>
                                  <p:subTnLst>
                                    <p:set>
                                      <p:cBhvr override="childStyle">
                                        <p:cTn dur="1" fill="hold" display="0" masterRel="nextClick" afterEffect="1"/>
                                        <p:tgtEl>
                                          <p:spTgt spid="222"/>
                                        </p:tgtEl>
                                        <p:attrNameLst>
                                          <p:attrName>style.visibility</p:attrName>
                                        </p:attrNameLst>
                                      </p:cBhvr>
                                      <p:to>
                                        <p:strVal val="hidden"/>
                                      </p:to>
                                    </p:set>
                                  </p:sub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nodeType="clickEffect">
                                  <p:stCondLst>
                                    <p:cond delay="0"/>
                                  </p:stCondLst>
                                  <p:childTnLst>
                                    <p:set>
                                      <p:cBhvr>
                                        <p:cTn id="103" dur="1" fill="hold">
                                          <p:stCondLst>
                                            <p:cond delay="0"/>
                                          </p:stCondLst>
                                        </p:cTn>
                                        <p:tgtEl>
                                          <p:spTgt spid="227"/>
                                        </p:tgtEl>
                                        <p:attrNameLst>
                                          <p:attrName>style.visibility</p:attrName>
                                        </p:attrNameLst>
                                      </p:cBhvr>
                                      <p:to>
                                        <p:strVal val="visible"/>
                                      </p:to>
                                    </p:set>
                                    <p:animEffect transition="in" filter="fade">
                                      <p:cBhvr>
                                        <p:cTn id="104"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 grpId="0"/>
      <p:bldP spid="192" grpId="1"/>
      <p:bldP spid="196" grpId="0"/>
      <p:bldP spid="196" grpId="1"/>
      <p:bldP spid="276" grpId="0"/>
      <p:bldP spid="290" grpId="0"/>
      <p:bldP spid="290" grpId="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ISO/OSI reference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odel</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30</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665343" y="1341922"/>
            <a:ext cx="6765452" cy="51308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en-US" sz="3200" dirty="0">
                <a:ea typeface="ＭＳ Ｐゴシック" panose="020B0600070205080204" pitchFamily="34" charset="-128"/>
              </a:rPr>
              <a:t>Two layers not found in  Internet protocol stack!</a:t>
            </a:r>
          </a:p>
          <a:p>
            <a:pPr marL="287338" indent="-287338"/>
            <a:r>
              <a:rPr lang="en-US" altLang="en-US" i="1" dirty="0">
                <a:solidFill>
                  <a:srgbClr val="C00000"/>
                </a:solidFill>
                <a:ea typeface="ＭＳ Ｐゴシック" panose="020B0600070205080204" pitchFamily="34" charset="-128"/>
              </a:rPr>
              <a:t>presentation:</a:t>
            </a:r>
            <a:r>
              <a:rPr lang="en-US" altLang="en-US" dirty="0">
                <a:solidFill>
                  <a:srgbClr val="C00000"/>
                </a:solidFill>
                <a:ea typeface="ＭＳ Ｐゴシック" panose="020B0600070205080204" pitchFamily="34" charset="-128"/>
              </a:rPr>
              <a:t> </a:t>
            </a:r>
            <a:r>
              <a:rPr lang="en-US" altLang="en-US" dirty="0">
                <a:ea typeface="ＭＳ Ｐゴシック" panose="020B0600070205080204" pitchFamily="34" charset="-128"/>
              </a:rPr>
              <a:t>allow applications to interpret meaning of data, e.g., encryption, compression, machine-specific conventions</a:t>
            </a:r>
          </a:p>
          <a:p>
            <a:pPr marL="287338" indent="-287338"/>
            <a:r>
              <a:rPr lang="en-US" altLang="en-US" i="1" dirty="0">
                <a:solidFill>
                  <a:srgbClr val="C00000"/>
                </a:solidFill>
                <a:ea typeface="ＭＳ Ｐゴシック" panose="020B0600070205080204" pitchFamily="34" charset="-128"/>
              </a:rPr>
              <a:t>session:</a:t>
            </a:r>
            <a:r>
              <a:rPr lang="en-US" altLang="en-US" dirty="0">
                <a:solidFill>
                  <a:srgbClr val="C00000"/>
                </a:solidFill>
                <a:ea typeface="ＭＳ Ｐゴシック" panose="020B0600070205080204" pitchFamily="34" charset="-128"/>
              </a:rPr>
              <a:t> </a:t>
            </a:r>
            <a:r>
              <a:rPr lang="en-US" altLang="en-US" dirty="0">
                <a:ea typeface="ＭＳ Ｐゴシック" panose="020B0600070205080204" pitchFamily="34" charset="-128"/>
              </a:rPr>
              <a:t>synchronization, checkpointing, recovery of data exchange</a:t>
            </a:r>
          </a:p>
          <a:p>
            <a:pPr marL="287338" indent="-287338"/>
            <a:r>
              <a:rPr lang="en-US" altLang="en-US" dirty="0">
                <a:ea typeface="ＭＳ Ｐゴシック" panose="020B0600070205080204" pitchFamily="34" charset="-128"/>
              </a:rPr>
              <a:t>Internet stack “</a:t>
            </a:r>
            <a:r>
              <a:rPr lang="en-US" altLang="ja-JP" dirty="0">
                <a:ea typeface="ＭＳ Ｐゴシック" panose="020B0600070205080204" pitchFamily="34" charset="-128"/>
              </a:rPr>
              <a:t>missing” these layers!</a:t>
            </a:r>
          </a:p>
          <a:p>
            <a:pPr marL="682625" lvl="1" indent="-225425"/>
            <a:r>
              <a:rPr lang="en-US" altLang="en-US" sz="2800" dirty="0">
                <a:ea typeface="Arial" panose="020B0604020202020204" pitchFamily="34" charset="0"/>
              </a:rPr>
              <a:t>these services, </a:t>
            </a:r>
            <a:r>
              <a:rPr lang="en-US" altLang="en-US" sz="2800" i="1" dirty="0">
                <a:ea typeface="Arial" panose="020B0604020202020204" pitchFamily="34" charset="0"/>
              </a:rPr>
              <a:t>if needed,</a:t>
            </a:r>
            <a:r>
              <a:rPr lang="en-US" altLang="en-US" sz="2800" dirty="0">
                <a:ea typeface="Arial" panose="020B0604020202020204" pitchFamily="34" charset="0"/>
              </a:rPr>
              <a:t> must be implemented in application</a:t>
            </a:r>
          </a:p>
          <a:p>
            <a:pPr marL="682625" lvl="1" indent="-225425"/>
            <a:r>
              <a:rPr lang="en-US" altLang="en-US" sz="2800" dirty="0">
                <a:ea typeface="Arial" panose="020B0604020202020204" pitchFamily="34" charset="0"/>
              </a:rPr>
              <a:t>needed?</a:t>
            </a:r>
            <a:endParaRPr lang="en-US" altLang="en-US" sz="2800" dirty="0">
              <a:ea typeface="ＭＳ Ｐゴシック" panose="020B0600070205080204" pitchFamily="34" charset="-128"/>
            </a:endParaRPr>
          </a:p>
        </p:txBody>
      </p:sp>
      <p:sp>
        <p:nvSpPr>
          <p:cNvPr id="7" name="Rectangle 2">
            <a:extLst>
              <a:ext uri="{FF2B5EF4-FFF2-40B4-BE49-F238E27FC236}">
                <a16:creationId xmlns:a16="http://schemas.microsoft.com/office/drawing/2014/main" id="{B3919DE3-1C67-444E-9B68-661747C794B6}"/>
              </a:ext>
            </a:extLst>
          </p:cNvPr>
          <p:cNvSpPr>
            <a:spLocks noChangeArrowheads="1"/>
          </p:cNvSpPr>
          <p:nvPr/>
        </p:nvSpPr>
        <p:spPr bwMode="auto">
          <a:xfrm>
            <a:off x="8622241" y="1413668"/>
            <a:ext cx="1892300" cy="3530600"/>
          </a:xfrm>
          <a:prstGeom prst="rect">
            <a:avLst/>
          </a:prstGeom>
          <a:solidFill>
            <a:srgbClr val="0000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sp>
        <p:nvSpPr>
          <p:cNvPr id="8" name="Rectangle 6">
            <a:extLst>
              <a:ext uri="{FF2B5EF4-FFF2-40B4-BE49-F238E27FC236}">
                <a16:creationId xmlns:a16="http://schemas.microsoft.com/office/drawing/2014/main" id="{439FC83A-3010-6E44-80DA-A0B478A25DE4}"/>
              </a:ext>
            </a:extLst>
          </p:cNvPr>
          <p:cNvSpPr>
            <a:spLocks noChangeArrowheads="1"/>
          </p:cNvSpPr>
          <p:nvPr/>
        </p:nvSpPr>
        <p:spPr bwMode="auto">
          <a:xfrm>
            <a:off x="8507941" y="1550193"/>
            <a:ext cx="1892300" cy="3586163"/>
          </a:xfrm>
          <a:prstGeom prst="rect">
            <a:avLst/>
          </a:prstGeom>
          <a:solidFill>
            <a:schemeClr val="bg1"/>
          </a:solidFill>
          <a:ln w="381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sp>
        <p:nvSpPr>
          <p:cNvPr id="9" name="Text Box 7">
            <a:extLst>
              <a:ext uri="{FF2B5EF4-FFF2-40B4-BE49-F238E27FC236}">
                <a16:creationId xmlns:a16="http://schemas.microsoft.com/office/drawing/2014/main" id="{02AF1634-8914-FF4A-8ACB-58E0BABFE65B}"/>
              </a:ext>
            </a:extLst>
          </p:cNvPr>
          <p:cNvSpPr txBox="1">
            <a:spLocks noChangeArrowheads="1"/>
          </p:cNvSpPr>
          <p:nvPr/>
        </p:nvSpPr>
        <p:spPr bwMode="auto">
          <a:xfrm>
            <a:off x="8465079" y="1721643"/>
            <a:ext cx="1982787" cy="341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70000"/>
              </a:lnSpc>
            </a:pPr>
            <a:r>
              <a:rPr lang="en-US" altLang="en-US" dirty="0"/>
              <a:t>application</a:t>
            </a:r>
          </a:p>
          <a:p>
            <a:pPr algn="ctr">
              <a:lnSpc>
                <a:spcPct val="70000"/>
              </a:lnSpc>
            </a:pPr>
            <a:endParaRPr lang="en-US" altLang="en-US" dirty="0"/>
          </a:p>
          <a:p>
            <a:pPr algn="ctr">
              <a:lnSpc>
                <a:spcPct val="70000"/>
              </a:lnSpc>
            </a:pPr>
            <a:r>
              <a:rPr lang="en-US" altLang="en-US" dirty="0"/>
              <a:t>presentation</a:t>
            </a:r>
          </a:p>
          <a:p>
            <a:pPr algn="ctr">
              <a:lnSpc>
                <a:spcPct val="70000"/>
              </a:lnSpc>
            </a:pPr>
            <a:endParaRPr lang="en-US" altLang="en-US" dirty="0"/>
          </a:p>
          <a:p>
            <a:pPr algn="ctr">
              <a:lnSpc>
                <a:spcPct val="70000"/>
              </a:lnSpc>
            </a:pPr>
            <a:r>
              <a:rPr lang="en-US" altLang="en-US" dirty="0"/>
              <a:t>session</a:t>
            </a:r>
          </a:p>
          <a:p>
            <a:pPr algn="ctr">
              <a:lnSpc>
                <a:spcPct val="70000"/>
              </a:lnSpc>
            </a:pPr>
            <a:endParaRPr lang="en-US" altLang="en-US" dirty="0"/>
          </a:p>
          <a:p>
            <a:pPr algn="ctr">
              <a:lnSpc>
                <a:spcPct val="70000"/>
              </a:lnSpc>
            </a:pPr>
            <a:r>
              <a:rPr lang="en-US" altLang="en-US" dirty="0"/>
              <a:t>transport</a:t>
            </a:r>
          </a:p>
          <a:p>
            <a:pPr algn="ctr">
              <a:lnSpc>
                <a:spcPct val="70000"/>
              </a:lnSpc>
            </a:pPr>
            <a:endParaRPr lang="en-US" altLang="en-US" dirty="0"/>
          </a:p>
          <a:p>
            <a:pPr algn="ctr">
              <a:lnSpc>
                <a:spcPct val="70000"/>
              </a:lnSpc>
            </a:pPr>
            <a:r>
              <a:rPr lang="en-US" altLang="en-US" dirty="0"/>
              <a:t>network</a:t>
            </a:r>
          </a:p>
          <a:p>
            <a:pPr algn="ctr">
              <a:lnSpc>
                <a:spcPct val="70000"/>
              </a:lnSpc>
            </a:pPr>
            <a:endParaRPr lang="en-US" altLang="en-US" dirty="0"/>
          </a:p>
          <a:p>
            <a:pPr algn="ctr">
              <a:lnSpc>
                <a:spcPct val="70000"/>
              </a:lnSpc>
            </a:pPr>
            <a:r>
              <a:rPr lang="en-US" altLang="en-US" dirty="0"/>
              <a:t>link</a:t>
            </a:r>
          </a:p>
          <a:p>
            <a:pPr algn="ctr">
              <a:lnSpc>
                <a:spcPct val="70000"/>
              </a:lnSpc>
            </a:pPr>
            <a:endParaRPr lang="en-US" altLang="en-US" dirty="0"/>
          </a:p>
          <a:p>
            <a:pPr algn="ctr">
              <a:lnSpc>
                <a:spcPct val="70000"/>
              </a:lnSpc>
            </a:pPr>
            <a:r>
              <a:rPr lang="en-US" altLang="en-US" dirty="0"/>
              <a:t>physical</a:t>
            </a:r>
          </a:p>
        </p:txBody>
      </p:sp>
      <p:sp>
        <p:nvSpPr>
          <p:cNvPr id="10" name="Line 8">
            <a:extLst>
              <a:ext uri="{FF2B5EF4-FFF2-40B4-BE49-F238E27FC236}">
                <a16:creationId xmlns:a16="http://schemas.microsoft.com/office/drawing/2014/main" id="{2A989D6F-FA45-8C4E-9BBC-741936AB29C5}"/>
              </a:ext>
            </a:extLst>
          </p:cNvPr>
          <p:cNvSpPr>
            <a:spLocks noChangeShapeType="1"/>
          </p:cNvSpPr>
          <p:nvPr/>
        </p:nvSpPr>
        <p:spPr bwMode="auto">
          <a:xfrm>
            <a:off x="8487304" y="2142331"/>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1" name="Line 9">
            <a:extLst>
              <a:ext uri="{FF2B5EF4-FFF2-40B4-BE49-F238E27FC236}">
                <a16:creationId xmlns:a16="http://schemas.microsoft.com/office/drawing/2014/main" id="{15317A6D-8DDE-594B-9C31-D329305C5300}"/>
              </a:ext>
            </a:extLst>
          </p:cNvPr>
          <p:cNvSpPr>
            <a:spLocks noChangeShapeType="1"/>
          </p:cNvSpPr>
          <p:nvPr/>
        </p:nvSpPr>
        <p:spPr bwMode="auto">
          <a:xfrm>
            <a:off x="8501591" y="311864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2" name="Line 10">
            <a:extLst>
              <a:ext uri="{FF2B5EF4-FFF2-40B4-BE49-F238E27FC236}">
                <a16:creationId xmlns:a16="http://schemas.microsoft.com/office/drawing/2014/main" id="{4C0565FC-B6A4-1C41-A3C7-95333C728091}"/>
              </a:ext>
            </a:extLst>
          </p:cNvPr>
          <p:cNvSpPr>
            <a:spLocks noChangeShapeType="1"/>
          </p:cNvSpPr>
          <p:nvPr/>
        </p:nvSpPr>
        <p:spPr bwMode="auto">
          <a:xfrm>
            <a:off x="8501591" y="36583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3" name="Line 11">
            <a:extLst>
              <a:ext uri="{FF2B5EF4-FFF2-40B4-BE49-F238E27FC236}">
                <a16:creationId xmlns:a16="http://schemas.microsoft.com/office/drawing/2014/main" id="{CB8177A7-EC5F-054E-9BF4-6807B276EBEB}"/>
              </a:ext>
            </a:extLst>
          </p:cNvPr>
          <p:cNvSpPr>
            <a:spLocks noChangeShapeType="1"/>
          </p:cNvSpPr>
          <p:nvPr/>
        </p:nvSpPr>
        <p:spPr bwMode="auto">
          <a:xfrm>
            <a:off x="8503179" y="46743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4" name="Line 12">
            <a:extLst>
              <a:ext uri="{FF2B5EF4-FFF2-40B4-BE49-F238E27FC236}">
                <a16:creationId xmlns:a16="http://schemas.microsoft.com/office/drawing/2014/main" id="{E3C788FC-704D-5B46-BAF8-D2E15950C61F}"/>
              </a:ext>
            </a:extLst>
          </p:cNvPr>
          <p:cNvSpPr>
            <a:spLocks noChangeShapeType="1"/>
          </p:cNvSpPr>
          <p:nvPr/>
        </p:nvSpPr>
        <p:spPr bwMode="auto">
          <a:xfrm>
            <a:off x="8487304" y="41917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5" name="Line 13">
            <a:extLst>
              <a:ext uri="{FF2B5EF4-FFF2-40B4-BE49-F238E27FC236}">
                <a16:creationId xmlns:a16="http://schemas.microsoft.com/office/drawing/2014/main" id="{50AC6633-E0EA-2542-8345-CA3634789CDF}"/>
              </a:ext>
            </a:extLst>
          </p:cNvPr>
          <p:cNvSpPr>
            <a:spLocks noChangeShapeType="1"/>
          </p:cNvSpPr>
          <p:nvPr/>
        </p:nvSpPr>
        <p:spPr bwMode="auto">
          <a:xfrm>
            <a:off x="8485716" y="266144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 name="TextBox 3">
            <a:extLst>
              <a:ext uri="{FF2B5EF4-FFF2-40B4-BE49-F238E27FC236}">
                <a16:creationId xmlns:a16="http://schemas.microsoft.com/office/drawing/2014/main" id="{1E944C3F-C77B-9A49-ACB6-EDB2E17C9D3A}"/>
              </a:ext>
            </a:extLst>
          </p:cNvPr>
          <p:cNvSpPr txBox="1"/>
          <p:nvPr/>
        </p:nvSpPr>
        <p:spPr>
          <a:xfrm>
            <a:off x="8246534" y="5352939"/>
            <a:ext cx="2466444" cy="646331"/>
          </a:xfrm>
          <a:prstGeom prst="rect">
            <a:avLst/>
          </a:prstGeom>
          <a:noFill/>
        </p:spPr>
        <p:txBody>
          <a:bodyPr wrap="none" rtlCol="0">
            <a:spAutoFit/>
          </a:bodyPr>
          <a:lstStyle/>
          <a:p>
            <a:pPr algn="ctr"/>
            <a:r>
              <a:rPr lang="en-US" dirty="0"/>
              <a:t>The seven layer OSI/ISO </a:t>
            </a:r>
          </a:p>
          <a:p>
            <a:pPr algn="ctr"/>
            <a:r>
              <a:rPr lang="en-US" dirty="0"/>
              <a:t>reference model</a:t>
            </a:r>
          </a:p>
        </p:txBody>
      </p:sp>
    </p:spTree>
    <p:extLst>
      <p:ext uri="{BB962C8B-B14F-4D97-AF65-F5344CB8AC3E}">
        <p14:creationId xmlns:p14="http://schemas.microsoft.com/office/powerpoint/2010/main" val="335212486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a:xfrm>
            <a:off x="838200" y="365125"/>
            <a:ext cx="10515600" cy="1325563"/>
          </a:xfrm>
        </p:spPr>
        <p:txBody>
          <a:bodyPr vert="horz" lIns="91440" tIns="45720" rIns="91440" bIns="45720" rtlCol="0" anchor="ctr">
            <a:normAutofit/>
          </a:bodyPr>
          <a:lstStyle/>
          <a:p>
            <a:r>
              <a:rPr lang="en-US" kern="1200">
                <a:latin typeface="+mj-lt"/>
                <a:ea typeface="+mj-ea"/>
                <a:cs typeface="+mj-cs"/>
              </a:rPr>
              <a:t>1. OSI layer model</a:t>
            </a: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838200" y="1825625"/>
            <a:ext cx="5181600" cy="4351338"/>
          </a:xfrm>
          <a:prstGeom prst="rect">
            <a:avLst/>
          </a:prstGeom>
        </p:spPr>
        <p:txBody>
          <a:bodyPr spcFirstLastPara="1" vert="horz" lIns="91440" tIns="45720" rIns="91440" bIns="45720" rtlCol="0"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228600" indent="-228600" algn="l">
              <a:lnSpc>
                <a:spcPct val="90000"/>
              </a:lnSpc>
              <a:spcBef>
                <a:spcPts val="1000"/>
              </a:spcBef>
              <a:buFont typeface="Arial" panose="020B0604020202020204" pitchFamily="34" charset="0"/>
              <a:buChar char="•"/>
              <a:defRPr/>
            </a:pPr>
            <a:r>
              <a:rPr lang="en-US" sz="2800">
                <a:solidFill>
                  <a:schemeClr val="tx1"/>
                </a:solidFill>
                <a:latin typeface="+mn-lt"/>
                <a:ea typeface="+mn-ea"/>
                <a:cs typeface="+mn-cs"/>
              </a:rPr>
              <a:t>The most popular layer system for networking is called the </a:t>
            </a:r>
            <a:r>
              <a:rPr lang="en-US" sz="2800" b="1">
                <a:solidFill>
                  <a:schemeClr val="tx1"/>
                </a:solidFill>
                <a:latin typeface="+mn-lt"/>
                <a:ea typeface="+mn-ea"/>
                <a:cs typeface="+mn-cs"/>
              </a:rPr>
              <a:t>Open Systems Interconnection </a:t>
            </a:r>
            <a:r>
              <a:rPr lang="en-US" sz="2800">
                <a:solidFill>
                  <a:schemeClr val="tx1"/>
                </a:solidFill>
                <a:latin typeface="+mn-lt"/>
                <a:ea typeface="+mn-ea"/>
                <a:cs typeface="+mn-cs"/>
              </a:rPr>
              <a:t>model (OSI model). </a:t>
            </a:r>
          </a:p>
          <a:p>
            <a:pPr marL="228600" indent="-228600" algn="l">
              <a:lnSpc>
                <a:spcPct val="90000"/>
              </a:lnSpc>
              <a:spcBef>
                <a:spcPts val="1000"/>
              </a:spcBef>
              <a:buFont typeface="Arial" panose="020B0604020202020204" pitchFamily="34" charset="0"/>
              <a:buChar char="•"/>
              <a:defRPr/>
            </a:pPr>
            <a:r>
              <a:rPr lang="en-US" sz="2800">
                <a:solidFill>
                  <a:schemeClr val="tx1"/>
                </a:solidFill>
                <a:latin typeface="+mn-lt"/>
                <a:ea typeface="+mn-ea"/>
                <a:cs typeface="+mn-cs"/>
              </a:rPr>
              <a:t>It was standardized in 1977 and is published as ISO 7498. </a:t>
            </a:r>
          </a:p>
          <a:p>
            <a:pPr marL="228600" indent="-228600" algn="l">
              <a:lnSpc>
                <a:spcPct val="90000"/>
              </a:lnSpc>
              <a:spcBef>
                <a:spcPts val="1000"/>
              </a:spcBef>
              <a:buFont typeface="Arial" panose="020B0604020202020204" pitchFamily="34" charset="0"/>
              <a:buChar char="•"/>
              <a:defRPr/>
            </a:pPr>
            <a:r>
              <a:rPr lang="en-US" sz="2800">
                <a:solidFill>
                  <a:schemeClr val="tx1"/>
                </a:solidFill>
                <a:latin typeface="+mn-lt"/>
                <a:ea typeface="+mn-ea"/>
                <a:cs typeface="+mn-cs"/>
              </a:rPr>
              <a:t>It has 7 layers.</a:t>
            </a:r>
          </a:p>
        </p:txBody>
      </p:sp>
      <p:pic>
        <p:nvPicPr>
          <p:cNvPr id="1026" name="Picture 2" descr="seven layers of OSI model">
            <a:extLst>
              <a:ext uri="{FF2B5EF4-FFF2-40B4-BE49-F238E27FC236}">
                <a16:creationId xmlns:a16="http://schemas.microsoft.com/office/drawing/2014/main" id="{AE47B5EB-0F70-B3F2-97EC-90610D8322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11109" r="2" b="6385"/>
          <a:stretch/>
        </p:blipFill>
        <p:spPr bwMode="auto">
          <a:xfrm>
            <a:off x="6172200" y="1825625"/>
            <a:ext cx="5181600" cy="4351338"/>
          </a:xfrm>
          <a:prstGeom prst="rect">
            <a:avLst/>
          </a:prstGeom>
          <a:solidFill>
            <a:srgbClr val="FFFFFF"/>
          </a:solidFill>
        </p:spPr>
      </p:pic>
      <p:sp>
        <p:nvSpPr>
          <p:cNvPr id="7" name="Slide Number Placeholder 6" hidden="1">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spcAft>
                <a:spcPts val="600"/>
              </a:spcAft>
              <a:buClr>
                <a:srgbClr val="000000"/>
              </a:buClr>
              <a:defRPr/>
            </a:pPr>
            <a:fld id="{DAC9FE72-3A80-4B60-9F46-F99E2834B23F}" type="slidenum">
              <a:rPr lang="en-US" kern="0" smtClean="0">
                <a:solidFill>
                  <a:srgbClr val="FFFFFF">
                    <a:lumMod val="50000"/>
                  </a:srgbClr>
                </a:solidFill>
                <a:latin typeface="Arial"/>
                <a:cs typeface="Arial"/>
                <a:sym typeface="Arial"/>
              </a:rPr>
              <a:pPr defTabSz="1219170">
                <a:spcAft>
                  <a:spcPts val="600"/>
                </a:spcAft>
                <a:buClr>
                  <a:srgbClr val="000000"/>
                </a:buClr>
                <a:defRPr/>
              </a:pPr>
              <a:t>31</a:t>
            </a:fld>
            <a:endParaRPr lang="en-US" kern="0">
              <a:solidFill>
                <a:srgbClr val="FFFFFF">
                  <a:lumMod val="50000"/>
                </a:srgbClr>
              </a:solidFill>
              <a:latin typeface="Arial"/>
              <a:cs typeface="Arial"/>
              <a:sym typeface="Arial"/>
            </a:endParaRPr>
          </a:p>
        </p:txBody>
      </p:sp>
    </p:spTree>
    <p:extLst>
      <p:ext uri="{BB962C8B-B14F-4D97-AF65-F5344CB8AC3E}">
        <p14:creationId xmlns:p14="http://schemas.microsoft.com/office/powerpoint/2010/main" val="68179710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Freeform 8">
            <a:extLst>
              <a:ext uri="{FF2B5EF4-FFF2-40B4-BE49-F238E27FC236}">
                <a16:creationId xmlns:a16="http://schemas.microsoft.com/office/drawing/2014/main" id="{5C25CEF4-E407-5F48-A3E3-98E83E25849B}"/>
              </a:ext>
            </a:extLst>
          </p:cNvPr>
          <p:cNvSpPr>
            <a:spLocks/>
          </p:cNvSpPr>
          <p:nvPr/>
        </p:nvSpPr>
        <p:spPr bwMode="auto">
          <a:xfrm>
            <a:off x="3548141" y="1573968"/>
            <a:ext cx="4992" cy="3104606"/>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2318"/>
              <a:gd name="connsiteY0" fmla="*/ 0 h 9961"/>
              <a:gd name="connsiteX1" fmla="*/ 12 w 2318"/>
              <a:gd name="connsiteY1" fmla="*/ 8378 h 9961"/>
              <a:gd name="connsiteX2" fmla="*/ 2318 w 2318"/>
              <a:gd name="connsiteY2" fmla="*/ 9961 h 9961"/>
              <a:gd name="connsiteX0" fmla="*/ 0 w 52"/>
              <a:gd name="connsiteY0" fmla="*/ 0 h 8411"/>
              <a:gd name="connsiteX1" fmla="*/ 52 w 52"/>
              <a:gd name="connsiteY1" fmla="*/ 8411 h 8411"/>
            </a:gdLst>
            <a:ahLst/>
            <a:cxnLst>
              <a:cxn ang="0">
                <a:pos x="connsiteX0" y="connsiteY0"/>
              </a:cxn>
              <a:cxn ang="0">
                <a:pos x="connsiteX1" y="connsiteY1"/>
              </a:cxn>
            </a:cxnLst>
            <a:rect l="l" t="t" r="r" b="b"/>
            <a:pathLst>
              <a:path w="52" h="8411">
                <a:moveTo>
                  <a:pt x="0" y="0"/>
                </a:moveTo>
                <a:cubicBezTo>
                  <a:pt x="17" y="2804"/>
                  <a:pt x="35" y="5607"/>
                  <a:pt x="52" y="8411"/>
                </a:cubicBez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37404" y="1548324"/>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A5D21437-EB31-B049-BCA8-EA76E03FEDB7}"/>
              </a:ext>
            </a:extLst>
          </p:cNvPr>
          <p:cNvGrpSpPr/>
          <p:nvPr/>
        </p:nvGrpSpPr>
        <p:grpSpPr>
          <a:xfrm>
            <a:off x="7629993" y="1484027"/>
            <a:ext cx="1535906" cy="3792511"/>
            <a:chOff x="7629993" y="1484027"/>
            <a:chExt cx="1535906" cy="3792511"/>
          </a:xfrm>
        </p:grpSpPr>
        <p:sp>
          <p:nvSpPr>
            <p:cNvPr id="119" name="Freeform 118">
              <a:extLst>
                <a:ext uri="{FF2B5EF4-FFF2-40B4-BE49-F238E27FC236}">
                  <a16:creationId xmlns:a16="http://schemas.microsoft.com/office/drawing/2014/main" id="{2E3C13E9-FC91-E54D-9DC5-AFD70E3CBBAA}"/>
                </a:ext>
              </a:extLst>
            </p:cNvPr>
            <p:cNvSpPr/>
            <p:nvPr/>
          </p:nvSpPr>
          <p:spPr>
            <a:xfrm flipH="1">
              <a:off x="7629993" y="1484027"/>
              <a:ext cx="1201062" cy="3792511"/>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0" name="Group 119">
              <a:extLst>
                <a:ext uri="{FF2B5EF4-FFF2-40B4-BE49-F238E27FC236}">
                  <a16:creationId xmlns:a16="http://schemas.microsoft.com/office/drawing/2014/main" id="{92B38A84-24FD-C544-987C-947AA35CE4C5}"/>
                </a:ext>
              </a:extLst>
            </p:cNvPr>
            <p:cNvGrpSpPr/>
            <p:nvPr/>
          </p:nvGrpSpPr>
          <p:grpSpPr>
            <a:xfrm>
              <a:off x="7693325" y="4097936"/>
              <a:ext cx="1470663" cy="389744"/>
              <a:chOff x="6216702" y="5375649"/>
              <a:chExt cx="1470663" cy="389744"/>
            </a:xfrm>
          </p:grpSpPr>
          <p:sp>
            <p:nvSpPr>
              <p:cNvPr id="121" name="Rectangle 120">
                <a:extLst>
                  <a:ext uri="{FF2B5EF4-FFF2-40B4-BE49-F238E27FC236}">
                    <a16:creationId xmlns:a16="http://schemas.microsoft.com/office/drawing/2014/main" id="{4CDD6D97-0BE7-0549-9C77-11B2E0248059}"/>
                  </a:ext>
                </a:extLst>
              </p:cNvPr>
              <p:cNvSpPr/>
              <p:nvPr/>
            </p:nvSpPr>
            <p:spPr>
              <a:xfrm>
                <a:off x="6477000" y="537564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2" name="Group 182">
                <a:extLst>
                  <a:ext uri="{FF2B5EF4-FFF2-40B4-BE49-F238E27FC236}">
                    <a16:creationId xmlns:a16="http://schemas.microsoft.com/office/drawing/2014/main" id="{0DBA1D16-ECC0-6340-A5E0-A93C4A81AED6}"/>
                  </a:ext>
                </a:extLst>
              </p:cNvPr>
              <p:cNvGrpSpPr>
                <a:grpSpLocks/>
              </p:cNvGrpSpPr>
              <p:nvPr/>
            </p:nvGrpSpPr>
            <p:grpSpPr bwMode="auto">
              <a:xfrm>
                <a:off x="6216702" y="5392448"/>
                <a:ext cx="1381126" cy="301625"/>
                <a:chOff x="265" y="1531"/>
                <a:chExt cx="870" cy="190"/>
              </a:xfrm>
            </p:grpSpPr>
            <p:sp>
              <p:nvSpPr>
                <p:cNvPr id="130" name="Rectangle 183">
                  <a:extLst>
                    <a:ext uri="{FF2B5EF4-FFF2-40B4-BE49-F238E27FC236}">
                      <a16:creationId xmlns:a16="http://schemas.microsoft.com/office/drawing/2014/main" id="{973B9FB6-C384-9B48-9B9C-233F0A0DBC0A}"/>
                    </a:ext>
                  </a:extLst>
                </p:cNvPr>
                <p:cNvSpPr>
                  <a:spLocks noChangeArrowheads="1"/>
                </p:cNvSpPr>
                <p:nvPr/>
              </p:nvSpPr>
              <p:spPr bwMode="auto">
                <a:xfrm>
                  <a:off x="265" y="1549"/>
                  <a:ext cx="87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1" name="Rectangle 184">
                  <a:extLst>
                    <a:ext uri="{FF2B5EF4-FFF2-40B4-BE49-F238E27FC236}">
                      <a16:creationId xmlns:a16="http://schemas.microsoft.com/office/drawing/2014/main" id="{3F4F223D-5B6B-4E46-9BB6-14710B320CA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23" name="Rectangle 181">
                <a:extLst>
                  <a:ext uri="{FF2B5EF4-FFF2-40B4-BE49-F238E27FC236}">
                    <a16:creationId xmlns:a16="http://schemas.microsoft.com/office/drawing/2014/main" id="{5258144E-5499-AD49-BC8B-BE256AE9A30C}"/>
                  </a:ext>
                </a:extLst>
              </p:cNvPr>
              <p:cNvSpPr>
                <a:spLocks noChangeArrowheads="1"/>
              </p:cNvSpPr>
              <p:nvPr/>
            </p:nvSpPr>
            <p:spPr bwMode="auto">
              <a:xfrm>
                <a:off x="6801757" y="5404115"/>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24" name="Rectangle 181">
                <a:extLst>
                  <a:ext uri="{FF2B5EF4-FFF2-40B4-BE49-F238E27FC236}">
                    <a16:creationId xmlns:a16="http://schemas.microsoft.com/office/drawing/2014/main" id="{AA376B89-1E9F-2B4E-BC10-4D886A9404A6}"/>
                  </a:ext>
                </a:extLst>
              </p:cNvPr>
              <p:cNvSpPr>
                <a:spLocks noChangeArrowheads="1"/>
              </p:cNvSpPr>
              <p:nvPr/>
            </p:nvSpPr>
            <p:spPr bwMode="auto">
              <a:xfrm>
                <a:off x="6539453" y="5386777"/>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25" name="Straight Connector 124">
                <a:extLst>
                  <a:ext uri="{FF2B5EF4-FFF2-40B4-BE49-F238E27FC236}">
                    <a16:creationId xmlns:a16="http://schemas.microsoft.com/office/drawing/2014/main" id="{A158D1E0-EC39-B24D-B774-0F90A7D44B42}"/>
                  </a:ext>
                </a:extLst>
              </p:cNvPr>
              <p:cNvCxnSpPr>
                <a:cxnSpLocks/>
              </p:cNvCxnSpPr>
              <p:nvPr/>
            </p:nvCxnSpPr>
            <p:spPr>
              <a:xfrm>
                <a:off x="7106894" y="542102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48C5D3C3-9FD9-A44F-928B-E71825DFF240}"/>
                  </a:ext>
                </a:extLst>
              </p:cNvPr>
              <p:cNvCxnSpPr/>
              <p:nvPr/>
            </p:nvCxnSpPr>
            <p:spPr>
              <a:xfrm>
                <a:off x="6826395" y="541931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Rectangle 181">
                <a:extLst>
                  <a:ext uri="{FF2B5EF4-FFF2-40B4-BE49-F238E27FC236}">
                    <a16:creationId xmlns:a16="http://schemas.microsoft.com/office/drawing/2014/main" id="{225DB40F-4099-ED4A-9278-26E92634A4C9}"/>
                  </a:ext>
                </a:extLst>
              </p:cNvPr>
              <p:cNvSpPr>
                <a:spLocks noChangeArrowheads="1"/>
              </p:cNvSpPr>
              <p:nvPr/>
            </p:nvSpPr>
            <p:spPr bwMode="auto">
              <a:xfrm>
                <a:off x="6236418" y="5394426"/>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29" name="Straight Connector 128">
                <a:extLst>
                  <a:ext uri="{FF2B5EF4-FFF2-40B4-BE49-F238E27FC236}">
                    <a16:creationId xmlns:a16="http://schemas.microsoft.com/office/drawing/2014/main" id="{D9C2CF80-D780-354F-8B0F-64498B55F617}"/>
                  </a:ext>
                </a:extLst>
              </p:cNvPr>
              <p:cNvCxnSpPr/>
              <p:nvPr/>
            </p:nvCxnSpPr>
            <p:spPr>
              <a:xfrm>
                <a:off x="6505708" y="5419900"/>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F9A41558-760A-B044-A2E4-76228C31F8A4}"/>
                </a:ext>
              </a:extLst>
            </p:cNvPr>
            <p:cNvGrpSpPr/>
            <p:nvPr/>
          </p:nvGrpSpPr>
          <p:grpSpPr>
            <a:xfrm>
              <a:off x="8014421" y="3363106"/>
              <a:ext cx="1058375" cy="307296"/>
              <a:chOff x="5509436" y="3287899"/>
              <a:chExt cx="1058375" cy="307296"/>
            </a:xfrm>
          </p:grpSpPr>
          <p:grpSp>
            <p:nvGrpSpPr>
              <p:cNvPr id="140" name="Group 182">
                <a:extLst>
                  <a:ext uri="{FF2B5EF4-FFF2-40B4-BE49-F238E27FC236}">
                    <a16:creationId xmlns:a16="http://schemas.microsoft.com/office/drawing/2014/main" id="{C1155C62-A602-444F-B19F-4DA3FA3F7D88}"/>
                  </a:ext>
                </a:extLst>
              </p:cNvPr>
              <p:cNvGrpSpPr>
                <a:grpSpLocks/>
              </p:cNvGrpSpPr>
              <p:nvPr/>
            </p:nvGrpSpPr>
            <p:grpSpPr bwMode="auto">
              <a:xfrm>
                <a:off x="5510535" y="3293570"/>
                <a:ext cx="1057276" cy="301625"/>
                <a:chOff x="469" y="1531"/>
                <a:chExt cx="666" cy="190"/>
              </a:xfrm>
            </p:grpSpPr>
            <p:sp>
              <p:nvSpPr>
                <p:cNvPr id="147" name="Rectangle 183">
                  <a:extLst>
                    <a:ext uri="{FF2B5EF4-FFF2-40B4-BE49-F238E27FC236}">
                      <a16:creationId xmlns:a16="http://schemas.microsoft.com/office/drawing/2014/main" id="{2D53D250-0610-284E-81F1-879A700C00E2}"/>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1" name="Rectangle 184">
                  <a:extLst>
                    <a:ext uri="{FF2B5EF4-FFF2-40B4-BE49-F238E27FC236}">
                      <a16:creationId xmlns:a16="http://schemas.microsoft.com/office/drawing/2014/main" id="{0ACD3527-E9B9-6D4D-8007-099BBDDFF1A9}"/>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41" name="Rectangle 181">
                <a:extLst>
                  <a:ext uri="{FF2B5EF4-FFF2-40B4-BE49-F238E27FC236}">
                    <a16:creationId xmlns:a16="http://schemas.microsoft.com/office/drawing/2014/main" id="{38AD7C4D-A21D-0347-A026-DC5DDA65CFD1}"/>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42" name="Rectangle 181">
                <a:extLst>
                  <a:ext uri="{FF2B5EF4-FFF2-40B4-BE49-F238E27FC236}">
                    <a16:creationId xmlns:a16="http://schemas.microsoft.com/office/drawing/2014/main" id="{283EF6F9-EBD6-0643-B547-9A89925CC425}"/>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45" name="Straight Connector 144">
                <a:extLst>
                  <a:ext uri="{FF2B5EF4-FFF2-40B4-BE49-F238E27FC236}">
                    <a16:creationId xmlns:a16="http://schemas.microsoft.com/office/drawing/2014/main" id="{FF1A7170-6A51-3D48-AEA7-1F523F75B4D6}"/>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F7519B9E-323B-804C-8AD0-4C25771A040B}"/>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5A2AE95C-185C-8444-B654-78F71C71DE49}"/>
                </a:ext>
              </a:extLst>
            </p:cNvPr>
            <p:cNvGrpSpPr/>
            <p:nvPr/>
          </p:nvGrpSpPr>
          <p:grpSpPr>
            <a:xfrm>
              <a:off x="8257849" y="2658970"/>
              <a:ext cx="908050" cy="301625"/>
              <a:chOff x="6877524" y="6049441"/>
              <a:chExt cx="908050" cy="301625"/>
            </a:xfrm>
          </p:grpSpPr>
          <p:grpSp>
            <p:nvGrpSpPr>
              <p:cNvPr id="155" name="Group 179">
                <a:extLst>
                  <a:ext uri="{FF2B5EF4-FFF2-40B4-BE49-F238E27FC236}">
                    <a16:creationId xmlns:a16="http://schemas.microsoft.com/office/drawing/2014/main" id="{F7F3A59D-8E1C-0843-A91C-661B48C280F7}"/>
                  </a:ext>
                </a:extLst>
              </p:cNvPr>
              <p:cNvGrpSpPr>
                <a:grpSpLocks/>
              </p:cNvGrpSpPr>
              <p:nvPr/>
            </p:nvGrpSpPr>
            <p:grpSpPr bwMode="auto">
              <a:xfrm>
                <a:off x="6877524" y="6051029"/>
                <a:ext cx="296863" cy="292100"/>
                <a:chOff x="1959" y="2058"/>
                <a:chExt cx="187" cy="184"/>
              </a:xfrm>
            </p:grpSpPr>
            <p:sp>
              <p:nvSpPr>
                <p:cNvPr id="159" name="Rectangle 180">
                  <a:extLst>
                    <a:ext uri="{FF2B5EF4-FFF2-40B4-BE49-F238E27FC236}">
                      <a16:creationId xmlns:a16="http://schemas.microsoft.com/office/drawing/2014/main" id="{D8D8CDAC-1743-F44C-8814-3E710C0D8F89}"/>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Rectangle 181">
                  <a:extLst>
                    <a:ext uri="{FF2B5EF4-FFF2-40B4-BE49-F238E27FC236}">
                      <a16:creationId xmlns:a16="http://schemas.microsoft.com/office/drawing/2014/main" id="{2BF6322B-3EB6-C74A-B78F-2C3780E0EF34}"/>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56" name="Group 182">
                <a:extLst>
                  <a:ext uri="{FF2B5EF4-FFF2-40B4-BE49-F238E27FC236}">
                    <a16:creationId xmlns:a16="http://schemas.microsoft.com/office/drawing/2014/main" id="{EEA95EC8-682A-ED49-9AD0-BB0068E93C67}"/>
                  </a:ext>
                </a:extLst>
              </p:cNvPr>
              <p:cNvGrpSpPr>
                <a:grpSpLocks/>
              </p:cNvGrpSpPr>
              <p:nvPr/>
            </p:nvGrpSpPr>
            <p:grpSpPr bwMode="auto">
              <a:xfrm>
                <a:off x="7106124" y="6049441"/>
                <a:ext cx="679450" cy="301625"/>
                <a:chOff x="780" y="1553"/>
                <a:chExt cx="428" cy="190"/>
              </a:xfrm>
            </p:grpSpPr>
            <p:sp>
              <p:nvSpPr>
                <p:cNvPr id="157" name="Rectangle 183">
                  <a:extLst>
                    <a:ext uri="{FF2B5EF4-FFF2-40B4-BE49-F238E27FC236}">
                      <a16:creationId xmlns:a16="http://schemas.microsoft.com/office/drawing/2014/main" id="{FFE8EEA0-FBAD-384F-AB6F-D39C89FF6B03}"/>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8" name="Rectangle 184">
                  <a:extLst>
                    <a:ext uri="{FF2B5EF4-FFF2-40B4-BE49-F238E27FC236}">
                      <a16:creationId xmlns:a16="http://schemas.microsoft.com/office/drawing/2014/main" id="{9C401D53-7DDF-E146-8622-C9BE9D947C20}"/>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162" name="Group 175">
              <a:extLst>
                <a:ext uri="{FF2B5EF4-FFF2-40B4-BE49-F238E27FC236}">
                  <a16:creationId xmlns:a16="http://schemas.microsoft.com/office/drawing/2014/main" id="{22C4D71A-308A-D147-9E34-D1EFF8D1F18B}"/>
                </a:ext>
              </a:extLst>
            </p:cNvPr>
            <p:cNvGrpSpPr>
              <a:grpSpLocks/>
            </p:cNvGrpSpPr>
            <p:nvPr/>
          </p:nvGrpSpPr>
          <p:grpSpPr bwMode="auto">
            <a:xfrm>
              <a:off x="8465451" y="1880020"/>
              <a:ext cx="679450" cy="301625"/>
              <a:chOff x="780" y="1553"/>
              <a:chExt cx="428" cy="190"/>
            </a:xfrm>
          </p:grpSpPr>
          <p:sp>
            <p:nvSpPr>
              <p:cNvPr id="163" name="Rectangle 176">
                <a:extLst>
                  <a:ext uri="{FF2B5EF4-FFF2-40B4-BE49-F238E27FC236}">
                    <a16:creationId xmlns:a16="http://schemas.microsoft.com/office/drawing/2014/main" id="{1BB3E472-5096-EB4B-9536-B45F30797C1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4" name="Rectangle 177">
                <a:extLst>
                  <a:ext uri="{FF2B5EF4-FFF2-40B4-BE49-F238E27FC236}">
                    <a16:creationId xmlns:a16="http://schemas.microsoft.com/office/drawing/2014/main" id="{37DB6D54-3397-3949-A1CA-B2DA46101546}"/>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65" name="Freeform 8">
            <a:extLst>
              <a:ext uri="{FF2B5EF4-FFF2-40B4-BE49-F238E27FC236}">
                <a16:creationId xmlns:a16="http://schemas.microsoft.com/office/drawing/2014/main" id="{2F028C19-F830-D644-B8E0-645A3A1596FF}"/>
              </a:ext>
            </a:extLst>
          </p:cNvPr>
          <p:cNvSpPr>
            <a:spLocks/>
          </p:cNvSpPr>
          <p:nvPr/>
        </p:nvSpPr>
        <p:spPr bwMode="auto">
          <a:xfrm>
            <a:off x="3570599" y="4675377"/>
            <a:ext cx="4136844" cy="601045"/>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9988"/>
              <a:gd name="connsiteY0" fmla="*/ 0 h 1622"/>
              <a:gd name="connsiteX1" fmla="*/ 2306 w 9988"/>
              <a:gd name="connsiteY1" fmla="*/ 1583 h 1622"/>
              <a:gd name="connsiteX2" fmla="*/ 9988 w 9988"/>
              <a:gd name="connsiteY2" fmla="*/ 1622 h 1622"/>
            </a:gdLst>
            <a:ahLst/>
            <a:cxnLst>
              <a:cxn ang="0">
                <a:pos x="connsiteX0" y="connsiteY0"/>
              </a:cxn>
              <a:cxn ang="0">
                <a:pos x="connsiteX1" y="connsiteY1"/>
              </a:cxn>
              <a:cxn ang="0">
                <a:pos x="connsiteX2" y="connsiteY2"/>
              </a:cxn>
            </a:cxnLst>
            <a:rect l="l" t="t" r="r" b="b"/>
            <a:pathLst>
              <a:path w="9988" h="1622">
                <a:moveTo>
                  <a:pt x="0" y="0"/>
                </a:moveTo>
                <a:lnTo>
                  <a:pt x="2306" y="1583"/>
                </a:lnTo>
                <a:lnTo>
                  <a:pt x="9988" y="1622"/>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 name="Group 14">
            <a:extLst>
              <a:ext uri="{FF2B5EF4-FFF2-40B4-BE49-F238E27FC236}">
                <a16:creationId xmlns:a16="http://schemas.microsoft.com/office/drawing/2014/main" id="{18972F90-3C74-DB40-87B9-AFD313A6FA79}"/>
              </a:ext>
            </a:extLst>
          </p:cNvPr>
          <p:cNvGrpSpPr/>
          <p:nvPr/>
        </p:nvGrpSpPr>
        <p:grpSpPr>
          <a:xfrm>
            <a:off x="3186222" y="2137612"/>
            <a:ext cx="1079388" cy="1910319"/>
            <a:chOff x="3186222" y="2137612"/>
            <a:chExt cx="1079388" cy="1910319"/>
          </a:xfrm>
        </p:grpSpPr>
        <p:sp>
          <p:nvSpPr>
            <p:cNvPr id="10" name="TextBox 9">
              <a:extLst>
                <a:ext uri="{FF2B5EF4-FFF2-40B4-BE49-F238E27FC236}">
                  <a16:creationId xmlns:a16="http://schemas.microsoft.com/office/drawing/2014/main" id="{F4282034-58EE-6443-97BE-4033A6975AE5}"/>
                </a:ext>
              </a:extLst>
            </p:cNvPr>
            <p:cNvSpPr txBox="1"/>
            <p:nvPr/>
          </p:nvSpPr>
          <p:spPr>
            <a:xfrm>
              <a:off x="3186222" y="2137612"/>
              <a:ext cx="997068" cy="369332"/>
            </a:xfrm>
            <a:prstGeom prst="rect">
              <a:avLst/>
            </a:prstGeom>
            <a:noFill/>
          </p:spPr>
          <p:txBody>
            <a:bodyPr wrap="none" rtlCol="0">
              <a:spAutoFit/>
            </a:bodyPr>
            <a:lstStyle/>
            <a:p>
              <a:r>
                <a:rPr lang="en-US" dirty="0"/>
                <a:t>message</a:t>
              </a:r>
            </a:p>
          </p:txBody>
        </p:sp>
        <p:sp>
          <p:nvSpPr>
            <p:cNvPr id="166" name="TextBox 165">
              <a:extLst>
                <a:ext uri="{FF2B5EF4-FFF2-40B4-BE49-F238E27FC236}">
                  <a16:creationId xmlns:a16="http://schemas.microsoft.com/office/drawing/2014/main" id="{8BE5EF03-00F9-6A41-8F0C-CAAFE7A85EE6}"/>
                </a:ext>
              </a:extLst>
            </p:cNvPr>
            <p:cNvSpPr txBox="1"/>
            <p:nvPr/>
          </p:nvSpPr>
          <p:spPr>
            <a:xfrm>
              <a:off x="3192100" y="2928436"/>
              <a:ext cx="995272" cy="369332"/>
            </a:xfrm>
            <a:prstGeom prst="rect">
              <a:avLst/>
            </a:prstGeom>
            <a:noFill/>
          </p:spPr>
          <p:txBody>
            <a:bodyPr wrap="none" rtlCol="0">
              <a:spAutoFit/>
            </a:bodyPr>
            <a:lstStyle/>
            <a:p>
              <a:r>
                <a:rPr lang="en-US" dirty="0"/>
                <a:t>segment</a:t>
              </a:r>
            </a:p>
          </p:txBody>
        </p:sp>
        <p:sp>
          <p:nvSpPr>
            <p:cNvPr id="200" name="TextBox 199">
              <a:extLst>
                <a:ext uri="{FF2B5EF4-FFF2-40B4-BE49-F238E27FC236}">
                  <a16:creationId xmlns:a16="http://schemas.microsoft.com/office/drawing/2014/main" id="{DD9ACBFF-6D46-1C46-8036-50329CCCA60E}"/>
                </a:ext>
              </a:extLst>
            </p:cNvPr>
            <p:cNvSpPr txBox="1"/>
            <p:nvPr/>
          </p:nvSpPr>
          <p:spPr>
            <a:xfrm>
              <a:off x="3186532" y="3678599"/>
              <a:ext cx="1079078" cy="369332"/>
            </a:xfrm>
            <a:prstGeom prst="rect">
              <a:avLst/>
            </a:prstGeom>
            <a:noFill/>
          </p:spPr>
          <p:txBody>
            <a:bodyPr wrap="none" rtlCol="0">
              <a:spAutoFit/>
            </a:bodyPr>
            <a:lstStyle/>
            <a:p>
              <a:r>
                <a:rPr lang="en-US" dirty="0"/>
                <a:t>datagram</a:t>
              </a:r>
            </a:p>
          </p:txBody>
        </p:sp>
      </p:grpSp>
      <p:sp>
        <p:nvSpPr>
          <p:cNvPr id="201" name="TextBox 200">
            <a:extLst>
              <a:ext uri="{FF2B5EF4-FFF2-40B4-BE49-F238E27FC236}">
                <a16:creationId xmlns:a16="http://schemas.microsoft.com/office/drawing/2014/main" id="{1BE94808-747E-4346-8BA9-1245F5340481}"/>
              </a:ext>
            </a:extLst>
          </p:cNvPr>
          <p:cNvSpPr txBox="1"/>
          <p:nvPr/>
        </p:nvSpPr>
        <p:spPr>
          <a:xfrm>
            <a:off x="3188967" y="4455188"/>
            <a:ext cx="740972" cy="369332"/>
          </a:xfrm>
          <a:prstGeom prst="rect">
            <a:avLst/>
          </a:prstGeom>
          <a:noFill/>
        </p:spPr>
        <p:txBody>
          <a:bodyPr wrap="none" rtlCol="0">
            <a:spAutoFit/>
          </a:bodyPr>
          <a:lstStyle/>
          <a:p>
            <a:r>
              <a:rPr lang="en-US" dirty="0"/>
              <a:t>frame</a:t>
            </a:r>
          </a:p>
        </p:txBody>
      </p:sp>
      <p:grpSp>
        <p:nvGrpSpPr>
          <p:cNvPr id="3" name="Group 2">
            <a:extLst>
              <a:ext uri="{FF2B5EF4-FFF2-40B4-BE49-F238E27FC236}">
                <a16:creationId xmlns:a16="http://schemas.microsoft.com/office/drawing/2014/main" id="{70ABA56E-C19B-1E49-8691-B116C4BC92D9}"/>
              </a:ext>
            </a:extLst>
          </p:cNvPr>
          <p:cNvGrpSpPr/>
          <p:nvPr/>
        </p:nvGrpSpPr>
        <p:grpSpPr>
          <a:xfrm>
            <a:off x="5144294" y="4194650"/>
            <a:ext cx="1347789" cy="307296"/>
            <a:chOff x="5144294" y="4194650"/>
            <a:chExt cx="1347789" cy="307296"/>
          </a:xfrm>
        </p:grpSpPr>
        <p:grpSp>
          <p:nvGrpSpPr>
            <p:cNvPr id="210" name="Group 182">
              <a:extLst>
                <a:ext uri="{FF2B5EF4-FFF2-40B4-BE49-F238E27FC236}">
                  <a16:creationId xmlns:a16="http://schemas.microsoft.com/office/drawing/2014/main" id="{1C0D8E0C-30C7-D644-B53F-545AC3B41D0A}"/>
                </a:ext>
              </a:extLst>
            </p:cNvPr>
            <p:cNvGrpSpPr>
              <a:grpSpLocks/>
            </p:cNvGrpSpPr>
            <p:nvPr/>
          </p:nvGrpSpPr>
          <p:grpSpPr bwMode="auto">
            <a:xfrm>
              <a:off x="5144294" y="4200321"/>
              <a:ext cx="1347789" cy="301625"/>
              <a:chOff x="286" y="1531"/>
              <a:chExt cx="849" cy="190"/>
            </a:xfrm>
          </p:grpSpPr>
          <p:sp>
            <p:nvSpPr>
              <p:cNvPr id="226" name="Rectangle 183">
                <a:extLst>
                  <a:ext uri="{FF2B5EF4-FFF2-40B4-BE49-F238E27FC236}">
                    <a16:creationId xmlns:a16="http://schemas.microsoft.com/office/drawing/2014/main" id="{6DE19E5C-020A-764D-8F6B-6BB09EA7331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Rectangle 184">
                <a:extLst>
                  <a:ext uri="{FF2B5EF4-FFF2-40B4-BE49-F238E27FC236}">
                    <a16:creationId xmlns:a16="http://schemas.microsoft.com/office/drawing/2014/main" id="{3DF40025-F95F-CB4C-938D-A1646D4921BD}"/>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11" name="Rectangle 181">
              <a:extLst>
                <a:ext uri="{FF2B5EF4-FFF2-40B4-BE49-F238E27FC236}">
                  <a16:creationId xmlns:a16="http://schemas.microsoft.com/office/drawing/2014/main" id="{C5D484DA-CF52-D04F-9108-C2A5AAA250C8}"/>
                </a:ext>
              </a:extLst>
            </p:cNvPr>
            <p:cNvSpPr>
              <a:spLocks noChangeArrowheads="1"/>
            </p:cNvSpPr>
            <p:nvPr/>
          </p:nvSpPr>
          <p:spPr bwMode="auto">
            <a:xfrm>
              <a:off x="5696012" y="4211988"/>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1" name="Rectangle 181">
              <a:extLst>
                <a:ext uri="{FF2B5EF4-FFF2-40B4-BE49-F238E27FC236}">
                  <a16:creationId xmlns:a16="http://schemas.microsoft.com/office/drawing/2014/main" id="{9A7A7B02-76C2-C24E-946A-4CBDBFE07A53}"/>
                </a:ext>
              </a:extLst>
            </p:cNvPr>
            <p:cNvSpPr>
              <a:spLocks noChangeArrowheads="1"/>
            </p:cNvSpPr>
            <p:nvPr/>
          </p:nvSpPr>
          <p:spPr bwMode="auto">
            <a:xfrm>
              <a:off x="5433708" y="4194650"/>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222" name="Straight Connector 221">
              <a:extLst>
                <a:ext uri="{FF2B5EF4-FFF2-40B4-BE49-F238E27FC236}">
                  <a16:creationId xmlns:a16="http://schemas.microsoft.com/office/drawing/2014/main" id="{104E923B-AAA4-BF49-886D-0890ABD390AE}"/>
                </a:ext>
              </a:extLst>
            </p:cNvPr>
            <p:cNvCxnSpPr>
              <a:cxnSpLocks/>
            </p:cNvCxnSpPr>
            <p:nvPr/>
          </p:nvCxnSpPr>
          <p:spPr>
            <a:xfrm>
              <a:off x="6001149" y="4228896"/>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4096CE24-617A-E048-B706-AA2C9CEA0B54}"/>
                </a:ext>
              </a:extLst>
            </p:cNvPr>
            <p:cNvCxnSpPr/>
            <p:nvPr/>
          </p:nvCxnSpPr>
          <p:spPr>
            <a:xfrm>
              <a:off x="5720650" y="4227184"/>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4" name="Rectangle 181">
              <a:extLst>
                <a:ext uri="{FF2B5EF4-FFF2-40B4-BE49-F238E27FC236}">
                  <a16:creationId xmlns:a16="http://schemas.microsoft.com/office/drawing/2014/main" id="{00739E25-7377-104B-A6E7-E26BE236CB99}"/>
                </a:ext>
              </a:extLst>
            </p:cNvPr>
            <p:cNvSpPr>
              <a:spLocks noChangeArrowheads="1"/>
            </p:cNvSpPr>
            <p:nvPr/>
          </p:nvSpPr>
          <p:spPr bwMode="auto">
            <a:xfrm>
              <a:off x="5149178" y="4198403"/>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225" name="Straight Connector 224">
              <a:extLst>
                <a:ext uri="{FF2B5EF4-FFF2-40B4-BE49-F238E27FC236}">
                  <a16:creationId xmlns:a16="http://schemas.microsoft.com/office/drawing/2014/main" id="{FB902E57-4D34-7F49-80B6-6C4A1D5EB080}"/>
                </a:ext>
              </a:extLst>
            </p:cNvPr>
            <p:cNvCxnSpPr/>
            <p:nvPr/>
          </p:nvCxnSpPr>
          <p:spPr>
            <a:xfrm>
              <a:off x="5418102" y="4226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7" name="Slide Number Placeholder 5">
            <a:extLst>
              <a:ext uri="{FF2B5EF4-FFF2-40B4-BE49-F238E27FC236}">
                <a16:creationId xmlns:a16="http://schemas.microsoft.com/office/drawing/2014/main" id="{60581BF3-DA2A-CA4C-99A4-DD38B814836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32</a:t>
            </a:fld>
            <a:endParaRPr lang="en-US" dirty="0"/>
          </a:p>
        </p:txBody>
      </p:sp>
    </p:spTree>
    <p:extLst>
      <p:ext uri="{BB962C8B-B14F-4D97-AF65-F5344CB8AC3E}">
        <p14:creationId xmlns:p14="http://schemas.microsoft.com/office/powerpoint/2010/main" val="29928358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4.16667E-7 1.48148E-6 L -0.17917 0.01018 " pathEditMode="relative" rAng="0" ptsTypes="AA">
                                      <p:cBhvr>
                                        <p:cTn id="6" dur="2000" fill="hold"/>
                                        <p:tgtEl>
                                          <p:spTgt spid="6"/>
                                        </p:tgtEl>
                                        <p:attrNameLst>
                                          <p:attrName>ppt_x</p:attrName>
                                          <p:attrName>ppt_y</p:attrName>
                                        </p:attrNameLst>
                                      </p:cBhvr>
                                      <p:rCtr x="-8958" y="509"/>
                                    </p:animMotion>
                                  </p:childTnLst>
                                </p:cTn>
                              </p:par>
                              <p:par>
                                <p:cTn id="7" presetID="42" presetClass="path" presetSubtype="0" accel="50000" decel="50000" fill="hold" nodeType="withEffect">
                                  <p:stCondLst>
                                    <p:cond delay="0"/>
                                  </p:stCondLst>
                                  <p:childTnLst>
                                    <p:animMotion origin="layout" path="M 3.54167E-6 -1.85185E-6 L -0.20157 0.03403 " pathEditMode="relative" rAng="0" ptsTypes="AA">
                                      <p:cBhvr>
                                        <p:cTn id="8" dur="2000" fill="hold"/>
                                        <p:tgtEl>
                                          <p:spTgt spid="133"/>
                                        </p:tgtEl>
                                        <p:attrNameLst>
                                          <p:attrName>ppt_x</p:attrName>
                                          <p:attrName>ppt_y</p:attrName>
                                        </p:attrNameLst>
                                      </p:cBhvr>
                                      <p:rCtr x="-10078" y="1690"/>
                                    </p:animMotion>
                                  </p:childTnLst>
                                </p:cTn>
                              </p:par>
                              <p:par>
                                <p:cTn id="9" presetID="42" presetClass="path" presetSubtype="0" accel="50000" decel="50000" fill="hold" nodeType="withEffect">
                                  <p:stCondLst>
                                    <p:cond delay="0"/>
                                  </p:stCondLst>
                                  <p:childTnLst>
                                    <p:animMotion origin="layout" path="M -3.75E-6 4.81481E-6 L -0.22096 0.04953 " pathEditMode="relative" rAng="0" ptsTypes="AA">
                                      <p:cBhvr>
                                        <p:cTn id="10" dur="2000" fill="hold"/>
                                        <p:tgtEl>
                                          <p:spTgt spid="96"/>
                                        </p:tgtEl>
                                        <p:attrNameLst>
                                          <p:attrName>ppt_x</p:attrName>
                                          <p:attrName>ppt_y</p:attrName>
                                        </p:attrNameLst>
                                      </p:cBhvr>
                                      <p:rCtr x="-11055" y="2477"/>
                                    </p:animMotion>
                                  </p:childTnLst>
                                </p:cTn>
                              </p:par>
                              <p:par>
                                <p:cTn id="11" presetID="42" presetClass="path" presetSubtype="0" accel="50000" decel="50000" fill="hold" nodeType="withEffect">
                                  <p:stCondLst>
                                    <p:cond delay="0"/>
                                  </p:stCondLst>
                                  <p:childTnLst>
                                    <p:animMotion origin="layout" path="M -3.54167E-6 2.22222E-6 L -0.16224 -0.00625 " pathEditMode="relative" rAng="0" ptsTypes="AA">
                                      <p:cBhvr>
                                        <p:cTn id="12" dur="2000" fill="hold"/>
                                        <p:tgtEl>
                                          <p:spTgt spid="3"/>
                                        </p:tgtEl>
                                        <p:attrNameLst>
                                          <p:attrName>ppt_x</p:attrName>
                                          <p:attrName>ppt_y</p:attrName>
                                        </p:attrNameLst>
                                      </p:cBhvr>
                                      <p:rCtr x="-8112" y="-324"/>
                                    </p:animMotion>
                                  </p:childTnLst>
                                </p:cTn>
                              </p:par>
                            </p:childTnLst>
                          </p:cTn>
                        </p:par>
                        <p:par>
                          <p:cTn id="13" fill="hold">
                            <p:stCondLst>
                              <p:cond delay="2000"/>
                            </p:stCondLst>
                            <p:childTnLst>
                              <p:par>
                                <p:cTn id="14" presetID="9" presetClass="entr" presetSubtype="0" fill="hold"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dissolve">
                                      <p:cBhvr>
                                        <p:cTn id="16" dur="500"/>
                                        <p:tgtEl>
                                          <p:spTgt spid="15"/>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01"/>
                                        </p:tgtEl>
                                        <p:attrNameLst>
                                          <p:attrName>style.visibility</p:attrName>
                                        </p:attrNameLst>
                                      </p:cBhvr>
                                      <p:to>
                                        <p:strVal val="visible"/>
                                      </p:to>
                                    </p:set>
                                    <p:animEffect transition="in" filter="dissolve">
                                      <p:cBhvr>
                                        <p:cTn id="19" dur="500"/>
                                        <p:tgtEl>
                                          <p:spTgt spid="201"/>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xit" presetSubtype="0" fill="hold" nodeType="clickEffect">
                                  <p:stCondLst>
                                    <p:cond delay="0"/>
                                  </p:stCondLst>
                                  <p:childTnLst>
                                    <p:animEffect transition="out" filter="dissolve">
                                      <p:cBhvr>
                                        <p:cTn id="23" dur="500"/>
                                        <p:tgtEl>
                                          <p:spTgt spid="15"/>
                                        </p:tgtEl>
                                      </p:cBhvr>
                                    </p:animEffect>
                                    <p:set>
                                      <p:cBhvr>
                                        <p:cTn id="24" dur="1" fill="hold">
                                          <p:stCondLst>
                                            <p:cond delay="499"/>
                                          </p:stCondLst>
                                        </p:cTn>
                                        <p:tgtEl>
                                          <p:spTgt spid="15"/>
                                        </p:tgtEl>
                                        <p:attrNameLst>
                                          <p:attrName>style.visibility</p:attrName>
                                        </p:attrNameLst>
                                      </p:cBhvr>
                                      <p:to>
                                        <p:strVal val="hidden"/>
                                      </p:to>
                                    </p:set>
                                  </p:childTnLst>
                                </p:cTn>
                              </p:par>
                              <p:par>
                                <p:cTn id="25" presetID="9" presetClass="exit" presetSubtype="0" fill="hold" grpId="1" nodeType="withEffect">
                                  <p:stCondLst>
                                    <p:cond delay="0"/>
                                  </p:stCondLst>
                                  <p:childTnLst>
                                    <p:animEffect transition="out" filter="dissolve">
                                      <p:cBhvr>
                                        <p:cTn id="26" dur="500"/>
                                        <p:tgtEl>
                                          <p:spTgt spid="201"/>
                                        </p:tgtEl>
                                      </p:cBhvr>
                                    </p:animEffect>
                                    <p:set>
                                      <p:cBhvr>
                                        <p:cTn id="27" dur="1" fill="hold">
                                          <p:stCondLst>
                                            <p:cond delay="499"/>
                                          </p:stCondLst>
                                        </p:cTn>
                                        <p:tgtEl>
                                          <p:spTgt spid="201"/>
                                        </p:tgtEl>
                                        <p:attrNameLst>
                                          <p:attrName>style.visibility</p:attrName>
                                        </p:attrNameLst>
                                      </p:cBhvr>
                                      <p:to>
                                        <p:strVal val="hidden"/>
                                      </p:to>
                                    </p:set>
                                  </p:childTnLst>
                                </p:cTn>
                              </p:par>
                            </p:childTnLst>
                          </p:cTn>
                        </p:par>
                        <p:par>
                          <p:cTn id="28" fill="hold">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118"/>
                                        </p:tgtEl>
                                        <p:attrNameLst>
                                          <p:attrName>style.visibility</p:attrName>
                                        </p:attrNameLst>
                                      </p:cBhvr>
                                      <p:to>
                                        <p:strVal val="visible"/>
                                      </p:to>
                                    </p:set>
                                    <p:animEffect transition="in" filter="wipe(up)">
                                      <p:cBhvr>
                                        <p:cTn id="31" dur="500"/>
                                        <p:tgtEl>
                                          <p:spTgt spid="118"/>
                                        </p:tgtEl>
                                      </p:cBhvr>
                                    </p:animEffect>
                                  </p:childTnLst>
                                </p:cTn>
                              </p:par>
                            </p:childTnLst>
                          </p:cTn>
                        </p:par>
                        <p:par>
                          <p:cTn id="32" fill="hold">
                            <p:stCondLst>
                              <p:cond delay="1000"/>
                            </p:stCondLst>
                            <p:childTnLst>
                              <p:par>
                                <p:cTn id="33" presetID="22" presetClass="entr" presetSubtype="8" fill="hold" grpId="0" nodeType="afterEffect">
                                  <p:stCondLst>
                                    <p:cond delay="0"/>
                                  </p:stCondLst>
                                  <p:childTnLst>
                                    <p:set>
                                      <p:cBhvr>
                                        <p:cTn id="34" dur="1" fill="hold">
                                          <p:stCondLst>
                                            <p:cond delay="0"/>
                                          </p:stCondLst>
                                        </p:cTn>
                                        <p:tgtEl>
                                          <p:spTgt spid="165"/>
                                        </p:tgtEl>
                                        <p:attrNameLst>
                                          <p:attrName>style.visibility</p:attrName>
                                        </p:attrNameLst>
                                      </p:cBhvr>
                                      <p:to>
                                        <p:strVal val="visible"/>
                                      </p:to>
                                    </p:set>
                                    <p:animEffect transition="in" filter="wipe(left)">
                                      <p:cBhvr>
                                        <p:cTn id="35" dur="500"/>
                                        <p:tgtEl>
                                          <p:spTgt spid="165"/>
                                        </p:tgtEl>
                                      </p:cBhvr>
                                    </p:animEffect>
                                  </p:childTnLst>
                                </p:cTn>
                              </p:par>
                            </p:childTnLst>
                          </p:cTn>
                        </p:par>
                        <p:par>
                          <p:cTn id="36" fill="hold">
                            <p:stCondLst>
                              <p:cond delay="1500"/>
                            </p:stCondLst>
                            <p:childTnLst>
                              <p:par>
                                <p:cTn id="37" presetID="22"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ipe(down)">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65" grpId="0" animBg="1"/>
      <p:bldP spid="201" grpId="0"/>
      <p:bldP spid="201" grpId="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Skype,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1494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t>Application Layer: 2-</a:t>
            </a:r>
            <a:fld id="{C4204591-24BD-A542-B9D5-F8D8A88D2FEE}"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7250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Slide Background">
            <a:extLst>
              <a:ext uri="{FF2B5EF4-FFF2-40B4-BE49-F238E27FC236}">
                <a16:creationId xmlns:a16="http://schemas.microsoft.com/office/drawing/2014/main" id="{3ECBE1F1-D69B-4AFA-ABD5-8E41720EF6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descr="Abstract background">
            <a:extLst>
              <a:ext uri="{FF2B5EF4-FFF2-40B4-BE49-F238E27FC236}">
                <a16:creationId xmlns:a16="http://schemas.microsoft.com/office/drawing/2014/main" id="{8C4B4F00-C6EB-C54D-A530-B91A0154FA09}"/>
              </a:ext>
            </a:extLst>
          </p:cNvPr>
          <p:cNvPicPr>
            <a:picLocks noChangeAspect="1"/>
          </p:cNvPicPr>
          <p:nvPr/>
        </p:nvPicPr>
        <p:blipFill>
          <a:blip r:embed="rId3"/>
          <a:srcRect l="46110" r="6557"/>
          <a:stretch/>
        </p:blipFill>
        <p:spPr>
          <a:xfrm>
            <a:off x="-1" y="-2"/>
            <a:ext cx="5410198" cy="6858002"/>
          </a:xfrm>
          <a:prstGeom prst="rect">
            <a:avLst/>
          </a:prstGeom>
        </p:spPr>
      </p:pic>
      <p:sp useBgFill="1">
        <p:nvSpPr>
          <p:cNvPr id="24" name="Rectangle 23">
            <a:extLst>
              <a:ext uri="{FF2B5EF4-FFF2-40B4-BE49-F238E27FC236}">
                <a16:creationId xmlns:a16="http://schemas.microsoft.com/office/drawing/2014/main" id="{603A6265-E10C-4B85-9C20-E75FCAF9CC6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10197" y="-1"/>
            <a:ext cx="6781802" cy="2286000"/>
          </a:xfrm>
          <a:prstGeom prst="rect">
            <a:avLst/>
          </a:prstGeom>
          <a:ln>
            <a:noFill/>
          </a:ln>
          <a:effectLst>
            <a:outerShdw blurRad="355600" dist="152400" sx="95000" sy="95000" algn="t" rotWithShape="0">
              <a:srgbClr val="000000">
                <a:alpha val="29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a:xfrm>
            <a:off x="6115317" y="405685"/>
            <a:ext cx="5464968" cy="1559301"/>
          </a:xfrm>
        </p:spPr>
        <p:txBody>
          <a:bodyPr>
            <a:normAutofit/>
          </a:bodyPr>
          <a:lstStyle/>
          <a:p>
            <a:r>
              <a:rPr lang="en-US" sz="4000"/>
              <a:t>Network Programming</a:t>
            </a:r>
          </a:p>
        </p:txBody>
      </p:sp>
      <p:sp>
        <p:nvSpPr>
          <p:cNvPr id="4" name="Content Placeholder 3">
            <a:extLst>
              <a:ext uri="{FF2B5EF4-FFF2-40B4-BE49-F238E27FC236}">
                <a16:creationId xmlns:a16="http://schemas.microsoft.com/office/drawing/2014/main" id="{621B5FA1-3648-C5BB-F72C-7E2E9BC33209}"/>
              </a:ext>
            </a:extLst>
          </p:cNvPr>
          <p:cNvSpPr>
            <a:spLocks noGrp="1"/>
          </p:cNvSpPr>
          <p:nvPr>
            <p:ph idx="1"/>
          </p:nvPr>
        </p:nvSpPr>
        <p:spPr>
          <a:xfrm>
            <a:off x="6115317" y="2743200"/>
            <a:ext cx="5247340" cy="3496878"/>
          </a:xfrm>
        </p:spPr>
        <p:txBody>
          <a:bodyPr anchor="ctr">
            <a:normAutofit/>
          </a:bodyPr>
          <a:lstStyle/>
          <a:p>
            <a:pPr marL="311143" indent="-311143" defTabSz="1219170">
              <a:buFont typeface="Wingdings" panose="05000000000000000000" pitchFamily="2" charset="2"/>
              <a:buChar char="§"/>
              <a:defRPr/>
            </a:pPr>
            <a:r>
              <a:rPr lang="en-US" sz="2000" kern="0"/>
              <a:t>Network Programming involves </a:t>
            </a:r>
            <a:r>
              <a:rPr lang="en-US" sz="2000" b="1" kern="0"/>
              <a:t>writing programs </a:t>
            </a:r>
            <a:r>
              <a:rPr lang="en-US" sz="2000" kern="0"/>
              <a:t>that </a:t>
            </a:r>
            <a:r>
              <a:rPr lang="en-US" sz="2000" b="1" kern="0"/>
              <a:t>communicate</a:t>
            </a:r>
            <a:r>
              <a:rPr lang="en-US" sz="2000" kern="0"/>
              <a:t> with other programs </a:t>
            </a:r>
            <a:r>
              <a:rPr lang="en-US" sz="2000" b="1" kern="0"/>
              <a:t>across</a:t>
            </a:r>
            <a:r>
              <a:rPr lang="en-US" sz="2000" kern="0"/>
              <a:t> a computer </a:t>
            </a:r>
            <a:r>
              <a:rPr lang="en-US" sz="2000" b="1" kern="0"/>
              <a:t>network.</a:t>
            </a:r>
          </a:p>
          <a:p>
            <a:pPr marL="311143" indent="-311143" defTabSz="1219170">
              <a:buFont typeface="Wingdings" panose="05000000000000000000" pitchFamily="2" charset="2"/>
              <a:buChar char="§"/>
              <a:defRPr/>
            </a:pPr>
            <a:endParaRPr lang="en-US" sz="2000" kern="0"/>
          </a:p>
          <a:p>
            <a:pPr marL="311143" indent="-311143" defTabSz="1219170">
              <a:buFont typeface="Wingdings" panose="05000000000000000000" pitchFamily="2" charset="2"/>
              <a:buChar char="§"/>
              <a:defRPr/>
            </a:pPr>
            <a:r>
              <a:rPr lang="en-US" sz="2000" kern="0"/>
              <a:t>Design network application:</a:t>
            </a:r>
          </a:p>
          <a:p>
            <a:pPr marL="609585" indent="-298443" defTabSz="1219170">
              <a:buFont typeface="Arial" panose="020B0604020202020204" pitchFamily="34" charset="0"/>
              <a:buChar char="•"/>
              <a:defRPr/>
            </a:pPr>
            <a:r>
              <a:rPr lang="en-US" sz="2000" kern="0"/>
              <a:t>Security</a:t>
            </a:r>
          </a:p>
          <a:p>
            <a:pPr marL="609585" indent="-298443" defTabSz="1219170">
              <a:buFont typeface="Arial" panose="020B0604020202020204" pitchFamily="34" charset="0"/>
              <a:buChar char="•"/>
              <a:defRPr/>
            </a:pPr>
            <a:r>
              <a:rPr lang="en-US" sz="2000" kern="0"/>
              <a:t>High performance</a:t>
            </a:r>
          </a:p>
          <a:p>
            <a:pPr marL="609585" indent="-298443" defTabSz="1219170">
              <a:buFont typeface="Arial" panose="020B0604020202020204" pitchFamily="34" charset="0"/>
              <a:buChar char="•"/>
              <a:defRPr/>
            </a:pPr>
            <a:r>
              <a:rPr lang="en-US" sz="2000" kern="0"/>
              <a:t>Scalability</a:t>
            </a:r>
          </a:p>
          <a:p>
            <a:pPr marL="311143" indent="-311143" defTabSz="1219170">
              <a:buFont typeface="Wingdings" panose="05000000000000000000" pitchFamily="2" charset="2"/>
              <a:buChar char="§"/>
              <a:defRPr/>
            </a:pPr>
            <a:endParaRPr lang="en-US" sz="2000" kern="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a:xfrm>
            <a:off x="8732520" y="6356350"/>
            <a:ext cx="3200400" cy="365125"/>
          </a:xfrm>
        </p:spPr>
        <p:txBody>
          <a:bodyPr>
            <a:normAutofit/>
          </a:bodyPr>
          <a:lstStyle/>
          <a:p>
            <a:pPr defTabSz="1219170">
              <a:spcAft>
                <a:spcPts val="600"/>
              </a:spcAft>
              <a:buClr>
                <a:srgbClr val="000000"/>
              </a:buClr>
              <a:defRPr/>
            </a:pPr>
            <a:fld id="{DAC9FE72-3A80-4B60-9F46-F99E2834B23F}" type="slidenum">
              <a:rPr lang="en-US" kern="0">
                <a:solidFill>
                  <a:schemeClr val="tx1"/>
                </a:solidFill>
                <a:latin typeface="Arial"/>
                <a:cs typeface="Arial"/>
                <a:sym typeface="Arial"/>
              </a:rPr>
              <a:pPr defTabSz="1219170">
                <a:spcAft>
                  <a:spcPts val="600"/>
                </a:spcAft>
                <a:buClr>
                  <a:srgbClr val="000000"/>
                </a:buClr>
                <a:defRPr/>
              </a:pPr>
              <a:t>36</a:t>
            </a:fld>
            <a:endParaRPr lang="en-US" kern="0">
              <a:solidFill>
                <a:schemeClr val="tx1"/>
              </a:solidFill>
              <a:latin typeface="Arial"/>
              <a:cs typeface="Arial"/>
              <a:sym typeface="Arial"/>
            </a:endParaRPr>
          </a:p>
        </p:txBody>
      </p:sp>
    </p:spTree>
    <p:extLst>
      <p:ext uri="{BB962C8B-B14F-4D97-AF65-F5344CB8AC3E}">
        <p14:creationId xmlns:p14="http://schemas.microsoft.com/office/powerpoint/2010/main" val="365193851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131BAD53-4E89-4F62-BBB7-26359763ED3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62756DA2-40EB-4C6F-B962-5822FFB54F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653438" cy="6858000"/>
          </a:xfrm>
          <a:custGeom>
            <a:avLst/>
            <a:gdLst>
              <a:gd name="connsiteX0" fmla="*/ 0 w 6096000"/>
              <a:gd name="connsiteY0" fmla="*/ 0 h 6858000"/>
              <a:gd name="connsiteX1" fmla="*/ 5567517 w 6096000"/>
              <a:gd name="connsiteY1" fmla="*/ 0 h 6858000"/>
              <a:gd name="connsiteX2" fmla="*/ 5566938 w 6096000"/>
              <a:gd name="connsiteY2" fmla="*/ 1705 h 6858000"/>
              <a:gd name="connsiteX3" fmla="*/ 5551594 w 6096000"/>
              <a:gd name="connsiteY3" fmla="*/ 17287 h 6858000"/>
              <a:gd name="connsiteX4" fmla="*/ 5545641 w 6096000"/>
              <a:gd name="connsiteY4" fmla="*/ 130336 h 6858000"/>
              <a:gd name="connsiteX5" fmla="*/ 5538289 w 6096000"/>
              <a:gd name="connsiteY5" fmla="*/ 187093 h 6858000"/>
              <a:gd name="connsiteX6" fmla="*/ 5545790 w 6096000"/>
              <a:gd name="connsiteY6" fmla="*/ 265704 h 6858000"/>
              <a:gd name="connsiteX7" fmla="*/ 5542313 w 6096000"/>
              <a:gd name="connsiteY7" fmla="*/ 354566 h 6858000"/>
              <a:gd name="connsiteX8" fmla="*/ 5524126 w 6096000"/>
              <a:gd name="connsiteY8" fmla="*/ 472000 h 6858000"/>
              <a:gd name="connsiteX9" fmla="*/ 5522170 w 6096000"/>
              <a:gd name="connsiteY9" fmla="*/ 473782 h 6858000"/>
              <a:gd name="connsiteX10" fmla="*/ 5521798 w 6096000"/>
              <a:gd name="connsiteY10" fmla="*/ 491380 h 6858000"/>
              <a:gd name="connsiteX11" fmla="*/ 5536419 w 6096000"/>
              <a:gd name="connsiteY11" fmla="*/ 531675 h 6858000"/>
              <a:gd name="connsiteX12" fmla="*/ 5533435 w 6096000"/>
              <a:gd name="connsiteY12" fmla="*/ 536015 h 6858000"/>
              <a:gd name="connsiteX13" fmla="*/ 5538088 w 6096000"/>
              <a:gd name="connsiteY13" fmla="*/ 572092 h 6858000"/>
              <a:gd name="connsiteX14" fmla="*/ 5536061 w 6096000"/>
              <a:gd name="connsiteY14" fmla="*/ 572511 h 6858000"/>
              <a:gd name="connsiteX15" fmla="*/ 5528218 w 6096000"/>
              <a:gd name="connsiteY15" fmla="*/ 582332 h 6858000"/>
              <a:gd name="connsiteX16" fmla="*/ 5518011 w 6096000"/>
              <a:gd name="connsiteY16" fmla="*/ 601285 h 6858000"/>
              <a:gd name="connsiteX17" fmla="*/ 5473174 w 6096000"/>
              <a:gd name="connsiteY17" fmla="*/ 681608 h 6858000"/>
              <a:gd name="connsiteX18" fmla="*/ 5472963 w 6096000"/>
              <a:gd name="connsiteY18" fmla="*/ 689151 h 6858000"/>
              <a:gd name="connsiteX19" fmla="*/ 5472485 w 6096000"/>
              <a:gd name="connsiteY19" fmla="*/ 689289 h 6858000"/>
              <a:gd name="connsiteX20" fmla="*/ 5471326 w 6096000"/>
              <a:gd name="connsiteY20" fmla="*/ 697222 h 6858000"/>
              <a:gd name="connsiteX21" fmla="*/ 5472164 w 6096000"/>
              <a:gd name="connsiteY21" fmla="*/ 717531 h 6858000"/>
              <a:gd name="connsiteX22" fmla="*/ 5468891 w 6096000"/>
              <a:gd name="connsiteY22" fmla="*/ 722494 h 6858000"/>
              <a:gd name="connsiteX23" fmla="*/ 5463081 w 6096000"/>
              <a:gd name="connsiteY23" fmla="*/ 724368 h 6858000"/>
              <a:gd name="connsiteX24" fmla="*/ 5446981 w 6096000"/>
              <a:gd name="connsiteY24" fmla="*/ 752692 h 6858000"/>
              <a:gd name="connsiteX25" fmla="*/ 5417190 w 6096000"/>
              <a:gd name="connsiteY25" fmla="*/ 816346 h 6858000"/>
              <a:gd name="connsiteX26" fmla="*/ 5388958 w 6096000"/>
              <a:gd name="connsiteY26" fmla="*/ 889417 h 6858000"/>
              <a:gd name="connsiteX27" fmla="*/ 5307044 w 6096000"/>
              <a:gd name="connsiteY27" fmla="*/ 1063288 h 6858000"/>
              <a:gd name="connsiteX28" fmla="*/ 5303837 w 6096000"/>
              <a:gd name="connsiteY28" fmla="*/ 1157176 h 6858000"/>
              <a:gd name="connsiteX29" fmla="*/ 5286494 w 6096000"/>
              <a:gd name="connsiteY29" fmla="*/ 1210776 h 6858000"/>
              <a:gd name="connsiteX30" fmla="*/ 5282463 w 6096000"/>
              <a:gd name="connsiteY30" fmla="*/ 1301993 h 6858000"/>
              <a:gd name="connsiteX31" fmla="*/ 5252235 w 6096000"/>
              <a:gd name="connsiteY31" fmla="*/ 1360879 h 6858000"/>
              <a:gd name="connsiteX32" fmla="*/ 5244497 w 6096000"/>
              <a:gd name="connsiteY32" fmla="*/ 1404045 h 6858000"/>
              <a:gd name="connsiteX33" fmla="*/ 5223823 w 6096000"/>
              <a:gd name="connsiteY33" fmla="*/ 1429568 h 6858000"/>
              <a:gd name="connsiteX34" fmla="*/ 5224851 w 6096000"/>
              <a:gd name="connsiteY34" fmla="*/ 1430305 h 6858000"/>
              <a:gd name="connsiteX35" fmla="*/ 5212394 w 6096000"/>
              <a:gd name="connsiteY35" fmla="*/ 1463304 h 6858000"/>
              <a:gd name="connsiteX36" fmla="*/ 5209958 w 6096000"/>
              <a:gd name="connsiteY36" fmla="*/ 1514846 h 6858000"/>
              <a:gd name="connsiteX37" fmla="*/ 5206417 w 6096000"/>
              <a:gd name="connsiteY37" fmla="*/ 1519731 h 6858000"/>
              <a:gd name="connsiteX38" fmla="*/ 5206640 w 6096000"/>
              <a:gd name="connsiteY38" fmla="*/ 1519929 h 6858000"/>
              <a:gd name="connsiteX39" fmla="*/ 5207632 w 6096000"/>
              <a:gd name="connsiteY39" fmla="*/ 1546022 h 6858000"/>
              <a:gd name="connsiteX40" fmla="*/ 5212030 w 6096000"/>
              <a:gd name="connsiteY40" fmla="*/ 1578752 h 6858000"/>
              <a:gd name="connsiteX41" fmla="*/ 5203533 w 6096000"/>
              <a:gd name="connsiteY41" fmla="*/ 1647555 h 6858000"/>
              <a:gd name="connsiteX42" fmla="*/ 5190877 w 6096000"/>
              <a:gd name="connsiteY42" fmla="*/ 1715685 h 6858000"/>
              <a:gd name="connsiteX43" fmla="*/ 5184235 w 6096000"/>
              <a:gd name="connsiteY43" fmla="*/ 1740358 h 6858000"/>
              <a:gd name="connsiteX44" fmla="*/ 5181475 w 6096000"/>
              <a:gd name="connsiteY44" fmla="*/ 1784314 h 6858000"/>
              <a:gd name="connsiteX45" fmla="*/ 5185845 w 6096000"/>
              <a:gd name="connsiteY45" fmla="*/ 1804434 h 6858000"/>
              <a:gd name="connsiteX46" fmla="*/ 5185068 w 6096000"/>
              <a:gd name="connsiteY46" fmla="*/ 1805316 h 6858000"/>
              <a:gd name="connsiteX47" fmla="*/ 5188593 w 6096000"/>
              <a:gd name="connsiteY47" fmla="*/ 1807109 h 6858000"/>
              <a:gd name="connsiteX48" fmla="*/ 5185920 w 6096000"/>
              <a:gd name="connsiteY48" fmla="*/ 1821003 h 6858000"/>
              <a:gd name="connsiteX49" fmla="*/ 5183543 w 6096000"/>
              <a:gd name="connsiteY49" fmla="*/ 1824832 h 6858000"/>
              <a:gd name="connsiteX50" fmla="*/ 5182235 w 6096000"/>
              <a:gd name="connsiteY50" fmla="*/ 1830429 h 6858000"/>
              <a:gd name="connsiteX51" fmla="*/ 5182525 w 6096000"/>
              <a:gd name="connsiteY51" fmla="*/ 1830569 h 6858000"/>
              <a:gd name="connsiteX52" fmla="*/ 5180663 w 6096000"/>
              <a:gd name="connsiteY52" fmla="*/ 1835810 h 6858000"/>
              <a:gd name="connsiteX53" fmla="*/ 5167452 w 6096000"/>
              <a:gd name="connsiteY53" fmla="*/ 1861483 h 6858000"/>
              <a:gd name="connsiteX54" fmla="*/ 5174266 w 6096000"/>
              <a:gd name="connsiteY54" fmla="*/ 1892417 h 6858000"/>
              <a:gd name="connsiteX55" fmla="*/ 5189262 w 6096000"/>
              <a:gd name="connsiteY55" fmla="*/ 1895114 h 6858000"/>
              <a:gd name="connsiteX56" fmla="*/ 5187100 w 6096000"/>
              <a:gd name="connsiteY56" fmla="*/ 1899379 h 6858000"/>
              <a:gd name="connsiteX57" fmla="*/ 5180471 w 6096000"/>
              <a:gd name="connsiteY57" fmla="*/ 1907867 h 6858000"/>
              <a:gd name="connsiteX58" fmla="*/ 5181361 w 6096000"/>
              <a:gd name="connsiteY58" fmla="*/ 1910265 h 6858000"/>
              <a:gd name="connsiteX59" fmla="*/ 5178268 w 6096000"/>
              <a:gd name="connsiteY59" fmla="*/ 1935584 h 6858000"/>
              <a:gd name="connsiteX60" fmla="*/ 5183619 w 6096000"/>
              <a:gd name="connsiteY60" fmla="*/ 1942021 h 6858000"/>
              <a:gd name="connsiteX61" fmla="*/ 5184480 w 6096000"/>
              <a:gd name="connsiteY61" fmla="*/ 1945112 h 6858000"/>
              <a:gd name="connsiteX62" fmla="*/ 5172776 w 6096000"/>
              <a:gd name="connsiteY62" fmla="*/ 1961162 h 6858000"/>
              <a:gd name="connsiteX63" fmla="*/ 5168513 w 6096000"/>
              <a:gd name="connsiteY63" fmla="*/ 1969445 h 6858000"/>
              <a:gd name="connsiteX64" fmla="*/ 5126597 w 6096000"/>
              <a:gd name="connsiteY64" fmla="*/ 2024270 h 6858000"/>
              <a:gd name="connsiteX65" fmla="*/ 5119528 w 6096000"/>
              <a:gd name="connsiteY65" fmla="*/ 2107942 h 6858000"/>
              <a:gd name="connsiteX66" fmla="*/ 5110356 w 6096000"/>
              <a:gd name="connsiteY66" fmla="*/ 2193455 h 6858000"/>
              <a:gd name="connsiteX67" fmla="*/ 5104992 w 6096000"/>
              <a:gd name="connsiteY67" fmla="*/ 2260088 h 6858000"/>
              <a:gd name="connsiteX68" fmla="*/ 5059439 w 6096000"/>
              <a:gd name="connsiteY68" fmla="*/ 2335735 h 6858000"/>
              <a:gd name="connsiteX69" fmla="*/ 5022061 w 6096000"/>
              <a:gd name="connsiteY69" fmla="*/ 2408995 h 6858000"/>
              <a:gd name="connsiteX70" fmla="*/ 5022253 w 6096000"/>
              <a:gd name="connsiteY70" fmla="*/ 2445869 h 6858000"/>
              <a:gd name="connsiteX71" fmla="*/ 5011426 w 6096000"/>
              <a:gd name="connsiteY71" fmla="*/ 2496499 h 6858000"/>
              <a:gd name="connsiteX72" fmla="*/ 4994224 w 6096000"/>
              <a:gd name="connsiteY72" fmla="*/ 2549900 h 6858000"/>
              <a:gd name="connsiteX73" fmla="*/ 4995245 w 6096000"/>
              <a:gd name="connsiteY73" fmla="*/ 2596456 h 6858000"/>
              <a:gd name="connsiteX74" fmla="*/ 4988570 w 6096000"/>
              <a:gd name="connsiteY74" fmla="*/ 2606088 h 6858000"/>
              <a:gd name="connsiteX75" fmla="*/ 4988371 w 6096000"/>
              <a:gd name="connsiteY75" fmla="*/ 2635351 h 6858000"/>
              <a:gd name="connsiteX76" fmla="*/ 4983212 w 6096000"/>
              <a:gd name="connsiteY76" fmla="*/ 2665666 h 6858000"/>
              <a:gd name="connsiteX77" fmla="*/ 4968234 w 6096000"/>
              <a:gd name="connsiteY77" fmla="*/ 2715895 h 6858000"/>
              <a:gd name="connsiteX78" fmla="*/ 4975888 w 6096000"/>
              <a:gd name="connsiteY78" fmla="*/ 2725052 h 6858000"/>
              <a:gd name="connsiteX79" fmla="*/ 4980195 w 6096000"/>
              <a:gd name="connsiteY79" fmla="*/ 2726489 h 6858000"/>
              <a:gd name="connsiteX80" fmla="*/ 4976218 w 6096000"/>
              <a:gd name="connsiteY80" fmla="*/ 2740278 h 6858000"/>
              <a:gd name="connsiteX81" fmla="*/ 4980571 w 6096000"/>
              <a:gd name="connsiteY81" fmla="*/ 2751112 h 6858000"/>
              <a:gd name="connsiteX82" fmla="*/ 4973893 w 6096000"/>
              <a:gd name="connsiteY82" fmla="*/ 2760208 h 6858000"/>
              <a:gd name="connsiteX83" fmla="*/ 4979005 w 6096000"/>
              <a:gd name="connsiteY83" fmla="*/ 2790136 h 6858000"/>
              <a:gd name="connsiteX84" fmla="*/ 4986137 w 6096000"/>
              <a:gd name="connsiteY84" fmla="*/ 2804183 h 6858000"/>
              <a:gd name="connsiteX85" fmla="*/ 4986175 w 6096000"/>
              <a:gd name="connsiteY85" fmla="*/ 2825860 h 6858000"/>
              <a:gd name="connsiteX86" fmla="*/ 4993936 w 6096000"/>
              <a:gd name="connsiteY86" fmla="*/ 2911749 h 6858000"/>
              <a:gd name="connsiteX87" fmla="*/ 4992563 w 6096000"/>
              <a:gd name="connsiteY87" fmla="*/ 2977278 h 6858000"/>
              <a:gd name="connsiteX88" fmla="*/ 4980516 w 6096000"/>
              <a:gd name="connsiteY88" fmla="*/ 2991092 h 6858000"/>
              <a:gd name="connsiteX89" fmla="*/ 4992801 w 6096000"/>
              <a:gd name="connsiteY89" fmla="*/ 3020247 h 6858000"/>
              <a:gd name="connsiteX90" fmla="*/ 5014805 w 6096000"/>
              <a:gd name="connsiteY90" fmla="*/ 3065434 h 6858000"/>
              <a:gd name="connsiteX91" fmla="*/ 5002733 w 6096000"/>
              <a:gd name="connsiteY91" fmla="*/ 3103777 h 6858000"/>
              <a:gd name="connsiteX92" fmla="*/ 5002941 w 6096000"/>
              <a:gd name="connsiteY92" fmla="*/ 3151828 h 6858000"/>
              <a:gd name="connsiteX93" fmla="*/ 5002883 w 6096000"/>
              <a:gd name="connsiteY93" fmla="*/ 3180546 h 6858000"/>
              <a:gd name="connsiteX94" fmla="*/ 5016711 w 6096000"/>
              <a:gd name="connsiteY94" fmla="*/ 3258677 h 6858000"/>
              <a:gd name="connsiteX95" fmla="*/ 5017918 w 6096000"/>
              <a:gd name="connsiteY95" fmla="*/ 3262610 h 6858000"/>
              <a:gd name="connsiteX96" fmla="*/ 5011672 w 6096000"/>
              <a:gd name="connsiteY96" fmla="*/ 3277179 h 6858000"/>
              <a:gd name="connsiteX97" fmla="*/ 5009344 w 6096000"/>
              <a:gd name="connsiteY97" fmla="*/ 3278130 h 6858000"/>
              <a:gd name="connsiteX98" fmla="*/ 5026770 w 6096000"/>
              <a:gd name="connsiteY98" fmla="*/ 3325671 h 6858000"/>
              <a:gd name="connsiteX99" fmla="*/ 5024571 w 6096000"/>
              <a:gd name="connsiteY99" fmla="*/ 3332072 h 6858000"/>
              <a:gd name="connsiteX100" fmla="*/ 5041705 w 6096000"/>
              <a:gd name="connsiteY100" fmla="*/ 3362948 h 6858000"/>
              <a:gd name="connsiteX101" fmla="*/ 5047477 w 6096000"/>
              <a:gd name="connsiteY101" fmla="*/ 3378959 h 6858000"/>
              <a:gd name="connsiteX102" fmla="*/ 5060758 w 6096000"/>
              <a:gd name="connsiteY102" fmla="*/ 3407057 h 6858000"/>
              <a:gd name="connsiteX103" fmla="*/ 5058968 w 6096000"/>
              <a:gd name="connsiteY103" fmla="*/ 3409825 h 6858000"/>
              <a:gd name="connsiteX104" fmla="*/ 5062667 w 6096000"/>
              <a:gd name="connsiteY104" fmla="*/ 3415218 h 6858000"/>
              <a:gd name="connsiteX105" fmla="*/ 5060928 w 6096000"/>
              <a:gd name="connsiteY105" fmla="*/ 3419880 h 6858000"/>
              <a:gd name="connsiteX106" fmla="*/ 5062923 w 6096000"/>
              <a:gd name="connsiteY106" fmla="*/ 3424545 h 6858000"/>
              <a:gd name="connsiteX107" fmla="*/ 5064623 w 6096000"/>
              <a:gd name="connsiteY107" fmla="*/ 3476412 h 6858000"/>
              <a:gd name="connsiteX108" fmla="*/ 5069684 w 6096000"/>
              <a:gd name="connsiteY108" fmla="*/ 3486850 h 6858000"/>
              <a:gd name="connsiteX109" fmla="*/ 5063339 w 6096000"/>
              <a:gd name="connsiteY109" fmla="*/ 3496391 h 6858000"/>
              <a:gd name="connsiteX110" fmla="*/ 5070139 w 6096000"/>
              <a:gd name="connsiteY110" fmla="*/ 3531201 h 6858000"/>
              <a:gd name="connsiteX111" fmla="*/ 5079896 w 6096000"/>
              <a:gd name="connsiteY111" fmla="*/ 3542019 h 6858000"/>
              <a:gd name="connsiteX112" fmla="*/ 5087540 w 6096000"/>
              <a:gd name="connsiteY112" fmla="*/ 3552249 h 6858000"/>
              <a:gd name="connsiteX113" fmla="*/ 5087902 w 6096000"/>
              <a:gd name="connsiteY113" fmla="*/ 3553678 h 6858000"/>
              <a:gd name="connsiteX114" fmla="*/ 5091509 w 6096000"/>
              <a:gd name="connsiteY114" fmla="*/ 3568021 h 6858000"/>
              <a:gd name="connsiteX115" fmla="*/ 5091934 w 6096000"/>
              <a:gd name="connsiteY115" fmla="*/ 3569719 h 6858000"/>
              <a:gd name="connsiteX116" fmla="*/ 5089362 w 6096000"/>
              <a:gd name="connsiteY116" fmla="*/ 3586412 h 6858000"/>
              <a:gd name="connsiteX117" fmla="*/ 5092358 w 6096000"/>
              <a:gd name="connsiteY117" fmla="*/ 3597336 h 6858000"/>
              <a:gd name="connsiteX118" fmla="*/ 5084254 w 6096000"/>
              <a:gd name="connsiteY118" fmla="*/ 3606007 h 6858000"/>
              <a:gd name="connsiteX119" fmla="*/ 5084281 w 6096000"/>
              <a:gd name="connsiteY119" fmla="*/ 3641228 h 6858000"/>
              <a:gd name="connsiteX120" fmla="*/ 5091848 w 6096000"/>
              <a:gd name="connsiteY120" fmla="*/ 3653088 h 6858000"/>
              <a:gd name="connsiteX121" fmla="*/ 5097436 w 6096000"/>
              <a:gd name="connsiteY121" fmla="*/ 3664114 h 6858000"/>
              <a:gd name="connsiteX122" fmla="*/ 5097518 w 6096000"/>
              <a:gd name="connsiteY122" fmla="*/ 3665569 h 6858000"/>
              <a:gd name="connsiteX123" fmla="*/ 5099829 w 6096000"/>
              <a:gd name="connsiteY123" fmla="*/ 3707357 h 6858000"/>
              <a:gd name="connsiteX124" fmla="*/ 5114696 w 6096000"/>
              <a:gd name="connsiteY124" fmla="*/ 3778166 h 6858000"/>
              <a:gd name="connsiteX125" fmla="*/ 5135379 w 6096000"/>
              <a:gd name="connsiteY125" fmla="*/ 3878222 h 6858000"/>
              <a:gd name="connsiteX126" fmla="*/ 5130138 w 6096000"/>
              <a:gd name="connsiteY126" fmla="*/ 4048117 h 6858000"/>
              <a:gd name="connsiteX127" fmla="*/ 5090040 w 6096000"/>
              <a:gd name="connsiteY127" fmla="*/ 4219510 h 6858000"/>
              <a:gd name="connsiteX128" fmla="*/ 5092812 w 6096000"/>
              <a:gd name="connsiteY128" fmla="*/ 4411258 h 6858000"/>
              <a:gd name="connsiteX129" fmla="*/ 5084599 w 6096000"/>
              <a:gd name="connsiteY129" fmla="*/ 4488531 h 6858000"/>
              <a:gd name="connsiteX130" fmla="*/ 5084072 w 6096000"/>
              <a:gd name="connsiteY130" fmla="*/ 4539168 h 6858000"/>
              <a:gd name="connsiteX131" fmla="*/ 5068936 w 6096000"/>
              <a:gd name="connsiteY131" fmla="*/ 4625153 h 6858000"/>
              <a:gd name="connsiteX132" fmla="*/ 5059114 w 6096000"/>
              <a:gd name="connsiteY132" fmla="*/ 4733115 h 6858000"/>
              <a:gd name="connsiteX133" fmla="*/ 5037209 w 6096000"/>
              <a:gd name="connsiteY133" fmla="*/ 4844323 h 6858000"/>
              <a:gd name="connsiteX134" fmla="*/ 5020638 w 6096000"/>
              <a:gd name="connsiteY134" fmla="*/ 4877992 h 6858000"/>
              <a:gd name="connsiteX135" fmla="*/ 5006413 w 6096000"/>
              <a:gd name="connsiteY135" fmla="*/ 4925805 h 6858000"/>
              <a:gd name="connsiteX136" fmla="*/ 4971037 w 6096000"/>
              <a:gd name="connsiteY136" fmla="*/ 5009272 h 6858000"/>
              <a:gd name="connsiteX137" fmla="*/ 4963105 w 6096000"/>
              <a:gd name="connsiteY137" fmla="*/ 5111369 h 6858000"/>
              <a:gd name="connsiteX138" fmla="*/ 4976341 w 6096000"/>
              <a:gd name="connsiteY138" fmla="*/ 5210876 h 6858000"/>
              <a:gd name="connsiteX139" fmla="*/ 4980617 w 6096000"/>
              <a:gd name="connsiteY139" fmla="*/ 5269726 h 6858000"/>
              <a:gd name="connsiteX140" fmla="*/ 4997733 w 6096000"/>
              <a:gd name="connsiteY140" fmla="*/ 5464225 h 6858000"/>
              <a:gd name="connsiteX141" fmla="*/ 5001400 w 6096000"/>
              <a:gd name="connsiteY141" fmla="*/ 5594585 h 6858000"/>
              <a:gd name="connsiteX142" fmla="*/ 4983700 w 6096000"/>
              <a:gd name="connsiteY142" fmla="*/ 5667896 h 6858000"/>
              <a:gd name="connsiteX143" fmla="*/ 4968506 w 6096000"/>
              <a:gd name="connsiteY143" fmla="*/ 5769225 h 6858000"/>
              <a:gd name="connsiteX144" fmla="*/ 4969765 w 6096000"/>
              <a:gd name="connsiteY144" fmla="*/ 5823324 h 6858000"/>
              <a:gd name="connsiteX145" fmla="*/ 4966129 w 6096000"/>
              <a:gd name="connsiteY145" fmla="*/ 5862699 h 6858000"/>
              <a:gd name="connsiteX146" fmla="*/ 4970695 w 6096000"/>
              <a:gd name="connsiteY146" fmla="*/ 5906467 h 6858000"/>
              <a:gd name="connsiteX147" fmla="*/ 4991568 w 6096000"/>
              <a:gd name="connsiteY147" fmla="*/ 5939847 h 6858000"/>
              <a:gd name="connsiteX148" fmla="*/ 4986815 w 6096000"/>
              <a:gd name="connsiteY148" fmla="*/ 5973994 h 6858000"/>
              <a:gd name="connsiteX149" fmla="*/ 4987776 w 6096000"/>
              <a:gd name="connsiteY149" fmla="*/ 6089693 h 6858000"/>
              <a:gd name="connsiteX150" fmla="*/ 4991621 w 6096000"/>
              <a:gd name="connsiteY150" fmla="*/ 6224938 h 6858000"/>
              <a:gd name="connsiteX151" fmla="*/ 5017157 w 6096000"/>
              <a:gd name="connsiteY151" fmla="*/ 6370251 h 6858000"/>
              <a:gd name="connsiteX152" fmla="*/ 5040797 w 6096000"/>
              <a:gd name="connsiteY152" fmla="*/ 6541313 h 6858000"/>
              <a:gd name="connsiteX153" fmla="*/ 5045375 w 6096000"/>
              <a:gd name="connsiteY153" fmla="*/ 6640957 h 6858000"/>
              <a:gd name="connsiteX154" fmla="*/ 5058442 w 6096000"/>
              <a:gd name="connsiteY154" fmla="*/ 6705297 h 6858000"/>
              <a:gd name="connsiteX155" fmla="*/ 5071125 w 6096000"/>
              <a:gd name="connsiteY155" fmla="*/ 6759582 h 6858000"/>
              <a:gd name="connsiteX156" fmla="*/ 5069172 w 6096000"/>
              <a:gd name="connsiteY156" fmla="*/ 6817746 h 6858000"/>
              <a:gd name="connsiteX157" fmla="*/ 5072322 w 6096000"/>
              <a:gd name="connsiteY157" fmla="*/ 6843646 h 6858000"/>
              <a:gd name="connsiteX158" fmla="*/ 5091388 w 6096000"/>
              <a:gd name="connsiteY158" fmla="*/ 6857998 h 6858000"/>
              <a:gd name="connsiteX159" fmla="*/ 6096000 w 6096000"/>
              <a:gd name="connsiteY159" fmla="*/ 6857998 h 6858000"/>
              <a:gd name="connsiteX160" fmla="*/ 6096000 w 6096000"/>
              <a:gd name="connsiteY160" fmla="*/ 6858000 h 6858000"/>
              <a:gd name="connsiteX161" fmla="*/ 0 w 6096000"/>
              <a:gd name="connsiteY16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6096000" h="6858000">
                <a:moveTo>
                  <a:pt x="0" y="0"/>
                </a:moveTo>
                <a:lnTo>
                  <a:pt x="5567517" y="0"/>
                </a:lnTo>
                <a:lnTo>
                  <a:pt x="5566938" y="1705"/>
                </a:lnTo>
                <a:cubicBezTo>
                  <a:pt x="5563126" y="8440"/>
                  <a:pt x="5558112" y="13784"/>
                  <a:pt x="5551594" y="17287"/>
                </a:cubicBezTo>
                <a:cubicBezTo>
                  <a:pt x="5562364" y="82036"/>
                  <a:pt x="5510349" y="69804"/>
                  <a:pt x="5545641" y="130336"/>
                </a:cubicBezTo>
                <a:cubicBezTo>
                  <a:pt x="5526953" y="117589"/>
                  <a:pt x="5536978" y="162458"/>
                  <a:pt x="5538289" y="187093"/>
                </a:cubicBezTo>
                <a:cubicBezTo>
                  <a:pt x="5536205" y="226511"/>
                  <a:pt x="5545722" y="205530"/>
                  <a:pt x="5545790" y="265704"/>
                </a:cubicBezTo>
                <a:cubicBezTo>
                  <a:pt x="5542296" y="317533"/>
                  <a:pt x="5543813" y="325288"/>
                  <a:pt x="5542313" y="354566"/>
                </a:cubicBezTo>
                <a:lnTo>
                  <a:pt x="5524126" y="472000"/>
                </a:lnTo>
                <a:lnTo>
                  <a:pt x="5522170" y="473782"/>
                </a:lnTo>
                <a:cubicBezTo>
                  <a:pt x="5517847" y="482008"/>
                  <a:pt x="5518682" y="487340"/>
                  <a:pt x="5521798" y="491380"/>
                </a:cubicBezTo>
                <a:lnTo>
                  <a:pt x="5536419" y="531675"/>
                </a:lnTo>
                <a:lnTo>
                  <a:pt x="5533435" y="536015"/>
                </a:lnTo>
                <a:lnTo>
                  <a:pt x="5538088" y="572092"/>
                </a:lnTo>
                <a:lnTo>
                  <a:pt x="5536061" y="572511"/>
                </a:lnTo>
                <a:cubicBezTo>
                  <a:pt x="5531611" y="574271"/>
                  <a:pt x="5528529" y="577121"/>
                  <a:pt x="5528218" y="582332"/>
                </a:cubicBezTo>
                <a:cubicBezTo>
                  <a:pt x="5498002" y="573171"/>
                  <a:pt x="5516262" y="585107"/>
                  <a:pt x="5518011" y="601285"/>
                </a:cubicBezTo>
                <a:cubicBezTo>
                  <a:pt x="5508838" y="617831"/>
                  <a:pt x="5480684" y="666964"/>
                  <a:pt x="5473174" y="681608"/>
                </a:cubicBezTo>
                <a:cubicBezTo>
                  <a:pt x="5473102" y="684122"/>
                  <a:pt x="5473033" y="686637"/>
                  <a:pt x="5472963" y="689151"/>
                </a:cubicBezTo>
                <a:lnTo>
                  <a:pt x="5472485" y="689289"/>
                </a:lnTo>
                <a:cubicBezTo>
                  <a:pt x="5471434" y="690905"/>
                  <a:pt x="5470986" y="693376"/>
                  <a:pt x="5471326" y="697222"/>
                </a:cubicBezTo>
                <a:cubicBezTo>
                  <a:pt x="5471606" y="703992"/>
                  <a:pt x="5471884" y="710761"/>
                  <a:pt x="5472164" y="717531"/>
                </a:cubicBezTo>
                <a:lnTo>
                  <a:pt x="5468891" y="722494"/>
                </a:lnTo>
                <a:lnTo>
                  <a:pt x="5463081" y="724368"/>
                </a:lnTo>
                <a:lnTo>
                  <a:pt x="5446981" y="752692"/>
                </a:lnTo>
                <a:cubicBezTo>
                  <a:pt x="5454691" y="764380"/>
                  <a:pt x="5422719" y="808083"/>
                  <a:pt x="5417190" y="816346"/>
                </a:cubicBezTo>
                <a:lnTo>
                  <a:pt x="5388958" y="889417"/>
                </a:lnTo>
                <a:cubicBezTo>
                  <a:pt x="5320491" y="969963"/>
                  <a:pt x="5321907" y="1005331"/>
                  <a:pt x="5307044" y="1063288"/>
                </a:cubicBezTo>
                <a:cubicBezTo>
                  <a:pt x="5313332" y="1111028"/>
                  <a:pt x="5317096" y="1110140"/>
                  <a:pt x="5303837" y="1157176"/>
                </a:cubicBezTo>
                <a:cubicBezTo>
                  <a:pt x="5301103" y="1192124"/>
                  <a:pt x="5301884" y="1197232"/>
                  <a:pt x="5286494" y="1210776"/>
                </a:cubicBezTo>
                <a:lnTo>
                  <a:pt x="5282463" y="1301993"/>
                </a:lnTo>
                <a:lnTo>
                  <a:pt x="5252235" y="1360879"/>
                </a:lnTo>
                <a:lnTo>
                  <a:pt x="5244497" y="1404045"/>
                </a:lnTo>
                <a:lnTo>
                  <a:pt x="5223823" y="1429568"/>
                </a:lnTo>
                <a:lnTo>
                  <a:pt x="5224851" y="1430305"/>
                </a:lnTo>
                <a:cubicBezTo>
                  <a:pt x="5226697" y="1432466"/>
                  <a:pt x="5214738" y="1459891"/>
                  <a:pt x="5212394" y="1463304"/>
                </a:cubicBezTo>
                <a:cubicBezTo>
                  <a:pt x="5209912" y="1477394"/>
                  <a:pt x="5213027" y="1501295"/>
                  <a:pt x="5209958" y="1514846"/>
                </a:cubicBezTo>
                <a:lnTo>
                  <a:pt x="5206417" y="1519731"/>
                </a:lnTo>
                <a:lnTo>
                  <a:pt x="5206640" y="1519929"/>
                </a:lnTo>
                <a:cubicBezTo>
                  <a:pt x="5206490" y="1521210"/>
                  <a:pt x="5209710" y="1543635"/>
                  <a:pt x="5207632" y="1546022"/>
                </a:cubicBezTo>
                <a:lnTo>
                  <a:pt x="5212030" y="1578752"/>
                </a:lnTo>
                <a:cubicBezTo>
                  <a:pt x="5206147" y="1605585"/>
                  <a:pt x="5226381" y="1622803"/>
                  <a:pt x="5203533" y="1647555"/>
                </a:cubicBezTo>
                <a:cubicBezTo>
                  <a:pt x="5198128" y="1672675"/>
                  <a:pt x="5203213" y="1694404"/>
                  <a:pt x="5190877" y="1715685"/>
                </a:cubicBezTo>
                <a:cubicBezTo>
                  <a:pt x="5196815" y="1724301"/>
                  <a:pt x="5198098" y="1732435"/>
                  <a:pt x="5184235" y="1740358"/>
                </a:cubicBezTo>
                <a:cubicBezTo>
                  <a:pt x="5182625" y="1763793"/>
                  <a:pt x="5198368" y="1769422"/>
                  <a:pt x="5181475" y="1784314"/>
                </a:cubicBezTo>
                <a:cubicBezTo>
                  <a:pt x="5205987" y="1797417"/>
                  <a:pt x="5195246" y="1798221"/>
                  <a:pt x="5185845" y="1804434"/>
                </a:cubicBezTo>
                <a:lnTo>
                  <a:pt x="5185068" y="1805316"/>
                </a:lnTo>
                <a:lnTo>
                  <a:pt x="5188593" y="1807109"/>
                </a:lnTo>
                <a:lnTo>
                  <a:pt x="5185920" y="1821003"/>
                </a:lnTo>
                <a:lnTo>
                  <a:pt x="5183543" y="1824832"/>
                </a:lnTo>
                <a:cubicBezTo>
                  <a:pt x="5182284" y="1827468"/>
                  <a:pt x="5181937" y="1829219"/>
                  <a:pt x="5182235" y="1830429"/>
                </a:cubicBezTo>
                <a:lnTo>
                  <a:pt x="5182525" y="1830569"/>
                </a:lnTo>
                <a:lnTo>
                  <a:pt x="5180663" y="1835810"/>
                </a:lnTo>
                <a:cubicBezTo>
                  <a:pt x="5176779" y="1844665"/>
                  <a:pt x="5172297" y="1853278"/>
                  <a:pt x="5167452" y="1861483"/>
                </a:cubicBezTo>
                <a:cubicBezTo>
                  <a:pt x="5179827" y="1866643"/>
                  <a:pt x="5166788" y="1884999"/>
                  <a:pt x="5174266" y="1892417"/>
                </a:cubicBezTo>
                <a:lnTo>
                  <a:pt x="5189262" y="1895114"/>
                </a:lnTo>
                <a:lnTo>
                  <a:pt x="5187100" y="1899379"/>
                </a:lnTo>
                <a:lnTo>
                  <a:pt x="5180471" y="1907867"/>
                </a:lnTo>
                <a:cubicBezTo>
                  <a:pt x="5179609" y="1909162"/>
                  <a:pt x="5179647" y="1909994"/>
                  <a:pt x="5181361" y="1910265"/>
                </a:cubicBezTo>
                <a:cubicBezTo>
                  <a:pt x="5180995" y="1914884"/>
                  <a:pt x="5177893" y="1930292"/>
                  <a:pt x="5178268" y="1935584"/>
                </a:cubicBezTo>
                <a:lnTo>
                  <a:pt x="5183619" y="1942021"/>
                </a:lnTo>
                <a:lnTo>
                  <a:pt x="5184480" y="1945112"/>
                </a:lnTo>
                <a:lnTo>
                  <a:pt x="5172776" y="1961162"/>
                </a:lnTo>
                <a:lnTo>
                  <a:pt x="5168513" y="1969445"/>
                </a:lnTo>
                <a:lnTo>
                  <a:pt x="5126597" y="2024270"/>
                </a:lnTo>
                <a:lnTo>
                  <a:pt x="5119528" y="2107942"/>
                </a:lnTo>
                <a:cubicBezTo>
                  <a:pt x="5089290" y="2138038"/>
                  <a:pt x="5110415" y="2159228"/>
                  <a:pt x="5110356" y="2193455"/>
                </a:cubicBezTo>
                <a:cubicBezTo>
                  <a:pt x="5101302" y="2220953"/>
                  <a:pt x="5110381" y="2224200"/>
                  <a:pt x="5104992" y="2260088"/>
                </a:cubicBezTo>
                <a:cubicBezTo>
                  <a:pt x="5096504" y="2291744"/>
                  <a:pt x="5078225" y="2299003"/>
                  <a:pt x="5059439" y="2335735"/>
                </a:cubicBezTo>
                <a:cubicBezTo>
                  <a:pt x="5029465" y="2329020"/>
                  <a:pt x="5058046" y="2407546"/>
                  <a:pt x="5022061" y="2408995"/>
                </a:cubicBezTo>
                <a:cubicBezTo>
                  <a:pt x="5023289" y="2413465"/>
                  <a:pt x="5019654" y="2441580"/>
                  <a:pt x="5022253" y="2445869"/>
                </a:cubicBezTo>
                <a:cubicBezTo>
                  <a:pt x="5022440" y="2449625"/>
                  <a:pt x="5011241" y="2492743"/>
                  <a:pt x="5011426" y="2496499"/>
                </a:cubicBezTo>
                <a:lnTo>
                  <a:pt x="4994224" y="2549900"/>
                </a:lnTo>
                <a:cubicBezTo>
                  <a:pt x="4992353" y="2564757"/>
                  <a:pt x="4998952" y="2582253"/>
                  <a:pt x="4995245" y="2596456"/>
                </a:cubicBezTo>
                <a:lnTo>
                  <a:pt x="4988570" y="2606088"/>
                </a:lnTo>
                <a:cubicBezTo>
                  <a:pt x="4988504" y="2615842"/>
                  <a:pt x="4988436" y="2625597"/>
                  <a:pt x="4988371" y="2635351"/>
                </a:cubicBezTo>
                <a:lnTo>
                  <a:pt x="4983212" y="2665666"/>
                </a:lnTo>
                <a:lnTo>
                  <a:pt x="4968234" y="2715895"/>
                </a:lnTo>
                <a:lnTo>
                  <a:pt x="4975888" y="2725052"/>
                </a:lnTo>
                <a:lnTo>
                  <a:pt x="4980195" y="2726489"/>
                </a:lnTo>
                <a:lnTo>
                  <a:pt x="4976218" y="2740278"/>
                </a:lnTo>
                <a:lnTo>
                  <a:pt x="4980571" y="2751112"/>
                </a:lnTo>
                <a:lnTo>
                  <a:pt x="4973893" y="2760208"/>
                </a:lnTo>
                <a:lnTo>
                  <a:pt x="4979005" y="2790136"/>
                </a:lnTo>
                <a:lnTo>
                  <a:pt x="4986137" y="2804183"/>
                </a:lnTo>
                <a:cubicBezTo>
                  <a:pt x="4986150" y="2811409"/>
                  <a:pt x="4986162" y="2818634"/>
                  <a:pt x="4986175" y="2825860"/>
                </a:cubicBezTo>
                <a:cubicBezTo>
                  <a:pt x="4987474" y="2843788"/>
                  <a:pt x="4992871" y="2886513"/>
                  <a:pt x="4993936" y="2911749"/>
                </a:cubicBezTo>
                <a:cubicBezTo>
                  <a:pt x="4993313" y="2946689"/>
                  <a:pt x="4980300" y="2954448"/>
                  <a:pt x="4992563" y="2977278"/>
                </a:cubicBezTo>
                <a:cubicBezTo>
                  <a:pt x="4985688" y="2983455"/>
                  <a:pt x="4982051" y="2987749"/>
                  <a:pt x="4980516" y="2991092"/>
                </a:cubicBezTo>
                <a:cubicBezTo>
                  <a:pt x="4975910" y="3001119"/>
                  <a:pt x="4990216" y="3002537"/>
                  <a:pt x="4992801" y="3020247"/>
                </a:cubicBezTo>
                <a:cubicBezTo>
                  <a:pt x="4998517" y="3032637"/>
                  <a:pt x="5013148" y="3051512"/>
                  <a:pt x="5014805" y="3065434"/>
                </a:cubicBezTo>
                <a:cubicBezTo>
                  <a:pt x="4998836" y="3057428"/>
                  <a:pt x="5016840" y="3105196"/>
                  <a:pt x="5002733" y="3103777"/>
                </a:cubicBezTo>
                <a:cubicBezTo>
                  <a:pt x="5022381" y="3124610"/>
                  <a:pt x="4997365" y="3128169"/>
                  <a:pt x="5002941" y="3151828"/>
                </a:cubicBezTo>
                <a:cubicBezTo>
                  <a:pt x="5010264" y="3163902"/>
                  <a:pt x="5011356" y="3171780"/>
                  <a:pt x="5002883" y="3180546"/>
                </a:cubicBezTo>
                <a:cubicBezTo>
                  <a:pt x="5038586" y="3236545"/>
                  <a:pt x="5003723" y="3210316"/>
                  <a:pt x="5016711" y="3258677"/>
                </a:cubicBezTo>
                <a:lnTo>
                  <a:pt x="5017918" y="3262610"/>
                </a:lnTo>
                <a:lnTo>
                  <a:pt x="5011672" y="3277179"/>
                </a:lnTo>
                <a:lnTo>
                  <a:pt x="5009344" y="3278130"/>
                </a:lnTo>
                <a:lnTo>
                  <a:pt x="5026770" y="3325671"/>
                </a:lnTo>
                <a:lnTo>
                  <a:pt x="5024571" y="3332072"/>
                </a:lnTo>
                <a:lnTo>
                  <a:pt x="5041705" y="3362948"/>
                </a:lnTo>
                <a:lnTo>
                  <a:pt x="5047477" y="3378959"/>
                </a:lnTo>
                <a:lnTo>
                  <a:pt x="5060758" y="3407057"/>
                </a:lnTo>
                <a:lnTo>
                  <a:pt x="5058968" y="3409825"/>
                </a:lnTo>
                <a:lnTo>
                  <a:pt x="5062667" y="3415218"/>
                </a:lnTo>
                <a:lnTo>
                  <a:pt x="5060928" y="3419880"/>
                </a:lnTo>
                <a:lnTo>
                  <a:pt x="5062923" y="3424545"/>
                </a:lnTo>
                <a:cubicBezTo>
                  <a:pt x="5063537" y="3433967"/>
                  <a:pt x="5063494" y="3466028"/>
                  <a:pt x="5064623" y="3476412"/>
                </a:cubicBezTo>
                <a:lnTo>
                  <a:pt x="5069684" y="3486850"/>
                </a:lnTo>
                <a:lnTo>
                  <a:pt x="5063339" y="3496391"/>
                </a:lnTo>
                <a:lnTo>
                  <a:pt x="5070139" y="3531201"/>
                </a:lnTo>
                <a:lnTo>
                  <a:pt x="5079896" y="3542019"/>
                </a:lnTo>
                <a:lnTo>
                  <a:pt x="5087540" y="3552249"/>
                </a:lnTo>
                <a:lnTo>
                  <a:pt x="5087902" y="3553678"/>
                </a:lnTo>
                <a:lnTo>
                  <a:pt x="5091509" y="3568021"/>
                </a:lnTo>
                <a:lnTo>
                  <a:pt x="5091934" y="3569719"/>
                </a:lnTo>
                <a:lnTo>
                  <a:pt x="5089362" y="3586412"/>
                </a:lnTo>
                <a:lnTo>
                  <a:pt x="5092358" y="3597336"/>
                </a:lnTo>
                <a:lnTo>
                  <a:pt x="5084254" y="3606007"/>
                </a:lnTo>
                <a:cubicBezTo>
                  <a:pt x="5084262" y="3617747"/>
                  <a:pt x="5084273" y="3629488"/>
                  <a:pt x="5084281" y="3641228"/>
                </a:cubicBezTo>
                <a:lnTo>
                  <a:pt x="5091848" y="3653088"/>
                </a:lnTo>
                <a:lnTo>
                  <a:pt x="5097436" y="3664114"/>
                </a:lnTo>
                <a:cubicBezTo>
                  <a:pt x="5097463" y="3664599"/>
                  <a:pt x="5097491" y="3665084"/>
                  <a:pt x="5097518" y="3665569"/>
                </a:cubicBezTo>
                <a:cubicBezTo>
                  <a:pt x="5097915" y="3672776"/>
                  <a:pt x="5096966" y="3688591"/>
                  <a:pt x="5099829" y="3707357"/>
                </a:cubicBezTo>
                <a:cubicBezTo>
                  <a:pt x="5100505" y="3724716"/>
                  <a:pt x="5118078" y="3760234"/>
                  <a:pt x="5114696" y="3778166"/>
                </a:cubicBezTo>
                <a:cubicBezTo>
                  <a:pt x="5141627" y="3845122"/>
                  <a:pt x="5125427" y="3821305"/>
                  <a:pt x="5135379" y="3878222"/>
                </a:cubicBezTo>
                <a:cubicBezTo>
                  <a:pt x="5161519" y="3905047"/>
                  <a:pt x="5125417" y="4015047"/>
                  <a:pt x="5130138" y="4048117"/>
                </a:cubicBezTo>
                <a:cubicBezTo>
                  <a:pt x="5081804" y="4192084"/>
                  <a:pt x="5096262" y="4158987"/>
                  <a:pt x="5090040" y="4219510"/>
                </a:cubicBezTo>
                <a:cubicBezTo>
                  <a:pt x="5104553" y="4280033"/>
                  <a:pt x="5065380" y="4345686"/>
                  <a:pt x="5092812" y="4411258"/>
                </a:cubicBezTo>
                <a:cubicBezTo>
                  <a:pt x="5090630" y="4437329"/>
                  <a:pt x="5083878" y="4473140"/>
                  <a:pt x="5084599" y="4488531"/>
                </a:cubicBezTo>
                <a:cubicBezTo>
                  <a:pt x="5084423" y="4505410"/>
                  <a:pt x="5084248" y="4522289"/>
                  <a:pt x="5084072" y="4539168"/>
                </a:cubicBezTo>
                <a:cubicBezTo>
                  <a:pt x="5072114" y="4567830"/>
                  <a:pt x="5064305" y="4588197"/>
                  <a:pt x="5068936" y="4625153"/>
                </a:cubicBezTo>
                <a:cubicBezTo>
                  <a:pt x="5077433" y="4662889"/>
                  <a:pt x="5065899" y="4679357"/>
                  <a:pt x="5059114" y="4733115"/>
                </a:cubicBezTo>
                <a:cubicBezTo>
                  <a:pt x="5068687" y="4752352"/>
                  <a:pt x="5055370" y="4832308"/>
                  <a:pt x="5037209" y="4844323"/>
                </a:cubicBezTo>
                <a:cubicBezTo>
                  <a:pt x="5033444" y="4857054"/>
                  <a:pt x="5040194" y="4871554"/>
                  <a:pt x="5020638" y="4877992"/>
                </a:cubicBezTo>
                <a:cubicBezTo>
                  <a:pt x="4997151" y="4888353"/>
                  <a:pt x="5034418" y="4931200"/>
                  <a:pt x="5006413" y="4925805"/>
                </a:cubicBezTo>
                <a:cubicBezTo>
                  <a:pt x="5031964" y="4956261"/>
                  <a:pt x="4982840" y="4982633"/>
                  <a:pt x="4971037" y="5009272"/>
                </a:cubicBezTo>
                <a:cubicBezTo>
                  <a:pt x="4973259" y="5034036"/>
                  <a:pt x="4968375" y="5053859"/>
                  <a:pt x="4963105" y="5111369"/>
                </a:cubicBezTo>
                <a:cubicBezTo>
                  <a:pt x="4973224" y="5141336"/>
                  <a:pt x="4937413" y="5161742"/>
                  <a:pt x="4976341" y="5210876"/>
                </a:cubicBezTo>
                <a:cubicBezTo>
                  <a:pt x="4972455" y="5212581"/>
                  <a:pt x="4977054" y="5227501"/>
                  <a:pt x="4980617" y="5269726"/>
                </a:cubicBezTo>
                <a:cubicBezTo>
                  <a:pt x="4984182" y="5311951"/>
                  <a:pt x="4990390" y="5400671"/>
                  <a:pt x="4997733" y="5464225"/>
                </a:cubicBezTo>
                <a:cubicBezTo>
                  <a:pt x="5001765" y="5536542"/>
                  <a:pt x="4990225" y="5517959"/>
                  <a:pt x="5001400" y="5594585"/>
                </a:cubicBezTo>
                <a:cubicBezTo>
                  <a:pt x="4999908" y="5619318"/>
                  <a:pt x="4974042" y="5647975"/>
                  <a:pt x="4983700" y="5667896"/>
                </a:cubicBezTo>
                <a:cubicBezTo>
                  <a:pt x="4976834" y="5696311"/>
                  <a:pt x="4975579" y="5738356"/>
                  <a:pt x="4968506" y="5769225"/>
                </a:cubicBezTo>
                <a:cubicBezTo>
                  <a:pt x="4968926" y="5787258"/>
                  <a:pt x="4969344" y="5805291"/>
                  <a:pt x="4969765" y="5823324"/>
                </a:cubicBezTo>
                <a:cubicBezTo>
                  <a:pt x="4966122" y="5853058"/>
                  <a:pt x="4965608" y="5838948"/>
                  <a:pt x="4966129" y="5862699"/>
                </a:cubicBezTo>
                <a:lnTo>
                  <a:pt x="4970695" y="5906467"/>
                </a:lnTo>
                <a:lnTo>
                  <a:pt x="4991568" y="5939847"/>
                </a:lnTo>
                <a:cubicBezTo>
                  <a:pt x="4998848" y="5955713"/>
                  <a:pt x="4974731" y="5940131"/>
                  <a:pt x="4986815" y="5973994"/>
                </a:cubicBezTo>
                <a:cubicBezTo>
                  <a:pt x="4961187" y="5997051"/>
                  <a:pt x="4983444" y="6032039"/>
                  <a:pt x="4987776" y="6089693"/>
                </a:cubicBezTo>
                <a:lnTo>
                  <a:pt x="4991621" y="6224938"/>
                </a:lnTo>
                <a:cubicBezTo>
                  <a:pt x="4988442" y="6270972"/>
                  <a:pt x="5008962" y="6317522"/>
                  <a:pt x="5017157" y="6370251"/>
                </a:cubicBezTo>
                <a:cubicBezTo>
                  <a:pt x="5025353" y="6422980"/>
                  <a:pt x="5039938" y="6490855"/>
                  <a:pt x="5040797" y="6541313"/>
                </a:cubicBezTo>
                <a:cubicBezTo>
                  <a:pt x="5039898" y="6576319"/>
                  <a:pt x="5031912" y="6591883"/>
                  <a:pt x="5045375" y="6640957"/>
                </a:cubicBezTo>
                <a:cubicBezTo>
                  <a:pt x="5057505" y="6669536"/>
                  <a:pt x="5052276" y="6675394"/>
                  <a:pt x="5058442" y="6705297"/>
                </a:cubicBezTo>
                <a:cubicBezTo>
                  <a:pt x="5057367" y="6727133"/>
                  <a:pt x="5067901" y="6732087"/>
                  <a:pt x="5071125" y="6759582"/>
                </a:cubicBezTo>
                <a:cubicBezTo>
                  <a:pt x="5055614" y="6796071"/>
                  <a:pt x="5051656" y="6769544"/>
                  <a:pt x="5069172" y="6817746"/>
                </a:cubicBezTo>
                <a:cubicBezTo>
                  <a:pt x="5060956" y="6828354"/>
                  <a:pt x="5064525" y="6836369"/>
                  <a:pt x="5072322" y="6843646"/>
                </a:cubicBezTo>
                <a:lnTo>
                  <a:pt x="5091388" y="6857998"/>
                </a:lnTo>
                <a:lnTo>
                  <a:pt x="6096000" y="6857998"/>
                </a:lnTo>
                <a:lnTo>
                  <a:pt x="6096000" y="6858000"/>
                </a:lnTo>
                <a:lnTo>
                  <a:pt x="0" y="685800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a:xfrm>
            <a:off x="838200" y="609600"/>
            <a:ext cx="3739341" cy="1330839"/>
          </a:xfrm>
        </p:spPr>
        <p:txBody>
          <a:bodyPr vert="horz" lIns="91440" tIns="45720" rIns="91440" bIns="45720" rtlCol="0" anchor="ctr">
            <a:normAutofit/>
          </a:bodyPr>
          <a:lstStyle/>
          <a:p>
            <a:r>
              <a:rPr lang="en-US" kern="1200">
                <a:solidFill>
                  <a:schemeClr val="tx1"/>
                </a:solidFill>
                <a:latin typeface="+mj-lt"/>
                <a:ea typeface="+mj-ea"/>
                <a:cs typeface="+mj-cs"/>
              </a:rPr>
              <a:t>Data encapsulation</a:t>
            </a: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862366" y="2194102"/>
            <a:ext cx="3427001" cy="3908586"/>
          </a:xfrm>
          <a:prstGeom prst="rect">
            <a:avLst/>
          </a:prstGeom>
        </p:spPr>
        <p:txBody>
          <a:bodyPr spcFirstLastPara="1" vert="horz" lIns="91440" tIns="45720" rIns="91440" bIns="45720" rtlCol="0"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228600" indent="-228600" algn="l">
              <a:lnSpc>
                <a:spcPct val="90000"/>
              </a:lnSpc>
              <a:spcBef>
                <a:spcPts val="1000"/>
              </a:spcBef>
              <a:buFont typeface="Arial" panose="020B0604020202020204" pitchFamily="34" charset="0"/>
              <a:buChar char="•"/>
              <a:defRPr/>
            </a:pPr>
            <a:r>
              <a:rPr lang="en-US" sz="1600" dirty="0">
                <a:solidFill>
                  <a:schemeClr val="tx1"/>
                </a:solidFill>
                <a:latin typeface="+mn-lt"/>
                <a:ea typeface="+mn-ea"/>
                <a:cs typeface="+mn-cs"/>
              </a:rPr>
              <a:t>Lower levels are responsible for handling data for the higher levels </a:t>
            </a:r>
            <a:r>
              <a:rPr kumimoji="0" lang="en-US" sz="1600" b="0" i="0" u="none" strike="noStrike" kern="0" cap="none" spc="0" normalizeH="0" baseline="0" noProof="0" dirty="0">
                <a:ln>
                  <a:noFill/>
                </a:ln>
                <a:solidFill>
                  <a:srgbClr val="000000"/>
                </a:solidFill>
                <a:effectLst/>
                <a:uLnTx/>
                <a:uFillTx/>
                <a:latin typeface="Arial"/>
                <a:cs typeface="Arial"/>
                <a:sym typeface="Wingdings" panose="05000000000000000000" pitchFamily="2" charset="2"/>
              </a:rPr>
              <a:t> </a:t>
            </a:r>
            <a:r>
              <a:rPr lang="en-US" sz="1600" dirty="0">
                <a:solidFill>
                  <a:schemeClr val="tx1"/>
                </a:solidFill>
                <a:latin typeface="+mn-lt"/>
                <a:ea typeface="+mn-ea"/>
                <a:cs typeface="+mn-cs"/>
              </a:rPr>
              <a:t>these lower-level data structures must encapsulate data from the higher levels.</a:t>
            </a:r>
          </a:p>
          <a:p>
            <a:pPr algn="l">
              <a:lnSpc>
                <a:spcPct val="90000"/>
              </a:lnSpc>
              <a:spcBef>
                <a:spcPts val="1000"/>
              </a:spcBef>
              <a:defRPr/>
            </a:pPr>
            <a:r>
              <a:rPr kumimoji="0" lang="en-US" sz="1600" b="0" i="0" u="none" strike="noStrike" kern="0" cap="none" spc="0" normalizeH="0" baseline="0" noProof="0" dirty="0">
                <a:ln>
                  <a:noFill/>
                </a:ln>
                <a:solidFill>
                  <a:srgbClr val="000000"/>
                </a:solidFill>
                <a:effectLst/>
                <a:uLnTx/>
                <a:uFillTx/>
                <a:latin typeface="Arial"/>
                <a:cs typeface="Arial"/>
                <a:sym typeface="Wingdings" panose="05000000000000000000" pitchFamily="2" charset="2"/>
              </a:rPr>
              <a:t></a:t>
            </a:r>
            <a:r>
              <a:rPr kumimoji="0" lang="en-US" sz="1600" b="0" i="0" u="none" strike="noStrike" kern="0" cap="none" spc="0" normalizeH="0" baseline="0" noProof="0" dirty="0">
                <a:ln>
                  <a:noFill/>
                </a:ln>
                <a:solidFill>
                  <a:schemeClr val="tx1"/>
                </a:solidFill>
                <a:effectLst/>
                <a:uLnTx/>
                <a:uFillTx/>
                <a:latin typeface="+mn-lt"/>
                <a:ea typeface="+mn-ea"/>
                <a:cs typeface="+mn-cs"/>
                <a:sym typeface="Wingdings" panose="05000000000000000000" pitchFamily="2" charset="2"/>
              </a:rPr>
              <a:t> </a:t>
            </a:r>
            <a:r>
              <a:rPr lang="en-US" sz="1600" dirty="0">
                <a:solidFill>
                  <a:schemeClr val="tx1"/>
                </a:solidFill>
                <a:latin typeface="+mn-lt"/>
                <a:ea typeface="+mn-ea"/>
                <a:cs typeface="+mn-cs"/>
              </a:rPr>
              <a:t> when programming an application, only need to consider the highest-level protocol. </a:t>
            </a:r>
          </a:p>
          <a:p>
            <a:pPr marL="228600" indent="-228600" algn="l">
              <a:lnSpc>
                <a:spcPct val="90000"/>
              </a:lnSpc>
              <a:spcBef>
                <a:spcPts val="1000"/>
              </a:spcBef>
              <a:buFont typeface="Arial" panose="020B0604020202020204" pitchFamily="34" charset="0"/>
              <a:buChar char="•"/>
              <a:defRPr/>
            </a:pPr>
            <a:endParaRPr lang="en-US" sz="1600" dirty="0">
              <a:solidFill>
                <a:schemeClr val="tx1"/>
              </a:solidFill>
              <a:latin typeface="+mn-lt"/>
              <a:ea typeface="+mn-ea"/>
              <a:cs typeface="+mn-cs"/>
            </a:endParaRPr>
          </a:p>
          <a:p>
            <a:pPr marL="228600" indent="-228600" algn="l">
              <a:lnSpc>
                <a:spcPct val="90000"/>
              </a:lnSpc>
              <a:spcBef>
                <a:spcPts val="1000"/>
              </a:spcBef>
              <a:buFont typeface="Arial" panose="020B0604020202020204" pitchFamily="34" charset="0"/>
              <a:buChar char="•"/>
              <a:defRPr/>
            </a:pPr>
            <a:r>
              <a:rPr lang="en-US" sz="1600" dirty="0">
                <a:solidFill>
                  <a:schemeClr val="tx1"/>
                </a:solidFill>
                <a:latin typeface="+mn-lt"/>
                <a:ea typeface="+mn-ea"/>
                <a:cs typeface="+mn-cs"/>
              </a:rPr>
              <a:t>When communicating over a network, data must be processed down through the layers at the sender and up again through the layers at the receiver.</a:t>
            </a:r>
          </a:p>
        </p:txBody>
      </p:sp>
      <p:pic>
        <p:nvPicPr>
          <p:cNvPr id="5" name="Picture 4">
            <a:extLst>
              <a:ext uri="{FF2B5EF4-FFF2-40B4-BE49-F238E27FC236}">
                <a16:creationId xmlns:a16="http://schemas.microsoft.com/office/drawing/2014/main" id="{75EB9888-34C0-ADCB-615A-BA27DD34C3B9}"/>
              </a:ext>
            </a:extLst>
          </p:cNvPr>
          <p:cNvPicPr>
            <a:picLocks noChangeAspect="1"/>
          </p:cNvPicPr>
          <p:nvPr/>
        </p:nvPicPr>
        <p:blipFill>
          <a:blip r:embed="rId3"/>
          <a:stretch>
            <a:fillRect/>
          </a:stretch>
        </p:blipFill>
        <p:spPr>
          <a:xfrm>
            <a:off x="5445457" y="771079"/>
            <a:ext cx="6155141" cy="5339583"/>
          </a:xfrm>
          <a:prstGeom prst="rect">
            <a:avLst/>
          </a:prstGeom>
          <a:noFill/>
        </p:spPr>
      </p:pic>
      <p:sp>
        <p:nvSpPr>
          <p:cNvPr id="7" name="Slide Number Placeholder 6" hidden="1">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spcAft>
                <a:spcPts val="600"/>
              </a:spcAft>
              <a:buClr>
                <a:srgbClr val="000000"/>
              </a:buClr>
              <a:defRPr/>
            </a:pPr>
            <a:fld id="{DAC9FE72-3A80-4B60-9F46-F99E2834B23F}" type="slidenum">
              <a:rPr lang="en-US" kern="0">
                <a:solidFill>
                  <a:srgbClr val="FFFFFF">
                    <a:lumMod val="50000"/>
                  </a:srgbClr>
                </a:solidFill>
                <a:latin typeface="Arial"/>
                <a:cs typeface="Arial"/>
                <a:sym typeface="Arial"/>
              </a:rPr>
              <a:pPr defTabSz="1219170">
                <a:spcAft>
                  <a:spcPts val="600"/>
                </a:spcAft>
                <a:buClr>
                  <a:srgbClr val="000000"/>
                </a:buClr>
                <a:defRPr/>
              </a:pPr>
              <a:t>37</a:t>
            </a:fld>
            <a:endParaRPr lang="en-US" kern="0">
              <a:solidFill>
                <a:srgbClr val="FFFFFF">
                  <a:lumMod val="50000"/>
                </a:srgbClr>
              </a:solidFill>
              <a:latin typeface="Arial"/>
              <a:cs typeface="Arial"/>
              <a:sym typeface="Arial"/>
            </a:endParaRPr>
          </a:p>
        </p:txBody>
      </p:sp>
    </p:spTree>
    <p:extLst>
      <p:ext uri="{BB962C8B-B14F-4D97-AF65-F5344CB8AC3E}">
        <p14:creationId xmlns:p14="http://schemas.microsoft.com/office/powerpoint/2010/main" val="61738110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p:txBody>
          <a:bodyPr/>
          <a:lstStyle/>
          <a:p>
            <a:r>
              <a:rPr lang="en-US"/>
              <a:t>3. Data encapsulation</a:t>
            </a:r>
            <a:endParaRPr lang="en-US" dirty="0"/>
          </a:p>
        </p:txBody>
      </p:sp>
      <p:sp>
        <p:nvSpPr>
          <p:cNvPr id="3" name="Subtitle 2">
            <a:extLst>
              <a:ext uri="{FF2B5EF4-FFF2-40B4-BE49-F238E27FC236}">
                <a16:creationId xmlns:a16="http://schemas.microsoft.com/office/drawing/2014/main" id="{DAE0A447-4D96-4F50-B40B-B8A0C887C33B}"/>
              </a:ext>
            </a:extLst>
          </p:cNvPr>
          <p:cNvSpPr>
            <a:spLocks noGrp="1"/>
          </p:cNvSpPr>
          <p:nvPr>
            <p:ph type="subTitle" idx="1"/>
          </p:nvPr>
        </p:nvSpPr>
        <p:spPr/>
        <p:txBody>
          <a:bodyPr/>
          <a:lstStyle/>
          <a:p>
            <a:endParaRPr lang="en-US" sz="2133" b="1" dirty="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buClr>
                <a:srgbClr val="000000"/>
              </a:buClr>
              <a:defRPr/>
            </a:pPr>
            <a:fld id="{DAC9FE72-3A80-4B60-9F46-F99E2834B23F}" type="slidenum">
              <a:rPr lang="en-US" kern="0">
                <a:solidFill>
                  <a:srgbClr val="FFFFFF">
                    <a:lumMod val="50000"/>
                  </a:srgbClr>
                </a:solidFill>
                <a:latin typeface="Arial"/>
                <a:cs typeface="Arial"/>
                <a:sym typeface="Arial"/>
              </a:rPr>
              <a:pPr defTabSz="1219170">
                <a:buClr>
                  <a:srgbClr val="000000"/>
                </a:buClr>
                <a:defRPr/>
              </a:pPr>
              <a:t>38</a:t>
            </a:fld>
            <a:endParaRPr lang="en-US" kern="0">
              <a:solidFill>
                <a:srgbClr val="FFFFFF">
                  <a:lumMod val="50000"/>
                </a:srgbClr>
              </a:solidFill>
              <a:latin typeface="Arial"/>
              <a:cs typeface="Arial"/>
              <a:sym typeface="Arial"/>
            </a:endParaRP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629920" y="1632683"/>
            <a:ext cx="10972800" cy="48595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311143" indent="-311143" algn="l" defTabSz="1219170">
              <a:lnSpc>
                <a:spcPct val="150000"/>
              </a:lnSpc>
              <a:buFont typeface="Wingdings" panose="05000000000000000000" pitchFamily="2" charset="2"/>
              <a:buChar char="§"/>
              <a:defRPr/>
            </a:pPr>
            <a:r>
              <a:rPr lang="en-US" sz="2133" kern="0"/>
              <a:t>For example:</a:t>
            </a:r>
          </a:p>
          <a:p>
            <a:pPr algn="l" defTabSz="1219170">
              <a:lnSpc>
                <a:spcPct val="150000"/>
              </a:lnSpc>
              <a:defRPr/>
            </a:pPr>
            <a:endParaRPr lang="en-US" sz="2133" kern="0" dirty="0"/>
          </a:p>
        </p:txBody>
      </p:sp>
      <p:pic>
        <p:nvPicPr>
          <p:cNvPr id="8" name="Picture 7">
            <a:extLst>
              <a:ext uri="{FF2B5EF4-FFF2-40B4-BE49-F238E27FC236}">
                <a16:creationId xmlns:a16="http://schemas.microsoft.com/office/drawing/2014/main" id="{95F7F823-9EE6-7F48-357C-215FEE91AB55}"/>
              </a:ext>
            </a:extLst>
          </p:cNvPr>
          <p:cNvPicPr>
            <a:picLocks noChangeAspect="1"/>
          </p:cNvPicPr>
          <p:nvPr/>
        </p:nvPicPr>
        <p:blipFill>
          <a:blip r:embed="rId3"/>
          <a:stretch>
            <a:fillRect/>
          </a:stretch>
        </p:blipFill>
        <p:spPr>
          <a:xfrm>
            <a:off x="56749" y="2560459"/>
            <a:ext cx="1334464" cy="925119"/>
          </a:xfrm>
          <a:prstGeom prst="rect">
            <a:avLst/>
          </a:prstGeom>
        </p:spPr>
      </p:pic>
      <p:pic>
        <p:nvPicPr>
          <p:cNvPr id="11" name="Picture 10">
            <a:extLst>
              <a:ext uri="{FF2B5EF4-FFF2-40B4-BE49-F238E27FC236}">
                <a16:creationId xmlns:a16="http://schemas.microsoft.com/office/drawing/2014/main" id="{EDCDC0D2-8E6A-8CE6-197A-D3BF3FF80E68}"/>
              </a:ext>
            </a:extLst>
          </p:cNvPr>
          <p:cNvPicPr>
            <a:picLocks noChangeAspect="1"/>
          </p:cNvPicPr>
          <p:nvPr/>
        </p:nvPicPr>
        <p:blipFill>
          <a:blip r:embed="rId4"/>
          <a:stretch>
            <a:fillRect/>
          </a:stretch>
        </p:blipFill>
        <p:spPr>
          <a:xfrm>
            <a:off x="1751253" y="2560460"/>
            <a:ext cx="1489660" cy="1245453"/>
          </a:xfrm>
          <a:prstGeom prst="rect">
            <a:avLst/>
          </a:prstGeom>
        </p:spPr>
      </p:pic>
      <p:pic>
        <p:nvPicPr>
          <p:cNvPr id="13" name="Picture 12">
            <a:extLst>
              <a:ext uri="{FF2B5EF4-FFF2-40B4-BE49-F238E27FC236}">
                <a16:creationId xmlns:a16="http://schemas.microsoft.com/office/drawing/2014/main" id="{2CCF8AED-6C3A-5AB2-68C4-5E40CCE18EEB}"/>
              </a:ext>
            </a:extLst>
          </p:cNvPr>
          <p:cNvPicPr>
            <a:picLocks noChangeAspect="1"/>
          </p:cNvPicPr>
          <p:nvPr/>
        </p:nvPicPr>
        <p:blipFill>
          <a:blip r:embed="rId5"/>
          <a:stretch>
            <a:fillRect/>
          </a:stretch>
        </p:blipFill>
        <p:spPr>
          <a:xfrm>
            <a:off x="3916879" y="2560459"/>
            <a:ext cx="1963060" cy="1866359"/>
          </a:xfrm>
          <a:prstGeom prst="rect">
            <a:avLst/>
          </a:prstGeom>
        </p:spPr>
      </p:pic>
      <p:pic>
        <p:nvPicPr>
          <p:cNvPr id="15" name="Picture 14">
            <a:extLst>
              <a:ext uri="{FF2B5EF4-FFF2-40B4-BE49-F238E27FC236}">
                <a16:creationId xmlns:a16="http://schemas.microsoft.com/office/drawing/2014/main" id="{61AACED6-40ED-A0AB-055B-F55870A601A6}"/>
              </a:ext>
            </a:extLst>
          </p:cNvPr>
          <p:cNvPicPr>
            <a:picLocks noChangeAspect="1"/>
          </p:cNvPicPr>
          <p:nvPr/>
        </p:nvPicPr>
        <p:blipFill>
          <a:blip r:embed="rId6"/>
          <a:stretch>
            <a:fillRect/>
          </a:stretch>
        </p:blipFill>
        <p:spPr>
          <a:xfrm>
            <a:off x="6664403" y="2543830"/>
            <a:ext cx="2306696" cy="2410135"/>
          </a:xfrm>
          <a:prstGeom prst="rect">
            <a:avLst/>
          </a:prstGeom>
        </p:spPr>
      </p:pic>
      <p:pic>
        <p:nvPicPr>
          <p:cNvPr id="17" name="Picture 16">
            <a:extLst>
              <a:ext uri="{FF2B5EF4-FFF2-40B4-BE49-F238E27FC236}">
                <a16:creationId xmlns:a16="http://schemas.microsoft.com/office/drawing/2014/main" id="{FD9FE82C-A6FB-04D9-3711-E7AE3564231A}"/>
              </a:ext>
            </a:extLst>
          </p:cNvPr>
          <p:cNvPicPr>
            <a:picLocks noChangeAspect="1"/>
          </p:cNvPicPr>
          <p:nvPr/>
        </p:nvPicPr>
        <p:blipFill>
          <a:blip r:embed="rId7"/>
          <a:stretch>
            <a:fillRect/>
          </a:stretch>
        </p:blipFill>
        <p:spPr>
          <a:xfrm>
            <a:off x="9627035" y="2560459"/>
            <a:ext cx="2508216" cy="2817872"/>
          </a:xfrm>
          <a:prstGeom prst="rect">
            <a:avLst/>
          </a:prstGeom>
        </p:spPr>
      </p:pic>
      <p:cxnSp>
        <p:nvCxnSpPr>
          <p:cNvPr id="19" name="Straight Arrow Connector 18">
            <a:extLst>
              <a:ext uri="{FF2B5EF4-FFF2-40B4-BE49-F238E27FC236}">
                <a16:creationId xmlns:a16="http://schemas.microsoft.com/office/drawing/2014/main" id="{E50C5E56-F49F-4D2F-2A24-F090A68390F7}"/>
              </a:ext>
            </a:extLst>
          </p:cNvPr>
          <p:cNvCxnSpPr>
            <a:cxnSpLocks/>
          </p:cNvCxnSpPr>
          <p:nvPr/>
        </p:nvCxnSpPr>
        <p:spPr>
          <a:xfrm>
            <a:off x="1391214" y="2993985"/>
            <a:ext cx="360039" cy="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85A5A255-4C49-0C0D-F1AE-2C91124A4A62}"/>
              </a:ext>
            </a:extLst>
          </p:cNvPr>
          <p:cNvCxnSpPr>
            <a:cxnSpLocks/>
          </p:cNvCxnSpPr>
          <p:nvPr/>
        </p:nvCxnSpPr>
        <p:spPr>
          <a:xfrm>
            <a:off x="3443791" y="2993985"/>
            <a:ext cx="360039" cy="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680FC254-0CFD-D429-6E45-1406E0DEE397}"/>
              </a:ext>
            </a:extLst>
          </p:cNvPr>
          <p:cNvCxnSpPr>
            <a:cxnSpLocks/>
          </p:cNvCxnSpPr>
          <p:nvPr/>
        </p:nvCxnSpPr>
        <p:spPr>
          <a:xfrm>
            <a:off x="6096001" y="3024852"/>
            <a:ext cx="360039" cy="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50DC424C-2C3B-BC04-7337-B524AD3B2E06}"/>
              </a:ext>
            </a:extLst>
          </p:cNvPr>
          <p:cNvCxnSpPr>
            <a:cxnSpLocks/>
          </p:cNvCxnSpPr>
          <p:nvPr/>
        </p:nvCxnSpPr>
        <p:spPr>
          <a:xfrm>
            <a:off x="9120851" y="3071151"/>
            <a:ext cx="360039" cy="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189983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p:txBody>
          <a:bodyPr/>
          <a:lstStyle/>
          <a:p>
            <a:r>
              <a:rPr lang="en-US"/>
              <a:t>4. Internet Protocol</a:t>
            </a:r>
            <a:endParaRPr lang="en-US" dirty="0"/>
          </a:p>
        </p:txBody>
      </p:sp>
      <p:sp>
        <p:nvSpPr>
          <p:cNvPr id="3" name="Subtitle 2">
            <a:extLst>
              <a:ext uri="{FF2B5EF4-FFF2-40B4-BE49-F238E27FC236}">
                <a16:creationId xmlns:a16="http://schemas.microsoft.com/office/drawing/2014/main" id="{DAE0A447-4D96-4F50-B40B-B8A0C887C33B}"/>
              </a:ext>
            </a:extLst>
          </p:cNvPr>
          <p:cNvSpPr>
            <a:spLocks noGrp="1"/>
          </p:cNvSpPr>
          <p:nvPr>
            <p:ph type="subTitle" idx="1"/>
          </p:nvPr>
        </p:nvSpPr>
        <p:spPr/>
        <p:txBody>
          <a:bodyPr/>
          <a:lstStyle/>
          <a:p>
            <a:endParaRPr lang="en-US" sz="2133" b="1" dirty="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buClr>
                <a:srgbClr val="000000"/>
              </a:buClr>
              <a:defRPr/>
            </a:pPr>
            <a:fld id="{DAC9FE72-3A80-4B60-9F46-F99E2834B23F}" type="slidenum">
              <a:rPr lang="en-US" kern="0">
                <a:solidFill>
                  <a:srgbClr val="FFFFFF">
                    <a:lumMod val="50000"/>
                  </a:srgbClr>
                </a:solidFill>
                <a:latin typeface="Arial"/>
                <a:cs typeface="Arial"/>
                <a:sym typeface="Arial"/>
              </a:rPr>
              <a:pPr defTabSz="1219170">
                <a:buClr>
                  <a:srgbClr val="000000"/>
                </a:buClr>
                <a:defRPr/>
              </a:pPr>
              <a:t>39</a:t>
            </a:fld>
            <a:endParaRPr lang="en-US" kern="0">
              <a:solidFill>
                <a:srgbClr val="FFFFFF">
                  <a:lumMod val="50000"/>
                </a:srgbClr>
              </a:solidFill>
              <a:latin typeface="Arial"/>
              <a:cs typeface="Arial"/>
              <a:sym typeface="Arial"/>
            </a:endParaRP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629920" y="1632683"/>
            <a:ext cx="10972800" cy="48595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304792" indent="-304792" algn="l" defTabSz="1219170">
              <a:lnSpc>
                <a:spcPct val="150000"/>
              </a:lnSpc>
              <a:buFont typeface="Wingdings" panose="05000000000000000000" pitchFamily="2" charset="2"/>
              <a:buChar char="§"/>
              <a:defRPr/>
            </a:pPr>
            <a:r>
              <a:rPr lang="en-US" sz="2133" kern="0"/>
              <a:t>One protocol is overwhelmingly common.</a:t>
            </a:r>
          </a:p>
          <a:p>
            <a:pPr marL="304792" indent="-304792" algn="l" defTabSz="1219170">
              <a:lnSpc>
                <a:spcPct val="150000"/>
              </a:lnSpc>
              <a:buFont typeface="Wingdings" panose="05000000000000000000" pitchFamily="2" charset="2"/>
              <a:buChar char="§"/>
              <a:defRPr/>
            </a:pPr>
            <a:r>
              <a:rPr lang="en-US" sz="2133" kern="0"/>
              <a:t>It comes in two versions—IPv4 and IPv6</a:t>
            </a:r>
          </a:p>
          <a:p>
            <a:pPr marL="304792" indent="-304792" algn="l" defTabSz="1219170">
              <a:lnSpc>
                <a:spcPct val="150000"/>
              </a:lnSpc>
              <a:buFont typeface="Wingdings" panose="05000000000000000000" pitchFamily="2" charset="2"/>
              <a:buChar char="§"/>
              <a:defRPr/>
            </a:pPr>
            <a:r>
              <a:rPr lang="en-US" sz="2133" kern="0"/>
              <a:t>IPv4: </a:t>
            </a:r>
          </a:p>
          <a:p>
            <a:pPr marL="609585" indent="-298443" algn="l" defTabSz="1219170">
              <a:lnSpc>
                <a:spcPct val="150000"/>
              </a:lnSpc>
              <a:buFont typeface="Arial" panose="020B0604020202020204" pitchFamily="34" charset="0"/>
              <a:buChar char="•"/>
              <a:defRPr/>
            </a:pPr>
            <a:r>
              <a:rPr lang="en-US" sz="2133" kern="0"/>
              <a:t>IPv4 is completely ubiquitous and deployed everywhere.</a:t>
            </a:r>
          </a:p>
          <a:p>
            <a:pPr marL="609585" indent="-298443" algn="l" defTabSz="1219170">
              <a:lnSpc>
                <a:spcPct val="150000"/>
              </a:lnSpc>
              <a:buFont typeface="Arial" panose="020B0604020202020204" pitchFamily="34" charset="0"/>
              <a:buChar char="•"/>
              <a:defRPr/>
            </a:pPr>
            <a:r>
              <a:rPr lang="en-US" sz="2133" kern="0"/>
              <a:t>IPv4 uses 32-bit addresses, which limits it to addressing no more than 2</a:t>
            </a:r>
            <a:r>
              <a:rPr lang="en-US" sz="2133" kern="0" baseline="30000"/>
              <a:t>32</a:t>
            </a:r>
            <a:r>
              <a:rPr lang="en-US" sz="2133" kern="0"/>
              <a:t> or 4,294,967,296 systems.</a:t>
            </a:r>
          </a:p>
          <a:p>
            <a:pPr marL="311143" indent="-311143" algn="l" defTabSz="1219170">
              <a:lnSpc>
                <a:spcPct val="150000"/>
              </a:lnSpc>
              <a:buFont typeface="Wingdings" panose="05000000000000000000" pitchFamily="2" charset="2"/>
              <a:buChar char="§"/>
              <a:defRPr/>
            </a:pPr>
            <a:r>
              <a:rPr lang="en-US" sz="2133" kern="0"/>
              <a:t>IPv6: </a:t>
            </a:r>
          </a:p>
          <a:p>
            <a:pPr marL="609585" indent="-298443" algn="l" defTabSz="1219170">
              <a:lnSpc>
                <a:spcPct val="150000"/>
              </a:lnSpc>
              <a:buFont typeface="Arial" panose="020B0604020202020204" pitchFamily="34" charset="0"/>
              <a:buChar char="•"/>
              <a:defRPr/>
            </a:pPr>
            <a:r>
              <a:rPr lang="en-US" sz="2133" kern="0"/>
              <a:t>IPv6 was designed to replace IPv4 </a:t>
            </a:r>
          </a:p>
          <a:p>
            <a:pPr marL="609585" indent="-298443" algn="l" defTabSz="1219170">
              <a:lnSpc>
                <a:spcPct val="150000"/>
              </a:lnSpc>
              <a:buFont typeface="Arial" panose="020B0604020202020204" pitchFamily="34" charset="0"/>
              <a:buChar char="•"/>
              <a:defRPr/>
            </a:pPr>
            <a:r>
              <a:rPr lang="en-US" sz="2133" kern="0"/>
              <a:t>It uses a 128-bit address, 2</a:t>
            </a:r>
            <a:r>
              <a:rPr lang="en-US" sz="2133" kern="0" baseline="30000"/>
              <a:t>128</a:t>
            </a:r>
            <a:r>
              <a:rPr lang="en-US" sz="2133" kern="0"/>
              <a:t> </a:t>
            </a:r>
            <a:r>
              <a:rPr lang="en-US" sz="2133" kern="0">
                <a:sym typeface="Symbol" panose="05050102010706020507" pitchFamily="18" charset="2"/>
              </a:rPr>
              <a:t> </a:t>
            </a:r>
            <a:r>
              <a:rPr lang="en-US" sz="2133" kern="0"/>
              <a:t>3.4 x 10</a:t>
            </a:r>
            <a:r>
              <a:rPr lang="en-US" sz="2133" kern="0" baseline="30000"/>
              <a:t>38</a:t>
            </a:r>
            <a:r>
              <a:rPr lang="en-US" sz="2133" kern="0"/>
              <a:t> addresses.</a:t>
            </a:r>
            <a:endParaRPr lang="en-US" sz="2133" kern="0" dirty="0"/>
          </a:p>
        </p:txBody>
      </p:sp>
    </p:spTree>
    <p:extLst>
      <p:ext uri="{BB962C8B-B14F-4D97-AF65-F5344CB8AC3E}">
        <p14:creationId xmlns:p14="http://schemas.microsoft.com/office/powerpoint/2010/main" val="307706885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p:txBody>
          <a:bodyPr/>
          <a:lstStyle/>
          <a:p>
            <a:r>
              <a:rPr lang="en-US"/>
              <a:t>6. Domain names</a:t>
            </a:r>
            <a:endParaRPr lang="en-US" dirty="0"/>
          </a:p>
        </p:txBody>
      </p:sp>
      <p:sp>
        <p:nvSpPr>
          <p:cNvPr id="3" name="Subtitle 2">
            <a:extLst>
              <a:ext uri="{FF2B5EF4-FFF2-40B4-BE49-F238E27FC236}">
                <a16:creationId xmlns:a16="http://schemas.microsoft.com/office/drawing/2014/main" id="{DAE0A447-4D96-4F50-B40B-B8A0C887C33B}"/>
              </a:ext>
            </a:extLst>
          </p:cNvPr>
          <p:cNvSpPr>
            <a:spLocks noGrp="1"/>
          </p:cNvSpPr>
          <p:nvPr>
            <p:ph type="subTitle" idx="1"/>
          </p:nvPr>
        </p:nvSpPr>
        <p:spPr/>
        <p:txBody>
          <a:bodyPr/>
          <a:lstStyle/>
          <a:p>
            <a:endParaRPr lang="en-US" sz="2133" b="1" dirty="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buClr>
                <a:srgbClr val="000000"/>
              </a:buClr>
              <a:defRPr/>
            </a:pPr>
            <a:fld id="{DAC9FE72-3A80-4B60-9F46-F99E2834B23F}" type="slidenum">
              <a:rPr lang="en-US" kern="0">
                <a:solidFill>
                  <a:srgbClr val="FFFFFF">
                    <a:lumMod val="50000"/>
                  </a:srgbClr>
                </a:solidFill>
                <a:latin typeface="Arial"/>
                <a:cs typeface="Arial"/>
                <a:sym typeface="Arial"/>
              </a:rPr>
              <a:pPr defTabSz="1219170">
                <a:buClr>
                  <a:srgbClr val="000000"/>
                </a:buClr>
                <a:defRPr/>
              </a:pPr>
              <a:t>40</a:t>
            </a:fld>
            <a:endParaRPr lang="en-US" kern="0">
              <a:solidFill>
                <a:srgbClr val="FFFFFF">
                  <a:lumMod val="50000"/>
                </a:srgbClr>
              </a:solidFill>
              <a:latin typeface="Arial"/>
              <a:cs typeface="Arial"/>
              <a:sym typeface="Arial"/>
            </a:endParaRP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629920" y="1632683"/>
            <a:ext cx="10972800" cy="48595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311143" indent="-311143" algn="l" defTabSz="1219170">
              <a:lnSpc>
                <a:spcPct val="150000"/>
              </a:lnSpc>
              <a:buFont typeface="Wingdings" panose="05000000000000000000" pitchFamily="2" charset="2"/>
              <a:buChar char="§"/>
              <a:defRPr/>
            </a:pPr>
            <a:r>
              <a:rPr lang="en-US" sz="2133" kern="0"/>
              <a:t>The Internet Protocol can only route packets to an IP address</a:t>
            </a:r>
            <a:r>
              <a:rPr lang="en-US" sz="2133"/>
              <a:t>.</a:t>
            </a:r>
          </a:p>
          <a:p>
            <a:pPr marL="311143" indent="-311143" algn="l">
              <a:lnSpc>
                <a:spcPct val="150000"/>
              </a:lnSpc>
              <a:buFont typeface="Wingdings" panose="05000000000000000000" pitchFamily="2" charset="2"/>
              <a:buChar char="§"/>
              <a:defRPr/>
            </a:pPr>
            <a:endParaRPr lang="en-US" sz="2133"/>
          </a:p>
          <a:p>
            <a:pPr marL="311143" indent="-311143" algn="l">
              <a:lnSpc>
                <a:spcPct val="150000"/>
              </a:lnSpc>
              <a:buFont typeface="Wingdings" panose="05000000000000000000" pitchFamily="2" charset="2"/>
              <a:buChar char="§"/>
              <a:defRPr/>
            </a:pPr>
            <a:r>
              <a:rPr lang="en-US" sz="2133"/>
              <a:t>I</a:t>
            </a:r>
            <a:r>
              <a:rPr lang="en-US" sz="2133" kern="0"/>
              <a:t>f you try to connect to a website, your system must </a:t>
            </a:r>
            <a:r>
              <a:rPr lang="en-US" sz="2133" b="1" kern="0"/>
              <a:t>first resolve that domain name</a:t>
            </a:r>
            <a:r>
              <a:rPr lang="en-US" sz="2133" kern="0"/>
              <a:t> </a:t>
            </a:r>
            <a:r>
              <a:rPr lang="en-US" sz="2133" b="1" kern="0"/>
              <a:t>into an IP address </a:t>
            </a:r>
            <a:r>
              <a:rPr lang="en-US" sz="2133" kern="0"/>
              <a:t>for the server that hosts that website.</a:t>
            </a:r>
          </a:p>
          <a:p>
            <a:pPr marL="311143" indent="-311143" algn="l" defTabSz="1219170">
              <a:lnSpc>
                <a:spcPct val="150000"/>
              </a:lnSpc>
              <a:buFont typeface="Wingdings" panose="05000000000000000000" pitchFamily="2" charset="2"/>
              <a:buChar char="§"/>
              <a:defRPr/>
            </a:pPr>
            <a:endParaRPr lang="en-US" sz="2133" kern="0"/>
          </a:p>
          <a:p>
            <a:pPr marL="311143" indent="-311143" algn="l" defTabSz="1219170">
              <a:lnSpc>
                <a:spcPct val="150000"/>
              </a:lnSpc>
              <a:buFont typeface="Wingdings" panose="05000000000000000000" pitchFamily="2" charset="2"/>
              <a:buChar char="§"/>
              <a:defRPr/>
            </a:pPr>
            <a:r>
              <a:rPr lang="en-US" sz="2133" kern="0"/>
              <a:t>This is done by connecting to a </a:t>
            </a:r>
            <a:r>
              <a:rPr lang="en-US" sz="2133" b="1" kern="0"/>
              <a:t>Domain Name System </a:t>
            </a:r>
            <a:r>
              <a:rPr lang="en-US" sz="2133" kern="0"/>
              <a:t>(DNS) server. The IP address for a domain name server is usually assigned by your ISP.</a:t>
            </a:r>
            <a:endParaRPr lang="en-US" sz="2133" kern="0" dirty="0"/>
          </a:p>
        </p:txBody>
      </p:sp>
    </p:spTree>
    <p:extLst>
      <p:ext uri="{BB962C8B-B14F-4D97-AF65-F5344CB8AC3E}">
        <p14:creationId xmlns:p14="http://schemas.microsoft.com/office/powerpoint/2010/main" val="416979950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p:txBody>
          <a:bodyPr/>
          <a:lstStyle/>
          <a:p>
            <a:r>
              <a:rPr lang="en-US"/>
              <a:t>6. Domain names</a:t>
            </a:r>
            <a:endParaRPr lang="en-US" dirty="0"/>
          </a:p>
        </p:txBody>
      </p:sp>
      <p:sp>
        <p:nvSpPr>
          <p:cNvPr id="3" name="Subtitle 2">
            <a:extLst>
              <a:ext uri="{FF2B5EF4-FFF2-40B4-BE49-F238E27FC236}">
                <a16:creationId xmlns:a16="http://schemas.microsoft.com/office/drawing/2014/main" id="{DAE0A447-4D96-4F50-B40B-B8A0C887C33B}"/>
              </a:ext>
            </a:extLst>
          </p:cNvPr>
          <p:cNvSpPr>
            <a:spLocks noGrp="1"/>
          </p:cNvSpPr>
          <p:nvPr>
            <p:ph type="subTitle" idx="1"/>
          </p:nvPr>
        </p:nvSpPr>
        <p:spPr/>
        <p:txBody>
          <a:bodyPr/>
          <a:lstStyle/>
          <a:p>
            <a:endParaRPr lang="en-US" sz="2133" b="1" dirty="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buClr>
                <a:srgbClr val="000000"/>
              </a:buClr>
              <a:defRPr/>
            </a:pPr>
            <a:fld id="{DAC9FE72-3A80-4B60-9F46-F99E2834B23F}" type="slidenum">
              <a:rPr lang="en-US" kern="0">
                <a:solidFill>
                  <a:srgbClr val="FFFFFF">
                    <a:lumMod val="50000"/>
                  </a:srgbClr>
                </a:solidFill>
                <a:latin typeface="Arial"/>
                <a:cs typeface="Arial"/>
                <a:sym typeface="Arial"/>
              </a:rPr>
              <a:pPr defTabSz="1219170">
                <a:buClr>
                  <a:srgbClr val="000000"/>
                </a:buClr>
                <a:defRPr/>
              </a:pPr>
              <a:t>41</a:t>
            </a:fld>
            <a:endParaRPr lang="en-US" kern="0">
              <a:solidFill>
                <a:srgbClr val="FFFFFF">
                  <a:lumMod val="50000"/>
                </a:srgbClr>
              </a:solidFill>
              <a:latin typeface="Arial"/>
              <a:cs typeface="Arial"/>
              <a:sym typeface="Arial"/>
            </a:endParaRP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629920" y="1632683"/>
            <a:ext cx="10972800" cy="48595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defTabSz="1219170">
              <a:lnSpc>
                <a:spcPct val="150000"/>
              </a:lnSpc>
              <a:defRPr/>
            </a:pPr>
            <a:r>
              <a:rPr lang="en-US" sz="2133"/>
              <a:t>F</a:t>
            </a:r>
            <a:r>
              <a:rPr lang="en-US" sz="2133" kern="0"/>
              <a:t>ree and public DNS servers</a:t>
            </a:r>
            <a:endParaRPr lang="en-US" sz="2133" kern="0" dirty="0"/>
          </a:p>
        </p:txBody>
      </p:sp>
      <p:graphicFrame>
        <p:nvGraphicFramePr>
          <p:cNvPr id="4" name="Table 3">
            <a:extLst>
              <a:ext uri="{FF2B5EF4-FFF2-40B4-BE49-F238E27FC236}">
                <a16:creationId xmlns:a16="http://schemas.microsoft.com/office/drawing/2014/main" id="{F417D48A-A28A-0244-5009-D5050557CEAE}"/>
              </a:ext>
            </a:extLst>
          </p:cNvPr>
          <p:cNvGraphicFramePr>
            <a:graphicFrameLocks noGrp="1"/>
          </p:cNvGraphicFramePr>
          <p:nvPr/>
        </p:nvGraphicFramePr>
        <p:xfrm>
          <a:off x="1724990" y="2283228"/>
          <a:ext cx="8782660" cy="4450077"/>
        </p:xfrm>
        <a:graphic>
          <a:graphicData uri="http://schemas.openxmlformats.org/drawingml/2006/table">
            <a:tbl>
              <a:tblPr firstRow="1" bandRow="1"/>
              <a:tblGrid>
                <a:gridCol w="2927553">
                  <a:extLst>
                    <a:ext uri="{9D8B030D-6E8A-4147-A177-3AD203B41FA5}">
                      <a16:colId xmlns:a16="http://schemas.microsoft.com/office/drawing/2014/main" val="2780361876"/>
                    </a:ext>
                  </a:extLst>
                </a:gridCol>
                <a:gridCol w="2517280">
                  <a:extLst>
                    <a:ext uri="{9D8B030D-6E8A-4147-A177-3AD203B41FA5}">
                      <a16:colId xmlns:a16="http://schemas.microsoft.com/office/drawing/2014/main" val="979921912"/>
                    </a:ext>
                  </a:extLst>
                </a:gridCol>
                <a:gridCol w="3337827">
                  <a:extLst>
                    <a:ext uri="{9D8B030D-6E8A-4147-A177-3AD203B41FA5}">
                      <a16:colId xmlns:a16="http://schemas.microsoft.com/office/drawing/2014/main" val="2076332600"/>
                    </a:ext>
                  </a:extLst>
                </a:gridCol>
              </a:tblGrid>
              <a:tr h="494453">
                <a:tc>
                  <a:txBody>
                    <a:bodyPr/>
                    <a:lstStyle/>
                    <a:p>
                      <a:r>
                        <a:rPr lang="en-US" sz="2100" b="1"/>
                        <a:t>DNS Provider</a:t>
                      </a:r>
                    </a:p>
                  </a:txBody>
                  <a:tcPr marL="121920" marR="121920" marT="60960" marB="60960" anchor="ctr"/>
                </a:tc>
                <a:tc>
                  <a:txBody>
                    <a:bodyPr/>
                    <a:lstStyle/>
                    <a:p>
                      <a:r>
                        <a:rPr lang="en-US" sz="2100" b="1"/>
                        <a:t>IPv4 Addresses</a:t>
                      </a:r>
                    </a:p>
                  </a:txBody>
                  <a:tcPr marL="121920" marR="121920" marT="60960" marB="60960" anchor="ctr"/>
                </a:tc>
                <a:tc>
                  <a:txBody>
                    <a:bodyPr/>
                    <a:lstStyle/>
                    <a:p>
                      <a:r>
                        <a:rPr lang="en-US" sz="2100" b="1"/>
                        <a:t>IPv6 Addresses</a:t>
                      </a:r>
                    </a:p>
                  </a:txBody>
                  <a:tcPr marL="121920" marR="121920" marT="60960" marB="60960" anchor="ctr"/>
                </a:tc>
                <a:extLst>
                  <a:ext uri="{0D108BD9-81ED-4DB2-BD59-A6C34878D82A}">
                    <a16:rowId xmlns:a16="http://schemas.microsoft.com/office/drawing/2014/main" val="978910828"/>
                  </a:ext>
                </a:extLst>
              </a:tr>
              <a:tr h="494453">
                <a:tc rowSpan="2">
                  <a:txBody>
                    <a:bodyPr/>
                    <a:lstStyle/>
                    <a:p>
                      <a:r>
                        <a:rPr lang="en-US" sz="2100"/>
                        <a:t>Cloudflare 1.1.1.1</a:t>
                      </a:r>
                    </a:p>
                  </a:txBody>
                  <a:tcPr marL="121920" marR="121920" marT="60960" marB="60960" anchor="ctr"/>
                </a:tc>
                <a:tc>
                  <a:txBody>
                    <a:bodyPr/>
                    <a:lstStyle/>
                    <a:p>
                      <a:r>
                        <a:rPr lang="en-US" sz="2100"/>
                        <a:t>1.1.1.1</a:t>
                      </a:r>
                    </a:p>
                  </a:txBody>
                  <a:tcPr marL="121920" marR="121920" marT="60960" marB="60960" anchor="ctr"/>
                </a:tc>
                <a:tc>
                  <a:txBody>
                    <a:bodyPr/>
                    <a:lstStyle/>
                    <a:p>
                      <a:r>
                        <a:rPr lang="en-US" sz="2100"/>
                        <a:t>2606:4700:4700::1111</a:t>
                      </a:r>
                    </a:p>
                  </a:txBody>
                  <a:tcPr marL="121920" marR="121920" marT="60960" marB="60960" anchor="ctr"/>
                </a:tc>
                <a:extLst>
                  <a:ext uri="{0D108BD9-81ED-4DB2-BD59-A6C34878D82A}">
                    <a16:rowId xmlns:a16="http://schemas.microsoft.com/office/drawing/2014/main" val="3401749902"/>
                  </a:ext>
                </a:extLst>
              </a:tr>
              <a:tr h="494453">
                <a:tc vMerge="1">
                  <a:txBody>
                    <a:bodyPr/>
                    <a:lstStyle/>
                    <a:p>
                      <a:endParaRPr lang="en-US"/>
                    </a:p>
                  </a:txBody>
                  <a:tcPr/>
                </a:tc>
                <a:tc>
                  <a:txBody>
                    <a:bodyPr/>
                    <a:lstStyle/>
                    <a:p>
                      <a:r>
                        <a:rPr lang="en-US" sz="2100"/>
                        <a:t>1.0.0.1</a:t>
                      </a:r>
                    </a:p>
                  </a:txBody>
                  <a:tcPr marL="121920" marR="121920" marT="60960" marB="60960" anchor="ctr"/>
                </a:tc>
                <a:tc>
                  <a:txBody>
                    <a:bodyPr/>
                    <a:lstStyle/>
                    <a:p>
                      <a:r>
                        <a:rPr lang="en-US" sz="2100"/>
                        <a:t>2606:4700:4700::1001</a:t>
                      </a:r>
                    </a:p>
                  </a:txBody>
                  <a:tcPr marL="121920" marR="121920" marT="60960" marB="60960" anchor="ctr"/>
                </a:tc>
                <a:extLst>
                  <a:ext uri="{0D108BD9-81ED-4DB2-BD59-A6C34878D82A}">
                    <a16:rowId xmlns:a16="http://schemas.microsoft.com/office/drawing/2014/main" val="940003893"/>
                  </a:ext>
                </a:extLst>
              </a:tr>
              <a:tr h="494453">
                <a:tc rowSpan="2">
                  <a:txBody>
                    <a:bodyPr/>
                    <a:lstStyle/>
                    <a:p>
                      <a:r>
                        <a:rPr lang="en-US" sz="2100"/>
                        <a:t>FreeDNS</a:t>
                      </a:r>
                    </a:p>
                  </a:txBody>
                  <a:tcPr marL="121920" marR="121920" marT="60960" marB="60960" anchor="ctr"/>
                </a:tc>
                <a:tc>
                  <a:txBody>
                    <a:bodyPr/>
                    <a:lstStyle/>
                    <a:p>
                      <a:r>
                        <a:rPr lang="en-US" sz="2100"/>
                        <a:t>37.235.1.174</a:t>
                      </a:r>
                    </a:p>
                  </a:txBody>
                  <a:tcPr marL="121920" marR="121920" marT="60960" marB="60960" anchor="ctr"/>
                </a:tc>
                <a:tc>
                  <a:txBody>
                    <a:bodyPr/>
                    <a:lstStyle/>
                    <a:p>
                      <a:endParaRPr lang="en-US" sz="2100"/>
                    </a:p>
                  </a:txBody>
                  <a:tcPr marL="121920" marR="121920" marT="60960" marB="60960" anchor="ctr"/>
                </a:tc>
                <a:extLst>
                  <a:ext uri="{0D108BD9-81ED-4DB2-BD59-A6C34878D82A}">
                    <a16:rowId xmlns:a16="http://schemas.microsoft.com/office/drawing/2014/main" val="2608371258"/>
                  </a:ext>
                </a:extLst>
              </a:tr>
              <a:tr h="494453">
                <a:tc vMerge="1">
                  <a:txBody>
                    <a:bodyPr/>
                    <a:lstStyle/>
                    <a:p>
                      <a:endParaRPr lang="en-US"/>
                    </a:p>
                  </a:txBody>
                  <a:tcPr/>
                </a:tc>
                <a:tc>
                  <a:txBody>
                    <a:bodyPr/>
                    <a:lstStyle/>
                    <a:p>
                      <a:r>
                        <a:rPr lang="en-US" sz="2100"/>
                        <a:t>37.235.1.177</a:t>
                      </a:r>
                    </a:p>
                  </a:txBody>
                  <a:tcPr marL="121920" marR="121920" marT="60960" marB="60960" anchor="ctr"/>
                </a:tc>
                <a:tc>
                  <a:txBody>
                    <a:bodyPr/>
                    <a:lstStyle/>
                    <a:p>
                      <a:endParaRPr lang="en-US" sz="2100"/>
                    </a:p>
                  </a:txBody>
                  <a:tcPr marL="121920" marR="121920" marT="60960" marB="60960" anchor="ctr"/>
                </a:tc>
                <a:extLst>
                  <a:ext uri="{0D108BD9-81ED-4DB2-BD59-A6C34878D82A}">
                    <a16:rowId xmlns:a16="http://schemas.microsoft.com/office/drawing/2014/main" val="3480306371"/>
                  </a:ext>
                </a:extLst>
              </a:tr>
              <a:tr h="494453">
                <a:tc rowSpan="2">
                  <a:txBody>
                    <a:bodyPr/>
                    <a:lstStyle/>
                    <a:p>
                      <a:r>
                        <a:rPr lang="en-US" sz="2100"/>
                        <a:t>Google Public DNS</a:t>
                      </a:r>
                    </a:p>
                  </a:txBody>
                  <a:tcPr marL="121920" marR="121920" marT="60960" marB="60960" anchor="ctr"/>
                </a:tc>
                <a:tc>
                  <a:txBody>
                    <a:bodyPr/>
                    <a:lstStyle/>
                    <a:p>
                      <a:r>
                        <a:rPr lang="en-US" sz="2100"/>
                        <a:t>8.8.8.8</a:t>
                      </a:r>
                    </a:p>
                  </a:txBody>
                  <a:tcPr marL="121920" marR="121920" marT="60960" marB="60960" anchor="ctr"/>
                </a:tc>
                <a:tc>
                  <a:txBody>
                    <a:bodyPr/>
                    <a:lstStyle/>
                    <a:p>
                      <a:r>
                        <a:rPr lang="en-US" sz="2100"/>
                        <a:t>2001:4860:4860::8888</a:t>
                      </a:r>
                    </a:p>
                  </a:txBody>
                  <a:tcPr marL="121920" marR="121920" marT="60960" marB="60960" anchor="ctr"/>
                </a:tc>
                <a:extLst>
                  <a:ext uri="{0D108BD9-81ED-4DB2-BD59-A6C34878D82A}">
                    <a16:rowId xmlns:a16="http://schemas.microsoft.com/office/drawing/2014/main" val="1339970643"/>
                  </a:ext>
                </a:extLst>
              </a:tr>
              <a:tr h="494453">
                <a:tc vMerge="1">
                  <a:txBody>
                    <a:bodyPr/>
                    <a:lstStyle/>
                    <a:p>
                      <a:endParaRPr lang="en-US"/>
                    </a:p>
                  </a:txBody>
                  <a:tcPr/>
                </a:tc>
                <a:tc>
                  <a:txBody>
                    <a:bodyPr/>
                    <a:lstStyle/>
                    <a:p>
                      <a:r>
                        <a:rPr lang="en-US" sz="2100"/>
                        <a:t>8.8.4.4</a:t>
                      </a:r>
                    </a:p>
                  </a:txBody>
                  <a:tcPr marL="121920" marR="121920" marT="60960" marB="60960" anchor="ctr"/>
                </a:tc>
                <a:tc>
                  <a:txBody>
                    <a:bodyPr/>
                    <a:lstStyle/>
                    <a:p>
                      <a:r>
                        <a:rPr lang="en-US" sz="2100"/>
                        <a:t>2001:4860:4860::8844</a:t>
                      </a:r>
                    </a:p>
                  </a:txBody>
                  <a:tcPr marL="121920" marR="121920" marT="60960" marB="60960" anchor="ctr"/>
                </a:tc>
                <a:extLst>
                  <a:ext uri="{0D108BD9-81ED-4DB2-BD59-A6C34878D82A}">
                    <a16:rowId xmlns:a16="http://schemas.microsoft.com/office/drawing/2014/main" val="267537387"/>
                  </a:ext>
                </a:extLst>
              </a:tr>
              <a:tr h="494453">
                <a:tc rowSpan="2">
                  <a:txBody>
                    <a:bodyPr/>
                    <a:lstStyle/>
                    <a:p>
                      <a:r>
                        <a:rPr lang="en-US" sz="2100"/>
                        <a:t>OpenDNS</a:t>
                      </a:r>
                    </a:p>
                  </a:txBody>
                  <a:tcPr marL="121920" marR="121920" marT="60960" marB="60960" anchor="ctr"/>
                </a:tc>
                <a:tc>
                  <a:txBody>
                    <a:bodyPr/>
                    <a:lstStyle/>
                    <a:p>
                      <a:r>
                        <a:rPr lang="en-US" sz="2100"/>
                        <a:t>208.67.222.222</a:t>
                      </a:r>
                    </a:p>
                  </a:txBody>
                  <a:tcPr marL="121920" marR="121920" marT="60960" marB="60960" anchor="ctr"/>
                </a:tc>
                <a:tc>
                  <a:txBody>
                    <a:bodyPr/>
                    <a:lstStyle/>
                    <a:p>
                      <a:r>
                        <a:rPr lang="en-US" sz="2100"/>
                        <a:t>2620:0:ccc::2</a:t>
                      </a:r>
                    </a:p>
                  </a:txBody>
                  <a:tcPr marL="121920" marR="121920" marT="60960" marB="60960" anchor="ctr"/>
                </a:tc>
                <a:extLst>
                  <a:ext uri="{0D108BD9-81ED-4DB2-BD59-A6C34878D82A}">
                    <a16:rowId xmlns:a16="http://schemas.microsoft.com/office/drawing/2014/main" val="521234596"/>
                  </a:ext>
                </a:extLst>
              </a:tr>
              <a:tr h="494453">
                <a:tc vMerge="1">
                  <a:txBody>
                    <a:bodyPr/>
                    <a:lstStyle/>
                    <a:p>
                      <a:endParaRPr lang="en-US"/>
                    </a:p>
                  </a:txBody>
                  <a:tcPr/>
                </a:tc>
                <a:tc>
                  <a:txBody>
                    <a:bodyPr/>
                    <a:lstStyle/>
                    <a:p>
                      <a:r>
                        <a:rPr lang="en-US" sz="2100"/>
                        <a:t>208.67.220.220</a:t>
                      </a:r>
                    </a:p>
                  </a:txBody>
                  <a:tcPr marL="121920" marR="121920" marT="60960" marB="60960" anchor="ctr"/>
                </a:tc>
                <a:tc>
                  <a:txBody>
                    <a:bodyPr/>
                    <a:lstStyle/>
                    <a:p>
                      <a:r>
                        <a:rPr lang="en-US" sz="2100"/>
                        <a:t>2620:0:ccd::2</a:t>
                      </a:r>
                    </a:p>
                  </a:txBody>
                  <a:tcPr marL="121920" marR="121920" marT="60960" marB="60960" anchor="ctr"/>
                </a:tc>
                <a:extLst>
                  <a:ext uri="{0D108BD9-81ED-4DB2-BD59-A6C34878D82A}">
                    <a16:rowId xmlns:a16="http://schemas.microsoft.com/office/drawing/2014/main" val="4226301494"/>
                  </a:ext>
                </a:extLst>
              </a:tr>
            </a:tbl>
          </a:graphicData>
        </a:graphic>
      </p:graphicFrame>
    </p:spTree>
    <p:extLst>
      <p:ext uri="{BB962C8B-B14F-4D97-AF65-F5344CB8AC3E}">
        <p14:creationId xmlns:p14="http://schemas.microsoft.com/office/powerpoint/2010/main" val="151208802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p:txBody>
          <a:bodyPr/>
          <a:lstStyle/>
          <a:p>
            <a:r>
              <a:rPr lang="en-US"/>
              <a:t>8. Local networks and address translation</a:t>
            </a:r>
            <a:endParaRPr lang="en-US" dirty="0"/>
          </a:p>
        </p:txBody>
      </p:sp>
      <p:sp>
        <p:nvSpPr>
          <p:cNvPr id="3" name="Subtitle 2">
            <a:extLst>
              <a:ext uri="{FF2B5EF4-FFF2-40B4-BE49-F238E27FC236}">
                <a16:creationId xmlns:a16="http://schemas.microsoft.com/office/drawing/2014/main" id="{DAE0A447-4D96-4F50-B40B-B8A0C887C33B}"/>
              </a:ext>
            </a:extLst>
          </p:cNvPr>
          <p:cNvSpPr>
            <a:spLocks noGrp="1"/>
          </p:cNvSpPr>
          <p:nvPr>
            <p:ph type="subTitle" idx="1"/>
          </p:nvPr>
        </p:nvSpPr>
        <p:spPr/>
        <p:txBody>
          <a:bodyPr/>
          <a:lstStyle/>
          <a:p>
            <a:endParaRPr lang="en-US" sz="2133" b="1" dirty="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buClr>
                <a:srgbClr val="000000"/>
              </a:buClr>
              <a:defRPr/>
            </a:pPr>
            <a:fld id="{DAC9FE72-3A80-4B60-9F46-F99E2834B23F}" type="slidenum">
              <a:rPr lang="en-US" kern="0">
                <a:solidFill>
                  <a:srgbClr val="FFFFFF">
                    <a:lumMod val="50000"/>
                  </a:srgbClr>
                </a:solidFill>
                <a:latin typeface="Arial"/>
                <a:cs typeface="Arial"/>
                <a:sym typeface="Arial"/>
              </a:rPr>
              <a:pPr defTabSz="1219170">
                <a:buClr>
                  <a:srgbClr val="000000"/>
                </a:buClr>
                <a:defRPr/>
              </a:pPr>
              <a:t>42</a:t>
            </a:fld>
            <a:endParaRPr lang="en-US" kern="0">
              <a:solidFill>
                <a:srgbClr val="FFFFFF">
                  <a:lumMod val="50000"/>
                </a:srgbClr>
              </a:solidFill>
              <a:latin typeface="Arial"/>
              <a:cs typeface="Arial"/>
              <a:sym typeface="Arial"/>
            </a:endParaRP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629920" y="1632683"/>
            <a:ext cx="11257280" cy="48595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311143" indent="-311143" algn="l" defTabSz="1219170">
              <a:lnSpc>
                <a:spcPct val="150000"/>
              </a:lnSpc>
              <a:buFont typeface="Wingdings" panose="05000000000000000000" pitchFamily="2" charset="2"/>
              <a:buChar char="§"/>
              <a:defRPr/>
            </a:pPr>
            <a:r>
              <a:rPr lang="en-US" sz="2133" kern="0"/>
              <a:t>It’s common for households and organizations to have small </a:t>
            </a:r>
            <a:r>
              <a:rPr lang="en-US" sz="2133" b="1" kern="0"/>
              <a:t>Local Area Networks </a:t>
            </a:r>
            <a:r>
              <a:rPr lang="en-US" sz="2133" kern="0"/>
              <a:t>(LANs). There are IPv4 addresses ranges reserved for use in these small local networks.</a:t>
            </a:r>
          </a:p>
          <a:p>
            <a:pPr marL="609585" indent="-298443" algn="l" defTabSz="1219170">
              <a:lnSpc>
                <a:spcPct val="150000"/>
              </a:lnSpc>
              <a:buFont typeface="Arial" panose="020B0604020202020204" pitchFamily="34" charset="0"/>
              <a:buChar char="•"/>
              <a:defRPr/>
            </a:pPr>
            <a:r>
              <a:rPr lang="en-US" sz="2133" kern="0"/>
              <a:t>10.0.0.0 to 10.255.255.255</a:t>
            </a:r>
          </a:p>
          <a:p>
            <a:pPr marL="609585" indent="-298443" algn="l" defTabSz="1219170">
              <a:lnSpc>
                <a:spcPct val="150000"/>
              </a:lnSpc>
              <a:buFont typeface="Arial" panose="020B0604020202020204" pitchFamily="34" charset="0"/>
              <a:buChar char="•"/>
              <a:defRPr/>
            </a:pPr>
            <a:r>
              <a:rPr lang="en-US" sz="2133" kern="0"/>
              <a:t>172.16.0.0 to 172.31.255.255</a:t>
            </a:r>
          </a:p>
          <a:p>
            <a:pPr marL="609585" indent="-298443" algn="l" defTabSz="1219170">
              <a:lnSpc>
                <a:spcPct val="150000"/>
              </a:lnSpc>
              <a:buFont typeface="Arial" panose="020B0604020202020204" pitchFamily="34" charset="0"/>
              <a:buChar char="•"/>
              <a:defRPr/>
            </a:pPr>
            <a:r>
              <a:rPr lang="en-US" sz="2133" kern="0"/>
              <a:t>192.168.0.0 to 192.168.255.255</a:t>
            </a:r>
          </a:p>
          <a:p>
            <a:pPr marL="311143" indent="-311143" algn="l" defTabSz="1219170">
              <a:lnSpc>
                <a:spcPct val="150000"/>
              </a:lnSpc>
              <a:buFont typeface="Wingdings" panose="05000000000000000000" pitchFamily="2" charset="2"/>
              <a:buChar char="§"/>
              <a:defRPr/>
            </a:pPr>
            <a:r>
              <a:rPr lang="en-US" sz="2133" kern="0"/>
              <a:t>The devices on the same LAN can directly address one another by their local address.</a:t>
            </a:r>
            <a:endParaRPr lang="en-US" sz="2133" kern="0" dirty="0"/>
          </a:p>
        </p:txBody>
      </p:sp>
    </p:spTree>
    <p:extLst>
      <p:ext uri="{BB962C8B-B14F-4D97-AF65-F5344CB8AC3E}">
        <p14:creationId xmlns:p14="http://schemas.microsoft.com/office/powerpoint/2010/main" val="377008596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p:txBody>
          <a:bodyPr/>
          <a:lstStyle/>
          <a:p>
            <a:r>
              <a:rPr lang="en-US"/>
              <a:t>8. Local networks and address translation</a:t>
            </a:r>
            <a:endParaRPr lang="en-US" dirty="0"/>
          </a:p>
        </p:txBody>
      </p:sp>
      <p:sp>
        <p:nvSpPr>
          <p:cNvPr id="3" name="Subtitle 2">
            <a:extLst>
              <a:ext uri="{FF2B5EF4-FFF2-40B4-BE49-F238E27FC236}">
                <a16:creationId xmlns:a16="http://schemas.microsoft.com/office/drawing/2014/main" id="{DAE0A447-4D96-4F50-B40B-B8A0C887C33B}"/>
              </a:ext>
            </a:extLst>
          </p:cNvPr>
          <p:cNvSpPr>
            <a:spLocks noGrp="1"/>
          </p:cNvSpPr>
          <p:nvPr>
            <p:ph type="subTitle" idx="1"/>
          </p:nvPr>
        </p:nvSpPr>
        <p:spPr/>
        <p:txBody>
          <a:bodyPr/>
          <a:lstStyle/>
          <a:p>
            <a:endParaRPr lang="en-US" sz="2133" b="1" dirty="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buClr>
                <a:srgbClr val="000000"/>
              </a:buClr>
              <a:defRPr/>
            </a:pPr>
            <a:fld id="{DAC9FE72-3A80-4B60-9F46-F99E2834B23F}" type="slidenum">
              <a:rPr lang="en-US" kern="0">
                <a:solidFill>
                  <a:srgbClr val="FFFFFF">
                    <a:lumMod val="50000"/>
                  </a:srgbClr>
                </a:solidFill>
                <a:latin typeface="Arial"/>
                <a:cs typeface="Arial"/>
                <a:sym typeface="Arial"/>
              </a:rPr>
              <a:pPr defTabSz="1219170">
                <a:buClr>
                  <a:srgbClr val="000000"/>
                </a:buClr>
                <a:defRPr/>
              </a:pPr>
              <a:t>43</a:t>
            </a:fld>
            <a:endParaRPr lang="en-US" kern="0">
              <a:solidFill>
                <a:srgbClr val="FFFFFF">
                  <a:lumMod val="50000"/>
                </a:srgbClr>
              </a:solidFill>
              <a:latin typeface="Arial"/>
              <a:cs typeface="Arial"/>
              <a:sym typeface="Arial"/>
            </a:endParaRP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629920" y="1632683"/>
            <a:ext cx="10972800" cy="48595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311143" indent="-311143" algn="l" defTabSz="1219170">
              <a:lnSpc>
                <a:spcPct val="150000"/>
              </a:lnSpc>
              <a:buFont typeface="Wingdings" panose="05000000000000000000" pitchFamily="2" charset="2"/>
              <a:buChar char="§"/>
              <a:defRPr/>
            </a:pPr>
            <a:r>
              <a:rPr lang="en-US" sz="2133"/>
              <a:t>A</a:t>
            </a:r>
            <a:r>
              <a:rPr lang="en-US" sz="2133" kern="0"/>
              <a:t>ny traffic communicated to the internet must undergo address translation (</a:t>
            </a:r>
            <a:r>
              <a:rPr lang="en-US" sz="2133" b="1" kern="0"/>
              <a:t>Network Address Translation</a:t>
            </a:r>
            <a:r>
              <a:rPr lang="en-US" sz="2133" kern="0"/>
              <a:t> (NAT)) by the router. The router does this by modifying the source IP address from the original private LAN IP address to its public internet IP address.</a:t>
            </a:r>
            <a:endParaRPr lang="en-US" sz="2133" kern="0" dirty="0"/>
          </a:p>
        </p:txBody>
      </p:sp>
      <p:pic>
        <p:nvPicPr>
          <p:cNvPr id="5" name="Picture 4">
            <a:extLst>
              <a:ext uri="{FF2B5EF4-FFF2-40B4-BE49-F238E27FC236}">
                <a16:creationId xmlns:a16="http://schemas.microsoft.com/office/drawing/2014/main" id="{B96268A8-D338-E6A6-A7F7-D9A9DBCC6430}"/>
              </a:ext>
            </a:extLst>
          </p:cNvPr>
          <p:cNvPicPr>
            <a:picLocks noChangeAspect="1"/>
          </p:cNvPicPr>
          <p:nvPr/>
        </p:nvPicPr>
        <p:blipFill>
          <a:blip r:embed="rId3"/>
          <a:stretch>
            <a:fillRect/>
          </a:stretch>
        </p:blipFill>
        <p:spPr>
          <a:xfrm>
            <a:off x="1765993" y="3737047"/>
            <a:ext cx="8700655" cy="2976540"/>
          </a:xfrm>
          <a:prstGeom prst="rect">
            <a:avLst/>
          </a:prstGeom>
        </p:spPr>
      </p:pic>
    </p:spTree>
    <p:extLst>
      <p:ext uri="{BB962C8B-B14F-4D97-AF65-F5344CB8AC3E}">
        <p14:creationId xmlns:p14="http://schemas.microsoft.com/office/powerpoint/2010/main" val="424275452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EA4F5-961D-479D-8398-692BD89B232A}"/>
              </a:ext>
            </a:extLst>
          </p:cNvPr>
          <p:cNvSpPr>
            <a:spLocks noGrp="1"/>
          </p:cNvSpPr>
          <p:nvPr>
            <p:ph type="title"/>
          </p:nvPr>
        </p:nvSpPr>
        <p:spPr/>
        <p:txBody>
          <a:bodyPr/>
          <a:lstStyle/>
          <a:p>
            <a:r>
              <a:rPr lang="en-US"/>
              <a:t>9. Multicast, broadcast, and anycast</a:t>
            </a:r>
            <a:endParaRPr lang="en-US" dirty="0"/>
          </a:p>
        </p:txBody>
      </p:sp>
      <p:sp>
        <p:nvSpPr>
          <p:cNvPr id="3" name="Subtitle 2">
            <a:extLst>
              <a:ext uri="{FF2B5EF4-FFF2-40B4-BE49-F238E27FC236}">
                <a16:creationId xmlns:a16="http://schemas.microsoft.com/office/drawing/2014/main" id="{DAE0A447-4D96-4F50-B40B-B8A0C887C33B}"/>
              </a:ext>
            </a:extLst>
          </p:cNvPr>
          <p:cNvSpPr>
            <a:spLocks noGrp="1"/>
          </p:cNvSpPr>
          <p:nvPr>
            <p:ph type="subTitle" idx="1"/>
          </p:nvPr>
        </p:nvSpPr>
        <p:spPr/>
        <p:txBody>
          <a:bodyPr/>
          <a:lstStyle/>
          <a:p>
            <a:endParaRPr lang="en-US" sz="2133" b="1" dirty="0"/>
          </a:p>
        </p:txBody>
      </p:sp>
      <p:sp>
        <p:nvSpPr>
          <p:cNvPr id="7" name="Slide Number Placeholder 6">
            <a:extLst>
              <a:ext uri="{FF2B5EF4-FFF2-40B4-BE49-F238E27FC236}">
                <a16:creationId xmlns:a16="http://schemas.microsoft.com/office/drawing/2014/main" id="{598A43A0-85E8-4711-8B7C-55248616F838}"/>
              </a:ext>
            </a:extLst>
          </p:cNvPr>
          <p:cNvSpPr>
            <a:spLocks noGrp="1"/>
          </p:cNvSpPr>
          <p:nvPr>
            <p:ph type="sldNum" sz="quarter" idx="12"/>
          </p:nvPr>
        </p:nvSpPr>
        <p:spPr/>
        <p:txBody>
          <a:bodyPr/>
          <a:lstStyle/>
          <a:p>
            <a:pPr defTabSz="1219170">
              <a:buClr>
                <a:srgbClr val="000000"/>
              </a:buClr>
              <a:defRPr/>
            </a:pPr>
            <a:fld id="{DAC9FE72-3A80-4B60-9F46-F99E2834B23F}" type="slidenum">
              <a:rPr lang="en-US" kern="0">
                <a:solidFill>
                  <a:srgbClr val="FFFFFF">
                    <a:lumMod val="50000"/>
                  </a:srgbClr>
                </a:solidFill>
                <a:latin typeface="Arial"/>
                <a:cs typeface="Arial"/>
                <a:sym typeface="Arial"/>
              </a:rPr>
              <a:pPr defTabSz="1219170">
                <a:buClr>
                  <a:srgbClr val="000000"/>
                </a:buClr>
                <a:defRPr/>
              </a:pPr>
              <a:t>44</a:t>
            </a:fld>
            <a:endParaRPr lang="en-US" kern="0">
              <a:solidFill>
                <a:srgbClr val="FFFFFF">
                  <a:lumMod val="50000"/>
                </a:srgbClr>
              </a:solidFill>
              <a:latin typeface="Arial"/>
              <a:cs typeface="Arial"/>
              <a:sym typeface="Arial"/>
            </a:endParaRPr>
          </a:p>
        </p:txBody>
      </p:sp>
      <p:sp>
        <p:nvSpPr>
          <p:cNvPr id="9" name="Content Placeholder 2">
            <a:extLst>
              <a:ext uri="{FF2B5EF4-FFF2-40B4-BE49-F238E27FC236}">
                <a16:creationId xmlns:a16="http://schemas.microsoft.com/office/drawing/2014/main" id="{010CFDAC-9DAD-1A41-5A92-109F496608F4}"/>
              </a:ext>
            </a:extLst>
          </p:cNvPr>
          <p:cNvSpPr txBox="1">
            <a:spLocks/>
          </p:cNvSpPr>
          <p:nvPr/>
        </p:nvSpPr>
        <p:spPr>
          <a:xfrm>
            <a:off x="629920" y="1632683"/>
            <a:ext cx="10972800" cy="48595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1pPr>
            <a:lvl2pPr marR="0" lvl="1"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Font typeface="Arial"/>
              <a:buNone/>
              <a:defRPr sz="1400" b="0" i="0" u="none" strike="noStrike" cap="none">
                <a:solidFill>
                  <a:srgbClr val="000000"/>
                </a:solidFill>
                <a:latin typeface="Arial"/>
                <a:ea typeface="Arial"/>
                <a:cs typeface="Arial"/>
                <a:sym typeface="Arial"/>
              </a:defRPr>
            </a:lvl9pPr>
          </a:lstStyle>
          <a:p>
            <a:pPr marL="311143" indent="-311143" algn="l" defTabSz="1219170">
              <a:lnSpc>
                <a:spcPct val="150000"/>
              </a:lnSpc>
              <a:buFont typeface="Wingdings" panose="05000000000000000000" pitchFamily="2" charset="2"/>
              <a:buChar char="§"/>
              <a:defRPr/>
            </a:pPr>
            <a:r>
              <a:rPr lang="en-US" sz="2133" kern="0"/>
              <a:t>When a packet is routed from one sender to one receiver, it uses </a:t>
            </a:r>
            <a:r>
              <a:rPr lang="en-US" sz="2133" b="1" kern="0"/>
              <a:t>unicast</a:t>
            </a:r>
            <a:r>
              <a:rPr lang="en-US" sz="2133" kern="0"/>
              <a:t> addressing. </a:t>
            </a:r>
          </a:p>
          <a:p>
            <a:pPr marL="311143" indent="-311143" algn="l" defTabSz="1219170">
              <a:lnSpc>
                <a:spcPct val="150000"/>
              </a:lnSpc>
              <a:buFont typeface="Wingdings" panose="05000000000000000000" pitchFamily="2" charset="2"/>
              <a:buChar char="§"/>
              <a:defRPr/>
            </a:pPr>
            <a:r>
              <a:rPr lang="en-US" sz="2133" b="1" kern="0"/>
              <a:t>Broadcast</a:t>
            </a:r>
            <a:r>
              <a:rPr lang="en-US" sz="2133" kern="0"/>
              <a:t> addressing allows </a:t>
            </a:r>
            <a:r>
              <a:rPr lang="en-US" sz="2133" b="1" kern="0"/>
              <a:t>a single sender </a:t>
            </a:r>
            <a:r>
              <a:rPr lang="en-US" sz="2133" kern="0"/>
              <a:t>to address a packet to </a:t>
            </a:r>
            <a:r>
              <a:rPr lang="en-US" sz="2133" b="1" kern="0"/>
              <a:t>all recipients </a:t>
            </a:r>
            <a:r>
              <a:rPr lang="en-US" sz="2133" kern="0"/>
              <a:t>simultaneously. </a:t>
            </a:r>
          </a:p>
          <a:p>
            <a:pPr marL="311143" indent="-311143" algn="l" defTabSz="1219170">
              <a:lnSpc>
                <a:spcPct val="150000"/>
              </a:lnSpc>
              <a:buFont typeface="Wingdings" panose="05000000000000000000" pitchFamily="2" charset="2"/>
              <a:buChar char="§"/>
              <a:defRPr/>
            </a:pPr>
            <a:r>
              <a:rPr lang="en-US" sz="2133" b="1" kern="0"/>
              <a:t>Multicast</a:t>
            </a:r>
            <a:r>
              <a:rPr lang="en-US" sz="2133" kern="0"/>
              <a:t> is a one-to-many communication. Multicast involves some group management. </a:t>
            </a:r>
          </a:p>
          <a:p>
            <a:pPr marL="311143" indent="-311143" algn="l" defTabSz="1219170">
              <a:lnSpc>
                <a:spcPct val="150000"/>
              </a:lnSpc>
              <a:buFont typeface="Wingdings" panose="05000000000000000000" pitchFamily="2" charset="2"/>
              <a:buChar char="§"/>
              <a:defRPr/>
            </a:pPr>
            <a:r>
              <a:rPr lang="en-US" sz="2133" b="1" kern="0"/>
              <a:t>Anycast</a:t>
            </a:r>
            <a:r>
              <a:rPr lang="en-US" sz="2133" kern="0"/>
              <a:t> addressed packets are used to deliver a message to one recipient when you don’t care who that recipient is. </a:t>
            </a:r>
            <a:endParaRPr lang="en-US" sz="2133" kern="0" dirty="0"/>
          </a:p>
        </p:txBody>
      </p:sp>
    </p:spTree>
    <p:extLst>
      <p:ext uri="{BB962C8B-B14F-4D97-AF65-F5344CB8AC3E}">
        <p14:creationId xmlns:p14="http://schemas.microsoft.com/office/powerpoint/2010/main" val="79674902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D3D16B69-45D9-7743-ADEA-3DAD4240D5C8}"/>
              </a:ext>
            </a:extLst>
          </p:cNvPr>
          <p:cNvGrpSpPr/>
          <p:nvPr/>
        </p:nvGrpSpPr>
        <p:grpSpPr>
          <a:xfrm>
            <a:off x="464981" y="2052861"/>
            <a:ext cx="10432006" cy="2708042"/>
            <a:chOff x="464981" y="1753061"/>
            <a:chExt cx="10432006" cy="2708042"/>
          </a:xfrm>
        </p:grpSpPr>
        <p:sp>
          <p:nvSpPr>
            <p:cNvPr id="41" name="Rectangle 40">
              <a:extLst>
                <a:ext uri="{FF2B5EF4-FFF2-40B4-BE49-F238E27FC236}">
                  <a16:creationId xmlns:a16="http://schemas.microsoft.com/office/drawing/2014/main" id="{5425220C-9838-8D45-9BAA-2D96FF83A2F1}"/>
                </a:ext>
              </a:extLst>
            </p:cNvPr>
            <p:cNvSpPr/>
            <p:nvPr/>
          </p:nvSpPr>
          <p:spPr>
            <a:xfrm>
              <a:off x="464981" y="4061418"/>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DD8EE791-0739-6F48-8733-238C908C9A99}"/>
                </a:ext>
              </a:extLst>
            </p:cNvPr>
            <p:cNvSpPr/>
            <p:nvPr/>
          </p:nvSpPr>
          <p:spPr>
            <a:xfrm>
              <a:off x="475506" y="3495132"/>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Rectangle 38">
              <a:extLst>
                <a:ext uri="{FF2B5EF4-FFF2-40B4-BE49-F238E27FC236}">
                  <a16:creationId xmlns:a16="http://schemas.microsoft.com/office/drawing/2014/main" id="{B68A0430-7325-D84E-8C11-99062FE5509D}"/>
                </a:ext>
              </a:extLst>
            </p:cNvPr>
            <p:cNvSpPr/>
            <p:nvPr/>
          </p:nvSpPr>
          <p:spPr>
            <a:xfrm>
              <a:off x="470508" y="2945434"/>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 name="Rectangle 37">
              <a:extLst>
                <a:ext uri="{FF2B5EF4-FFF2-40B4-BE49-F238E27FC236}">
                  <a16:creationId xmlns:a16="http://schemas.microsoft.com/office/drawing/2014/main" id="{5632A966-C6C7-424C-80FC-0FFB2F0BC371}"/>
                </a:ext>
              </a:extLst>
            </p:cNvPr>
            <p:cNvSpPr/>
            <p:nvPr/>
          </p:nvSpPr>
          <p:spPr>
            <a:xfrm>
              <a:off x="471525" y="2357714"/>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0458753E-88F3-B34F-B3B9-946C3E6C15F1}"/>
                </a:ext>
              </a:extLst>
            </p:cNvPr>
            <p:cNvSpPr/>
            <p:nvPr/>
          </p:nvSpPr>
          <p:spPr>
            <a:xfrm>
              <a:off x="464982" y="1753061"/>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3F1839DF-A204-F147-901F-403EDC096FCD}"/>
              </a:ext>
            </a:extLst>
          </p:cNvPr>
          <p:cNvGrpSpPr/>
          <p:nvPr/>
        </p:nvGrpSpPr>
        <p:grpSpPr>
          <a:xfrm>
            <a:off x="7572969" y="1945699"/>
            <a:ext cx="2929467" cy="2895601"/>
            <a:chOff x="1574800" y="1788319"/>
            <a:chExt cx="2929467" cy="2895601"/>
          </a:xfrm>
        </p:grpSpPr>
        <p:sp>
          <p:nvSpPr>
            <p:cNvPr id="28" name="Rectangle 27">
              <a:extLst>
                <a:ext uri="{FF2B5EF4-FFF2-40B4-BE49-F238E27FC236}">
                  <a16:creationId xmlns:a16="http://schemas.microsoft.com/office/drawing/2014/main" id="{E615A186-9ECD-7646-A746-B390E05134BE}"/>
                </a:ext>
              </a:extLst>
            </p:cNvPr>
            <p:cNvSpPr/>
            <p:nvPr/>
          </p:nvSpPr>
          <p:spPr>
            <a:xfrm>
              <a:off x="1591733" y="1788319"/>
              <a:ext cx="2794000" cy="2895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69ED9F09-CF30-0E4F-B280-1114E1973095}"/>
                </a:ext>
              </a:extLst>
            </p:cNvPr>
            <p:cNvCxnSpPr>
              <a:cxnSpLocks/>
            </p:cNvCxnSpPr>
            <p:nvPr/>
          </p:nvCxnSpPr>
          <p:spPr>
            <a:xfrm>
              <a:off x="1574800" y="2421466"/>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7190042-F4C0-EC46-9AF0-FF1083E60F8B}"/>
                </a:ext>
              </a:extLst>
            </p:cNvPr>
            <p:cNvCxnSpPr>
              <a:cxnSpLocks/>
            </p:cNvCxnSpPr>
            <p:nvPr/>
          </p:nvCxnSpPr>
          <p:spPr>
            <a:xfrm>
              <a:off x="1574800" y="3009694"/>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DEF134E-EA30-E347-8AE4-94F83CF21DB0}"/>
                </a:ext>
              </a:extLst>
            </p:cNvPr>
            <p:cNvCxnSpPr>
              <a:cxnSpLocks/>
            </p:cNvCxnSpPr>
            <p:nvPr/>
          </p:nvCxnSpPr>
          <p:spPr>
            <a:xfrm>
              <a:off x="1574800" y="3581400"/>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C8AEB97-F690-7742-BC15-87C7C38DE30C}"/>
                </a:ext>
              </a:extLst>
            </p:cNvPr>
            <p:cNvCxnSpPr>
              <a:cxnSpLocks/>
            </p:cNvCxnSpPr>
            <p:nvPr/>
          </p:nvCxnSpPr>
          <p:spPr>
            <a:xfrm>
              <a:off x="1574800" y="4115129"/>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4" name="Rectangle 3">
            <a:extLst>
              <a:ext uri="{FF2B5EF4-FFF2-40B4-BE49-F238E27FC236}">
                <a16:creationId xmlns:a16="http://schemas.microsoft.com/office/drawing/2014/main" id="{73438F92-3E54-F248-B85E-6C7214C6DAB3}"/>
              </a:ext>
            </a:extLst>
          </p:cNvPr>
          <p:cNvSpPr/>
          <p:nvPr/>
        </p:nvSpPr>
        <p:spPr>
          <a:xfrm>
            <a:off x="965209" y="1935719"/>
            <a:ext cx="2794000" cy="2895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Example: organization of air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ravel</a:t>
            </a:r>
          </a:p>
        </p:txBody>
      </p:sp>
      <p:sp>
        <p:nvSpPr>
          <p:cNvPr id="9" name="Text Box 5">
            <a:extLst>
              <a:ext uri="{FF2B5EF4-FFF2-40B4-BE49-F238E27FC236}">
                <a16:creationId xmlns:a16="http://schemas.microsoft.com/office/drawing/2014/main" id="{36700FC8-9E28-1D45-9971-F07DEE935B73}"/>
              </a:ext>
            </a:extLst>
          </p:cNvPr>
          <p:cNvSpPr txBox="1">
            <a:spLocks noChangeArrowheads="1"/>
          </p:cNvSpPr>
          <p:nvPr/>
        </p:nvSpPr>
        <p:spPr bwMode="auto">
          <a:xfrm>
            <a:off x="1110119" y="1935719"/>
            <a:ext cx="2616935"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ticket (purchase)</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baggage (check)</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gates (load)</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runway takeoff</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airplane routing</a:t>
            </a:r>
            <a:endParaRPr kumimoji="0" lang="en-US" altLang="en-US" sz="2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endParaRPr>
          </a:p>
        </p:txBody>
      </p:sp>
      <p:sp>
        <p:nvSpPr>
          <p:cNvPr id="10" name="Text Box 6">
            <a:extLst>
              <a:ext uri="{FF2B5EF4-FFF2-40B4-BE49-F238E27FC236}">
                <a16:creationId xmlns:a16="http://schemas.microsoft.com/office/drawing/2014/main" id="{848D3D19-7497-FE45-B7B5-B81AA4212074}"/>
              </a:ext>
            </a:extLst>
          </p:cNvPr>
          <p:cNvSpPr txBox="1">
            <a:spLocks noChangeArrowheads="1"/>
          </p:cNvSpPr>
          <p:nvPr/>
        </p:nvSpPr>
        <p:spPr bwMode="auto">
          <a:xfrm>
            <a:off x="7623765" y="1942018"/>
            <a:ext cx="2625654"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ticket (complain)</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baggage (claim)</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gates (unload)</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runway landing</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airplane routing</a:t>
            </a:r>
          </a:p>
        </p:txBody>
      </p:sp>
      <p:cxnSp>
        <p:nvCxnSpPr>
          <p:cNvPr id="8" name="Straight Connector 7">
            <a:extLst>
              <a:ext uri="{FF2B5EF4-FFF2-40B4-BE49-F238E27FC236}">
                <a16:creationId xmlns:a16="http://schemas.microsoft.com/office/drawing/2014/main" id="{228FFC7C-C6FB-584F-8F6E-FFA01C23964A}"/>
              </a:ext>
            </a:extLst>
          </p:cNvPr>
          <p:cNvCxnSpPr>
            <a:cxnSpLocks/>
          </p:cNvCxnSpPr>
          <p:nvPr/>
        </p:nvCxnSpPr>
        <p:spPr>
          <a:xfrm>
            <a:off x="948276" y="2568866"/>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B8B1716-D4D2-3649-99C0-55319689F97F}"/>
              </a:ext>
            </a:extLst>
          </p:cNvPr>
          <p:cNvCxnSpPr>
            <a:cxnSpLocks/>
          </p:cNvCxnSpPr>
          <p:nvPr/>
        </p:nvCxnSpPr>
        <p:spPr>
          <a:xfrm>
            <a:off x="948276" y="3157094"/>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A253EA2-F916-EE42-B3CA-CA7A3F485F2C}"/>
              </a:ext>
            </a:extLst>
          </p:cNvPr>
          <p:cNvCxnSpPr>
            <a:cxnSpLocks/>
          </p:cNvCxnSpPr>
          <p:nvPr/>
        </p:nvCxnSpPr>
        <p:spPr>
          <a:xfrm>
            <a:off x="948276" y="3728800"/>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5EF4F97-2C46-FF44-9C8B-77221BDB15DC}"/>
              </a:ext>
            </a:extLst>
          </p:cNvPr>
          <p:cNvCxnSpPr>
            <a:cxnSpLocks/>
          </p:cNvCxnSpPr>
          <p:nvPr/>
        </p:nvCxnSpPr>
        <p:spPr>
          <a:xfrm>
            <a:off x="948276" y="4262529"/>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E1E38E25-A98C-CC40-BE63-1E70E5A1D89B}"/>
              </a:ext>
            </a:extLst>
          </p:cNvPr>
          <p:cNvSpPr/>
          <p:nvPr/>
        </p:nvSpPr>
        <p:spPr>
          <a:xfrm>
            <a:off x="4260623" y="4272051"/>
            <a:ext cx="2794000" cy="5687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 Box 7">
            <a:extLst>
              <a:ext uri="{FF2B5EF4-FFF2-40B4-BE49-F238E27FC236}">
                <a16:creationId xmlns:a16="http://schemas.microsoft.com/office/drawing/2014/main" id="{E16D6DCC-156C-2147-81DA-F433EE3A550B}"/>
              </a:ext>
            </a:extLst>
          </p:cNvPr>
          <p:cNvSpPr txBox="1">
            <a:spLocks noChangeArrowheads="1"/>
          </p:cNvSpPr>
          <p:nvPr/>
        </p:nvSpPr>
        <p:spPr bwMode="auto">
          <a:xfrm>
            <a:off x="4453486" y="4300858"/>
            <a:ext cx="2511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airplane routing</a:t>
            </a:r>
          </a:p>
        </p:txBody>
      </p:sp>
      <p:grpSp>
        <p:nvGrpSpPr>
          <p:cNvPr id="60" name="Group 59">
            <a:extLst>
              <a:ext uri="{FF2B5EF4-FFF2-40B4-BE49-F238E27FC236}">
                <a16:creationId xmlns:a16="http://schemas.microsoft.com/office/drawing/2014/main" id="{8EEAE621-B95A-384F-A62F-7E5903AD8FBF}"/>
              </a:ext>
            </a:extLst>
          </p:cNvPr>
          <p:cNvGrpSpPr/>
          <p:nvPr/>
        </p:nvGrpSpPr>
        <p:grpSpPr>
          <a:xfrm>
            <a:off x="3948545" y="1999560"/>
            <a:ext cx="3522823" cy="2811596"/>
            <a:chOff x="3948545" y="1699760"/>
            <a:chExt cx="3522823" cy="2811596"/>
          </a:xfrm>
        </p:grpSpPr>
        <p:sp>
          <p:nvSpPr>
            <p:cNvPr id="42" name="TextBox 41">
              <a:extLst>
                <a:ext uri="{FF2B5EF4-FFF2-40B4-BE49-F238E27FC236}">
                  <a16:creationId xmlns:a16="http://schemas.microsoft.com/office/drawing/2014/main" id="{EB4A6AAF-FC59-FA44-ACE5-C72FA686C0C2}"/>
                </a:ext>
              </a:extLst>
            </p:cNvPr>
            <p:cNvSpPr txBox="1"/>
            <p:nvPr/>
          </p:nvSpPr>
          <p:spPr>
            <a:xfrm>
              <a:off x="4400060" y="1699760"/>
              <a:ext cx="250741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ticketing service</a:t>
              </a:r>
            </a:p>
          </p:txBody>
        </p:sp>
        <p:sp>
          <p:nvSpPr>
            <p:cNvPr id="43" name="TextBox 42">
              <a:extLst>
                <a:ext uri="{FF2B5EF4-FFF2-40B4-BE49-F238E27FC236}">
                  <a16:creationId xmlns:a16="http://schemas.microsoft.com/office/drawing/2014/main" id="{E3B20036-2BB5-4241-87A9-6D4052E720AA}"/>
                </a:ext>
              </a:extLst>
            </p:cNvPr>
            <p:cNvSpPr txBox="1"/>
            <p:nvPr/>
          </p:nvSpPr>
          <p:spPr>
            <a:xfrm>
              <a:off x="4384331" y="2292643"/>
              <a:ext cx="254210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baggage service</a:t>
              </a:r>
            </a:p>
          </p:txBody>
        </p:sp>
        <p:sp>
          <p:nvSpPr>
            <p:cNvPr id="44" name="TextBox 43">
              <a:extLst>
                <a:ext uri="{FF2B5EF4-FFF2-40B4-BE49-F238E27FC236}">
                  <a16:creationId xmlns:a16="http://schemas.microsoft.com/office/drawing/2014/main" id="{7314652E-AC11-9744-91B6-642D2DAB1815}"/>
                </a:ext>
              </a:extLst>
            </p:cNvPr>
            <p:cNvSpPr txBox="1"/>
            <p:nvPr/>
          </p:nvSpPr>
          <p:spPr>
            <a:xfrm>
              <a:off x="4686266" y="2872078"/>
              <a:ext cx="192110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gate service</a:t>
              </a:r>
            </a:p>
          </p:txBody>
        </p:sp>
        <p:sp>
          <p:nvSpPr>
            <p:cNvPr id="45" name="TextBox 44">
              <a:extLst>
                <a:ext uri="{FF2B5EF4-FFF2-40B4-BE49-F238E27FC236}">
                  <a16:creationId xmlns:a16="http://schemas.microsoft.com/office/drawing/2014/main" id="{64AEF81B-DB1C-5E49-A5CE-1930E0CD97F9}"/>
                </a:ext>
              </a:extLst>
            </p:cNvPr>
            <p:cNvSpPr txBox="1"/>
            <p:nvPr/>
          </p:nvSpPr>
          <p:spPr>
            <a:xfrm>
              <a:off x="4485939" y="3451513"/>
              <a:ext cx="235423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runway service</a:t>
              </a:r>
            </a:p>
          </p:txBody>
        </p:sp>
        <p:grpSp>
          <p:nvGrpSpPr>
            <p:cNvPr id="59" name="Group 58">
              <a:extLst>
                <a:ext uri="{FF2B5EF4-FFF2-40B4-BE49-F238E27FC236}">
                  <a16:creationId xmlns:a16="http://schemas.microsoft.com/office/drawing/2014/main" id="{71D67CFB-C1C3-034A-88B0-DF85F0C59330}"/>
                </a:ext>
              </a:extLst>
            </p:cNvPr>
            <p:cNvGrpSpPr/>
            <p:nvPr/>
          </p:nvGrpSpPr>
          <p:grpSpPr>
            <a:xfrm>
              <a:off x="3948545" y="3988136"/>
              <a:ext cx="3522823" cy="523220"/>
              <a:chOff x="3976681" y="3974068"/>
              <a:chExt cx="3522823" cy="523220"/>
            </a:xfrm>
          </p:grpSpPr>
          <p:sp>
            <p:nvSpPr>
              <p:cNvPr id="51" name="Rectangle 50">
                <a:extLst>
                  <a:ext uri="{FF2B5EF4-FFF2-40B4-BE49-F238E27FC236}">
                    <a16:creationId xmlns:a16="http://schemas.microsoft.com/office/drawing/2014/main" id="{2FCD8885-2FFE-5644-B703-7DA1C8AD8286}"/>
                  </a:ext>
                </a:extLst>
              </p:cNvPr>
              <p:cNvSpPr/>
              <p:nvPr/>
            </p:nvSpPr>
            <p:spPr>
              <a:xfrm>
                <a:off x="3976681" y="4046279"/>
                <a:ext cx="3522823" cy="402622"/>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56025D16-29A9-4843-944E-D0F547FAEFB7}"/>
                  </a:ext>
                </a:extLst>
              </p:cNvPr>
              <p:cNvSpPr txBox="1"/>
              <p:nvPr/>
            </p:nvSpPr>
            <p:spPr>
              <a:xfrm>
                <a:off x="4506558" y="3974068"/>
                <a:ext cx="232730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routing service</a:t>
                </a:r>
              </a:p>
            </p:txBody>
          </p:sp>
        </p:grpSp>
      </p:grpSp>
      <p:sp>
        <p:nvSpPr>
          <p:cNvPr id="61" name="Rectangle 40">
            <a:extLst>
              <a:ext uri="{FF2B5EF4-FFF2-40B4-BE49-F238E27FC236}">
                <a16:creationId xmlns:a16="http://schemas.microsoft.com/office/drawing/2014/main" id="{8CA0C9F3-42E1-954A-929E-FDF9EBC1EB0B}"/>
              </a:ext>
            </a:extLst>
          </p:cNvPr>
          <p:cNvSpPr txBox="1">
            <a:spLocks noChangeArrowheads="1"/>
          </p:cNvSpPr>
          <p:nvPr/>
        </p:nvSpPr>
        <p:spPr>
          <a:xfrm>
            <a:off x="2393447" y="5094287"/>
            <a:ext cx="7613650" cy="1763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layers:</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layer implements a service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via its own internal-layer actions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relying on services provided by layer below</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3" name="Slide Number Placeholder 5">
            <a:extLst>
              <a:ext uri="{FF2B5EF4-FFF2-40B4-BE49-F238E27FC236}">
                <a16:creationId xmlns:a16="http://schemas.microsoft.com/office/drawing/2014/main" id="{44756CF3-22F7-2F4D-8F3B-F8371F6A8045}"/>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45</a:t>
            </a:fld>
            <a:endParaRPr lang="en-US" dirty="0"/>
          </a:p>
        </p:txBody>
      </p:sp>
    </p:spTree>
    <p:extLst>
      <p:ext uri="{BB962C8B-B14F-4D97-AF65-F5344CB8AC3E}">
        <p14:creationId xmlns:p14="http://schemas.microsoft.com/office/powerpoint/2010/main" val="1861257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10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1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67</TotalTime>
  <Words>6076</Words>
  <Application>Microsoft Office PowerPoint</Application>
  <PresentationFormat>Widescreen</PresentationFormat>
  <Paragraphs>1124</Paragraphs>
  <Slides>45</Slides>
  <Notes>40</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45</vt:i4>
      </vt:variant>
    </vt:vector>
  </HeadingPairs>
  <TitlesOfParts>
    <vt:vector size="58" baseType="lpstr">
      <vt:lpstr>ＭＳ Ｐゴシック</vt:lpstr>
      <vt:lpstr>Aptos</vt:lpstr>
      <vt:lpstr>Aptos Display</vt:lpstr>
      <vt:lpstr>Arial</vt:lpstr>
      <vt:lpstr>Calibri</vt:lpstr>
      <vt:lpstr>Comic Sans MS</vt:lpstr>
      <vt:lpstr>Gill Sans MT</vt:lpstr>
      <vt:lpstr>Symbol</vt:lpstr>
      <vt:lpstr>Tahoma</vt:lpstr>
      <vt:lpstr>Times New Roman</vt:lpstr>
      <vt:lpstr>Wingdings</vt:lpstr>
      <vt:lpstr>ZapfDingbats</vt:lpstr>
      <vt:lpstr>Office Theme</vt:lpstr>
      <vt:lpstr>Basic Network Programming concepts</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lpstr>What is a network program / application?</vt:lpstr>
      <vt:lpstr>Some network apps</vt:lpstr>
      <vt:lpstr>Creating a network app</vt:lpstr>
      <vt:lpstr>Client-server paradigm</vt:lpstr>
      <vt:lpstr>Peer-peer architecture</vt:lpstr>
      <vt:lpstr>Processes communicating</vt:lpstr>
      <vt:lpstr>Sockets</vt:lpstr>
      <vt:lpstr>Addressing processes</vt:lpstr>
      <vt:lpstr>Protocol “layers” and reference models</vt:lpstr>
      <vt:lpstr>What’s a protocol?</vt:lpstr>
      <vt:lpstr>What’s a protocol?</vt:lpstr>
      <vt:lpstr>Layered Internet protocol stack</vt:lpstr>
      <vt:lpstr>Why layering?</vt:lpstr>
      <vt:lpstr>Example: organization of air travel</vt:lpstr>
      <vt:lpstr>Services, Layering and Encapsulation</vt:lpstr>
      <vt:lpstr>Services, Layering and Encapsulation</vt:lpstr>
      <vt:lpstr>Services, Layering and Encapsulation</vt:lpstr>
      <vt:lpstr>Encapsulation</vt:lpstr>
      <vt:lpstr>Services, Layering and Encapsulation</vt:lpstr>
      <vt:lpstr>Encapsulation: an end-end view</vt:lpstr>
      <vt:lpstr>ISO/OSI reference model</vt:lpstr>
      <vt:lpstr>1. OSI layer model</vt:lpstr>
      <vt:lpstr>Services, Layering and Encapsulation</vt:lpstr>
      <vt:lpstr>Application layer: overview</vt:lpstr>
      <vt:lpstr>An application-layer protocol defines:</vt:lpstr>
      <vt:lpstr>What transport service does an app need?</vt:lpstr>
      <vt:lpstr>Network Programming</vt:lpstr>
      <vt:lpstr>Data encapsulation</vt:lpstr>
      <vt:lpstr>3. Data encapsulation</vt:lpstr>
      <vt:lpstr>4. Internet Protocol</vt:lpstr>
      <vt:lpstr>6. Domain names</vt:lpstr>
      <vt:lpstr>6. Domain names</vt:lpstr>
      <vt:lpstr>8. Local networks and address translation</vt:lpstr>
      <vt:lpstr>8. Local networks and address translation</vt:lpstr>
      <vt:lpstr>9. Multicast, broadcast, and anycast</vt:lpstr>
      <vt:lpstr>Example: organization of air travel</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Ly Vu</dc:creator>
  <cp:lastModifiedBy>Ly Vu</cp:lastModifiedBy>
  <cp:revision>1</cp:revision>
  <dcterms:created xsi:type="dcterms:W3CDTF">2024-12-28T14:25:40Z</dcterms:created>
  <dcterms:modified xsi:type="dcterms:W3CDTF">2025-01-02T03:17:13Z</dcterms:modified>
</cp:coreProperties>
</file>